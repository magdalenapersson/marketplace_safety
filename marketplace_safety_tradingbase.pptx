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76" r:id="rId2"/>
    <p:sldId id="270" r:id="rId3"/>
    <p:sldId id="272" r:id="rId4"/>
    <p:sldId id="261" r:id="rId5"/>
    <p:sldId id="273" r:id="rId6"/>
    <p:sldId id="274" r:id="rId7"/>
    <p:sldId id="275" r:id="rId8"/>
    <p:sldId id="27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a:srgbClr val="1014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FEC205-3048-8210-F626-751DC263ACC0}" v="498" dt="2026-03-17T17:51:41.272"/>
    <p1510:client id="{735A50B9-3287-4270-8D46-A909FADB5774}" v="776" dt="2026-03-17T19:21:45.4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63" autoAdjust="0"/>
    <p:restoredTop sz="93447" autoAdjust="0"/>
  </p:normalViewPr>
  <p:slideViewPr>
    <p:cSldViewPr snapToGrid="0">
      <p:cViewPr varScale="1">
        <p:scale>
          <a:sx n="57" d="100"/>
          <a:sy n="57" d="100"/>
        </p:scale>
        <p:origin x="188" y="32"/>
      </p:cViewPr>
      <p:guideLst/>
    </p:cSldViewPr>
  </p:slideViewPr>
  <p:outlineViewPr>
    <p:cViewPr>
      <p:scale>
        <a:sx n="33" d="100"/>
        <a:sy n="33" d="100"/>
      </p:scale>
      <p:origin x="0" y="-52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7BCD9EFD-FF06-1C66-9FC1-E6AA5C882D5D}"/>
    <pc:docChg chg="mod addSld delSld modSld addMainMaster delMainMaster">
      <pc:chgData name="Guest User" userId="" providerId="Windows Live" clId="Web-{7BCD9EFD-FF06-1C66-9FC1-E6AA5C882D5D}" dt="2026-03-16T14:29:06.801" v="912"/>
      <pc:docMkLst>
        <pc:docMk/>
      </pc:docMkLst>
      <pc:sldChg chg="addSp delSp modSp del mod setBg modClrScheme chgLayout">
        <pc:chgData name="Guest User" userId="" providerId="Windows Live" clId="Web-{7BCD9EFD-FF06-1C66-9FC1-E6AA5C882D5D}" dt="2026-03-16T14:29:06.801" v="912"/>
        <pc:sldMkLst>
          <pc:docMk/>
          <pc:sldMk cId="724050333" sldId="258"/>
        </pc:sldMkLst>
        <pc:spChg chg="add del mod">
          <ac:chgData name="Guest User" userId="" providerId="Windows Live" clId="Web-{7BCD9EFD-FF06-1C66-9FC1-E6AA5C882D5D}" dt="2026-03-16T10:47:15.355" v="4"/>
          <ac:spMkLst>
            <pc:docMk/>
            <pc:sldMk cId="724050333" sldId="258"/>
            <ac:spMk id="2" creationId="{7BF8230F-84D1-5C83-EC1F-ED8B2768A061}"/>
          </ac:spMkLst>
        </pc:spChg>
        <pc:spChg chg="mod ord">
          <ac:chgData name="Guest User" userId="" providerId="Windows Live" clId="Web-{7BCD9EFD-FF06-1C66-9FC1-E6AA5C882D5D}" dt="2026-03-16T13:54:46.364" v="690"/>
          <ac:spMkLst>
            <pc:docMk/>
            <pc:sldMk cId="724050333" sldId="258"/>
            <ac:spMk id="4" creationId="{3408D5CB-BC31-F649-4596-D8D35E3CC803}"/>
          </ac:spMkLst>
        </pc:spChg>
        <pc:spChg chg="mod ord">
          <ac:chgData name="Guest User" userId="" providerId="Windows Live" clId="Web-{7BCD9EFD-FF06-1C66-9FC1-E6AA5C882D5D}" dt="2026-03-16T14:14:11.760" v="781" actId="14100"/>
          <ac:spMkLst>
            <pc:docMk/>
            <pc:sldMk cId="724050333" sldId="258"/>
            <ac:spMk id="5" creationId="{1E4CE83B-5B99-0125-0AF0-81771342E2E8}"/>
          </ac:spMkLst>
        </pc:spChg>
        <pc:spChg chg="add mod">
          <ac:chgData name="Guest User" userId="" providerId="Windows Live" clId="Web-{7BCD9EFD-FF06-1C66-9FC1-E6AA5C882D5D}" dt="2026-03-16T11:00:52.603" v="607" actId="1076"/>
          <ac:spMkLst>
            <pc:docMk/>
            <pc:sldMk cId="724050333" sldId="258"/>
            <ac:spMk id="6" creationId="{D33F427C-A481-B7A0-638A-FBE23ADF54B0}"/>
          </ac:spMkLst>
        </pc:spChg>
        <pc:spChg chg="add del mod">
          <ac:chgData name="Guest User" userId="" providerId="Windows Live" clId="Web-{7BCD9EFD-FF06-1C66-9FC1-E6AA5C882D5D}" dt="2026-03-16T14:13:16.833" v="760"/>
          <ac:spMkLst>
            <pc:docMk/>
            <pc:sldMk cId="724050333" sldId="258"/>
            <ac:spMk id="6" creationId="{D9F5095B-AD30-AE02-FEA9-8377A85AFEB4}"/>
          </ac:spMkLst>
        </pc:spChg>
        <pc:spChg chg="add mod">
          <ac:chgData name="Guest User" userId="" providerId="Windows Live" clId="Web-{7BCD9EFD-FF06-1C66-9FC1-E6AA5C882D5D}" dt="2026-03-16T14:14:29.105" v="786" actId="1076"/>
          <ac:spMkLst>
            <pc:docMk/>
            <pc:sldMk cId="724050333" sldId="258"/>
            <ac:spMk id="8" creationId="{812D5EFF-1A71-2B4B-880F-002896196D0C}"/>
          </ac:spMkLst>
        </pc:spChg>
        <pc:spChg chg="add mod">
          <ac:chgData name="Guest User" userId="" providerId="Windows Live" clId="Web-{7BCD9EFD-FF06-1C66-9FC1-E6AA5C882D5D}" dt="2026-03-16T14:15:12.108" v="789" actId="1076"/>
          <ac:spMkLst>
            <pc:docMk/>
            <pc:sldMk cId="724050333" sldId="258"/>
            <ac:spMk id="10" creationId="{606F1558-8459-E846-46CF-71B9CEBB91ED}"/>
          </ac:spMkLst>
        </pc:spChg>
        <pc:picChg chg="mod">
          <ac:chgData name="Guest User" userId="" providerId="Windows Live" clId="Web-{7BCD9EFD-FF06-1C66-9FC1-E6AA5C882D5D}" dt="2026-03-16T13:53:47.191" v="660" actId="1076"/>
          <ac:picMkLst>
            <pc:docMk/>
            <pc:sldMk cId="724050333" sldId="258"/>
            <ac:picMk id="3" creationId="{487FB67B-8514-9C2B-3CB7-D25F04D03C6F}"/>
          </ac:picMkLst>
        </pc:picChg>
      </pc:sldChg>
      <pc:sldChg chg="modSp mod modClrScheme chgLayout">
        <pc:chgData name="Guest User" userId="" providerId="Windows Live" clId="Web-{7BCD9EFD-FF06-1C66-9FC1-E6AA5C882D5D}" dt="2026-03-16T13:54:46.364" v="690"/>
        <pc:sldMkLst>
          <pc:docMk/>
          <pc:sldMk cId="3489830002" sldId="261"/>
        </pc:sldMkLst>
        <pc:spChg chg="mod ord">
          <ac:chgData name="Guest User" userId="" providerId="Windows Live" clId="Web-{7BCD9EFD-FF06-1C66-9FC1-E6AA5C882D5D}" dt="2026-03-16T13:54:46.364" v="690"/>
          <ac:spMkLst>
            <pc:docMk/>
            <pc:sldMk cId="3489830002" sldId="261"/>
            <ac:spMk id="4" creationId="{6ADEA779-3BFF-19AA-C5A8-2B1A28FEB20C}"/>
          </ac:spMkLst>
        </pc:spChg>
        <pc:spChg chg="mod ord">
          <ac:chgData name="Guest User" userId="" providerId="Windows Live" clId="Web-{7BCD9EFD-FF06-1C66-9FC1-E6AA5C882D5D}" dt="2026-03-16T13:54:46.364" v="690"/>
          <ac:spMkLst>
            <pc:docMk/>
            <pc:sldMk cId="3489830002" sldId="261"/>
            <ac:spMk id="5" creationId="{0F5BDE91-A3AE-8CF2-F218-798EA1AC2386}"/>
          </ac:spMkLst>
        </pc:spChg>
      </pc:sldChg>
      <pc:sldChg chg="modSp mod modClrScheme chgLayout">
        <pc:chgData name="Guest User" userId="" providerId="Windows Live" clId="Web-{7BCD9EFD-FF06-1C66-9FC1-E6AA5C882D5D}" dt="2026-03-16T13:54:46.364" v="690"/>
        <pc:sldMkLst>
          <pc:docMk/>
          <pc:sldMk cId="2851145573" sldId="268"/>
        </pc:sldMkLst>
        <pc:spChg chg="mod ord">
          <ac:chgData name="Guest User" userId="" providerId="Windows Live" clId="Web-{7BCD9EFD-FF06-1C66-9FC1-E6AA5C882D5D}" dt="2026-03-16T13:54:46.364" v="690"/>
          <ac:spMkLst>
            <pc:docMk/>
            <pc:sldMk cId="2851145573" sldId="268"/>
            <ac:spMk id="4" creationId="{084FAD17-C960-69F9-121D-732BF7570926}"/>
          </ac:spMkLst>
        </pc:spChg>
        <pc:spChg chg="mod ord">
          <ac:chgData name="Guest User" userId="" providerId="Windows Live" clId="Web-{7BCD9EFD-FF06-1C66-9FC1-E6AA5C882D5D}" dt="2026-03-16T13:54:46.364" v="690"/>
          <ac:spMkLst>
            <pc:docMk/>
            <pc:sldMk cId="2851145573" sldId="268"/>
            <ac:spMk id="5" creationId="{2A373B44-145A-F6C7-49AC-C5B97D9D4B00}"/>
          </ac:spMkLst>
        </pc:spChg>
        <pc:spChg chg="mod ord">
          <ac:chgData name="Guest User" userId="" providerId="Windows Live" clId="Web-{7BCD9EFD-FF06-1C66-9FC1-E6AA5C882D5D}" dt="2026-03-16T13:54:46.364" v="690"/>
          <ac:spMkLst>
            <pc:docMk/>
            <pc:sldMk cId="2851145573" sldId="268"/>
            <ac:spMk id="6" creationId="{12A042E6-2892-73A0-6897-3C61BF6B6AC5}"/>
          </ac:spMkLst>
        </pc:spChg>
        <pc:spChg chg="mod ord">
          <ac:chgData name="Guest User" userId="" providerId="Windows Live" clId="Web-{7BCD9EFD-FF06-1C66-9FC1-E6AA5C882D5D}" dt="2026-03-16T13:54:46.364" v="690"/>
          <ac:spMkLst>
            <pc:docMk/>
            <pc:sldMk cId="2851145573" sldId="268"/>
            <ac:spMk id="7" creationId="{A6405187-187F-7B1E-9259-839894FBED5A}"/>
          </ac:spMkLst>
        </pc:spChg>
        <pc:spChg chg="mod ord">
          <ac:chgData name="Guest User" userId="" providerId="Windows Live" clId="Web-{7BCD9EFD-FF06-1C66-9FC1-E6AA5C882D5D}" dt="2026-03-16T13:54:46.364" v="690"/>
          <ac:spMkLst>
            <pc:docMk/>
            <pc:sldMk cId="2851145573" sldId="268"/>
            <ac:spMk id="8" creationId="{104D0F8D-55F6-981A-C640-03C9A9B3CA28}"/>
          </ac:spMkLst>
        </pc:spChg>
        <pc:spChg chg="mod ord">
          <ac:chgData name="Guest User" userId="" providerId="Windows Live" clId="Web-{7BCD9EFD-FF06-1C66-9FC1-E6AA5C882D5D}" dt="2026-03-16T13:54:46.364" v="690"/>
          <ac:spMkLst>
            <pc:docMk/>
            <pc:sldMk cId="2851145573" sldId="268"/>
            <ac:spMk id="9" creationId="{38DDB621-4D45-D47A-8B64-57E41AB0A9F5}"/>
          </ac:spMkLst>
        </pc:spChg>
        <pc:spChg chg="mod ord">
          <ac:chgData name="Guest User" userId="" providerId="Windows Live" clId="Web-{7BCD9EFD-FF06-1C66-9FC1-E6AA5C882D5D}" dt="2026-03-16T13:54:46.364" v="690"/>
          <ac:spMkLst>
            <pc:docMk/>
            <pc:sldMk cId="2851145573" sldId="268"/>
            <ac:spMk id="10" creationId="{76E2F9CC-82B5-612C-ABDD-6119208B8DF1}"/>
          </ac:spMkLst>
        </pc:spChg>
        <pc:spChg chg="mod ord">
          <ac:chgData name="Guest User" userId="" providerId="Windows Live" clId="Web-{7BCD9EFD-FF06-1C66-9FC1-E6AA5C882D5D}" dt="2026-03-16T13:54:46.364" v="690"/>
          <ac:spMkLst>
            <pc:docMk/>
            <pc:sldMk cId="2851145573" sldId="268"/>
            <ac:spMk id="11" creationId="{2E0B1179-A043-29C4-962F-60827DE1873D}"/>
          </ac:spMkLst>
        </pc:spChg>
        <pc:spChg chg="mod ord">
          <ac:chgData name="Guest User" userId="" providerId="Windows Live" clId="Web-{7BCD9EFD-FF06-1C66-9FC1-E6AA5C882D5D}" dt="2026-03-16T13:54:46.364" v="690"/>
          <ac:spMkLst>
            <pc:docMk/>
            <pc:sldMk cId="2851145573" sldId="268"/>
            <ac:spMk id="12" creationId="{48FEB046-5B34-1796-D3AC-936C88F01667}"/>
          </ac:spMkLst>
        </pc:spChg>
      </pc:sldChg>
      <pc:sldChg chg="modSp mod modClrScheme chgLayout">
        <pc:chgData name="Guest User" userId="" providerId="Windows Live" clId="Web-{7BCD9EFD-FF06-1C66-9FC1-E6AA5C882D5D}" dt="2026-03-16T13:54:46.364" v="690"/>
        <pc:sldMkLst>
          <pc:docMk/>
          <pc:sldMk cId="2814775558" sldId="270"/>
        </pc:sldMkLst>
        <pc:spChg chg="mod ord">
          <ac:chgData name="Guest User" userId="" providerId="Windows Live" clId="Web-{7BCD9EFD-FF06-1C66-9FC1-E6AA5C882D5D}" dt="2026-03-16T13:54:46.364" v="690"/>
          <ac:spMkLst>
            <pc:docMk/>
            <pc:sldMk cId="2814775558" sldId="270"/>
            <ac:spMk id="4" creationId="{46270696-0BFC-CCE7-0CA9-440244C24AC9}"/>
          </ac:spMkLst>
        </pc:spChg>
        <pc:spChg chg="mod ord">
          <ac:chgData name="Guest User" userId="" providerId="Windows Live" clId="Web-{7BCD9EFD-FF06-1C66-9FC1-E6AA5C882D5D}" dt="2026-03-16T13:54:46.364" v="690"/>
          <ac:spMkLst>
            <pc:docMk/>
            <pc:sldMk cId="2814775558" sldId="270"/>
            <ac:spMk id="5" creationId="{B071F9BC-7BE7-97EA-CBFE-09D88EB58AA6}"/>
          </ac:spMkLst>
        </pc:spChg>
        <pc:spChg chg="mod ord">
          <ac:chgData name="Guest User" userId="" providerId="Windows Live" clId="Web-{7BCD9EFD-FF06-1C66-9FC1-E6AA5C882D5D}" dt="2026-03-16T13:54:46.364" v="690"/>
          <ac:spMkLst>
            <pc:docMk/>
            <pc:sldMk cId="2814775558" sldId="270"/>
            <ac:spMk id="7" creationId="{C7E976BF-DFBD-301D-815D-333B62ACA285}"/>
          </ac:spMkLst>
        </pc:spChg>
        <pc:spChg chg="mod ord">
          <ac:chgData name="Guest User" userId="" providerId="Windows Live" clId="Web-{7BCD9EFD-FF06-1C66-9FC1-E6AA5C882D5D}" dt="2026-03-16T13:54:46.364" v="690"/>
          <ac:spMkLst>
            <pc:docMk/>
            <pc:sldMk cId="2814775558" sldId="270"/>
            <ac:spMk id="9" creationId="{E10A762F-5B5B-4FC0-8BD3-6290DBAD98B2}"/>
          </ac:spMkLst>
        </pc:spChg>
      </pc:sldChg>
      <pc:sldChg chg="modSp mod modClrScheme chgLayout">
        <pc:chgData name="Guest User" userId="" providerId="Windows Live" clId="Web-{7BCD9EFD-FF06-1C66-9FC1-E6AA5C882D5D}" dt="2026-03-16T13:54:46.364" v="690"/>
        <pc:sldMkLst>
          <pc:docMk/>
          <pc:sldMk cId="1263514010" sldId="272"/>
        </pc:sldMkLst>
        <pc:spChg chg="mod ord">
          <ac:chgData name="Guest User" userId="" providerId="Windows Live" clId="Web-{7BCD9EFD-FF06-1C66-9FC1-E6AA5C882D5D}" dt="2026-03-16T13:54:46.364" v="690"/>
          <ac:spMkLst>
            <pc:docMk/>
            <pc:sldMk cId="1263514010" sldId="272"/>
            <ac:spMk id="4" creationId="{3CB901F4-3AA7-0FD0-4F53-C87C818F6596}"/>
          </ac:spMkLst>
        </pc:spChg>
        <pc:spChg chg="mod ord">
          <ac:chgData name="Guest User" userId="" providerId="Windows Live" clId="Web-{7BCD9EFD-FF06-1C66-9FC1-E6AA5C882D5D}" dt="2026-03-16T13:54:46.364" v="690"/>
          <ac:spMkLst>
            <pc:docMk/>
            <pc:sldMk cId="1263514010" sldId="272"/>
            <ac:spMk id="5" creationId="{6019D556-636A-06C3-8601-0D07A2D45613}"/>
          </ac:spMkLst>
        </pc:spChg>
      </pc:sldChg>
      <pc:sldChg chg="modSp mod modClrScheme chgLayout">
        <pc:chgData name="Guest User" userId="" providerId="Windows Live" clId="Web-{7BCD9EFD-FF06-1C66-9FC1-E6AA5C882D5D}" dt="2026-03-16T13:54:46.364" v="690"/>
        <pc:sldMkLst>
          <pc:docMk/>
          <pc:sldMk cId="1483570895" sldId="273"/>
        </pc:sldMkLst>
        <pc:spChg chg="mod ord">
          <ac:chgData name="Guest User" userId="" providerId="Windows Live" clId="Web-{7BCD9EFD-FF06-1C66-9FC1-E6AA5C882D5D}" dt="2026-03-16T13:54:46.364" v="690"/>
          <ac:spMkLst>
            <pc:docMk/>
            <pc:sldMk cId="1483570895" sldId="273"/>
            <ac:spMk id="4" creationId="{80548D6F-FE37-DEF3-05E6-C635ED7A0072}"/>
          </ac:spMkLst>
        </pc:spChg>
        <pc:picChg chg="mod ord">
          <ac:chgData name="Guest User" userId="" providerId="Windows Live" clId="Web-{7BCD9EFD-FF06-1C66-9FC1-E6AA5C882D5D}" dt="2026-03-16T13:54:46.364" v="690"/>
          <ac:picMkLst>
            <pc:docMk/>
            <pc:sldMk cId="1483570895" sldId="273"/>
            <ac:picMk id="6" creationId="{283BCB90-6206-01EA-C4F0-68FA54C1F552}"/>
          </ac:picMkLst>
        </pc:picChg>
      </pc:sldChg>
      <pc:sldChg chg="modSp mod modClrScheme chgLayout">
        <pc:chgData name="Guest User" userId="" providerId="Windows Live" clId="Web-{7BCD9EFD-FF06-1C66-9FC1-E6AA5C882D5D}" dt="2026-03-16T13:54:46.364" v="690"/>
        <pc:sldMkLst>
          <pc:docMk/>
          <pc:sldMk cId="3904856629" sldId="274"/>
        </pc:sldMkLst>
        <pc:spChg chg="mod ord">
          <ac:chgData name="Guest User" userId="" providerId="Windows Live" clId="Web-{7BCD9EFD-FF06-1C66-9FC1-E6AA5C882D5D}" dt="2026-03-16T13:54:46.364" v="690"/>
          <ac:spMkLst>
            <pc:docMk/>
            <pc:sldMk cId="3904856629" sldId="274"/>
            <ac:spMk id="4" creationId="{2E41A75D-57AB-B5E5-617C-4519CBBA34F5}"/>
          </ac:spMkLst>
        </pc:spChg>
        <pc:spChg chg="mod ord">
          <ac:chgData name="Guest User" userId="" providerId="Windows Live" clId="Web-{7BCD9EFD-FF06-1C66-9FC1-E6AA5C882D5D}" dt="2026-03-16T13:54:46.364" v="690"/>
          <ac:spMkLst>
            <pc:docMk/>
            <pc:sldMk cId="3904856629" sldId="274"/>
            <ac:spMk id="5" creationId="{14E705BE-5641-BC6E-4C81-A65F11D1B34D}"/>
          </ac:spMkLst>
        </pc:spChg>
      </pc:sldChg>
      <pc:sldChg chg="modSp mod modClrScheme chgLayout">
        <pc:chgData name="Guest User" userId="" providerId="Windows Live" clId="Web-{7BCD9EFD-FF06-1C66-9FC1-E6AA5C882D5D}" dt="2026-03-16T13:54:46.364" v="690"/>
        <pc:sldMkLst>
          <pc:docMk/>
          <pc:sldMk cId="2460460922" sldId="275"/>
        </pc:sldMkLst>
        <pc:spChg chg="mod ord">
          <ac:chgData name="Guest User" userId="" providerId="Windows Live" clId="Web-{7BCD9EFD-FF06-1C66-9FC1-E6AA5C882D5D}" dt="2026-03-16T13:54:46.364" v="690"/>
          <ac:spMkLst>
            <pc:docMk/>
            <pc:sldMk cId="2460460922" sldId="275"/>
            <ac:spMk id="4" creationId="{4E0E6155-E6AA-CC38-4098-6124AAA58630}"/>
          </ac:spMkLst>
        </pc:spChg>
        <pc:spChg chg="mod ord">
          <ac:chgData name="Guest User" userId="" providerId="Windows Live" clId="Web-{7BCD9EFD-FF06-1C66-9FC1-E6AA5C882D5D}" dt="2026-03-16T13:54:46.364" v="690"/>
          <ac:spMkLst>
            <pc:docMk/>
            <pc:sldMk cId="2460460922" sldId="275"/>
            <ac:spMk id="5" creationId="{14B5583E-905A-B2CC-085A-90E956D7592B}"/>
          </ac:spMkLst>
        </pc:spChg>
      </pc:sldChg>
      <pc:sldChg chg="addSp modSp new">
        <pc:chgData name="Guest User" userId="" providerId="Windows Live" clId="Web-{7BCD9EFD-FF06-1C66-9FC1-E6AA5C882D5D}" dt="2026-03-16T14:28:55.098" v="909" actId="1076"/>
        <pc:sldMkLst>
          <pc:docMk/>
          <pc:sldMk cId="1166520049" sldId="276"/>
        </pc:sldMkLst>
        <pc:spChg chg="mod">
          <ac:chgData name="Guest User" userId="" providerId="Windows Live" clId="Web-{7BCD9EFD-FF06-1C66-9FC1-E6AA5C882D5D}" dt="2026-03-16T14:27:15.831" v="907" actId="20577"/>
          <ac:spMkLst>
            <pc:docMk/>
            <pc:sldMk cId="1166520049" sldId="276"/>
            <ac:spMk id="2" creationId="{6F1EE87E-1761-D7DF-6B13-B1D55D0938DD}"/>
          </ac:spMkLst>
        </pc:spChg>
        <pc:spChg chg="mod">
          <ac:chgData name="Guest User" userId="" providerId="Windows Live" clId="Web-{7BCD9EFD-FF06-1C66-9FC1-E6AA5C882D5D}" dt="2026-03-16T14:15:57.048" v="792" actId="20577"/>
          <ac:spMkLst>
            <pc:docMk/>
            <pc:sldMk cId="1166520049" sldId="276"/>
            <ac:spMk id="3" creationId="{13121B15-3F8B-7D50-5B46-B436B3FD0F8E}"/>
          </ac:spMkLst>
        </pc:spChg>
        <pc:picChg chg="add mod">
          <ac:chgData name="Guest User" userId="" providerId="Windows Live" clId="Web-{7BCD9EFD-FF06-1C66-9FC1-E6AA5C882D5D}" dt="2026-03-16T14:28:55.098" v="909" actId="1076"/>
          <ac:picMkLst>
            <pc:docMk/>
            <pc:sldMk cId="1166520049" sldId="276"/>
            <ac:picMk id="5" creationId="{4C1AE0FD-2AA1-2C2C-4476-1250A4F48D7C}"/>
          </ac:picMkLst>
        </pc:picChg>
      </pc:sldChg>
      <pc:sldChg chg="addSp delSp modSp new del mod setBg modClrScheme chgLayout">
        <pc:chgData name="Guest User" userId="" providerId="Windows Live" clId="Web-{7BCD9EFD-FF06-1C66-9FC1-E6AA5C882D5D}" dt="2026-03-16T14:07:16.494" v="739"/>
        <pc:sldMkLst>
          <pc:docMk/>
          <pc:sldMk cId="1985720335" sldId="276"/>
        </pc:sldMkLst>
        <pc:spChg chg="add del mod ord">
          <ac:chgData name="Guest User" userId="" providerId="Windows Live" clId="Web-{7BCD9EFD-FF06-1C66-9FC1-E6AA5C882D5D}" dt="2026-03-16T14:04:04.724" v="738" actId="20577"/>
          <ac:spMkLst>
            <pc:docMk/>
            <pc:sldMk cId="1985720335" sldId="276"/>
            <ac:spMk id="2" creationId="{72698033-E6AB-623F-D7F4-7ADCF50C6904}"/>
          </ac:spMkLst>
        </pc:spChg>
        <pc:spChg chg="mod ord">
          <ac:chgData name="Guest User" userId="" providerId="Windows Live" clId="Web-{7BCD9EFD-FF06-1C66-9FC1-E6AA5C882D5D}" dt="2026-03-16T14:03:22.459" v="732" actId="20577"/>
          <ac:spMkLst>
            <pc:docMk/>
            <pc:sldMk cId="1985720335" sldId="276"/>
            <ac:spMk id="3" creationId="{6092DC84-D89E-AF7D-E46C-824841048C12}"/>
          </ac:spMkLst>
        </pc:spChg>
        <pc:spChg chg="add del mod ord">
          <ac:chgData name="Guest User" userId="" providerId="Windows Live" clId="Web-{7BCD9EFD-FF06-1C66-9FC1-E6AA5C882D5D}" dt="2026-03-16T14:00:20.811" v="708"/>
          <ac:spMkLst>
            <pc:docMk/>
            <pc:sldMk cId="1985720335" sldId="276"/>
            <ac:spMk id="4" creationId="{C9FB17BE-E23F-AA44-B19E-6019BBAED0E9}"/>
          </ac:spMkLst>
        </pc:spChg>
        <pc:spChg chg="add del mod">
          <ac:chgData name="Guest User" userId="" providerId="Windows Live" clId="Web-{7BCD9EFD-FF06-1C66-9FC1-E6AA5C882D5D}" dt="2026-03-16T14:03:00.551" v="730"/>
          <ac:spMkLst>
            <pc:docMk/>
            <pc:sldMk cId="1985720335" sldId="276"/>
            <ac:spMk id="8" creationId="{68818B64-998B-ED76-2B41-B09E671F8820}"/>
          </ac:spMkLst>
        </pc:spChg>
        <pc:spChg chg="add del">
          <ac:chgData name="Guest User" userId="" providerId="Windows Live" clId="Web-{7BCD9EFD-FF06-1C66-9FC1-E6AA5C882D5D}" dt="2026-03-16T14:02:37.066" v="728"/>
          <ac:spMkLst>
            <pc:docMk/>
            <pc:sldMk cId="1985720335" sldId="276"/>
            <ac:spMk id="10" creationId="{F13C74B1-5B17-4795-BED0-7140497B445A}"/>
          </ac:spMkLst>
        </pc:spChg>
        <pc:spChg chg="add del">
          <ac:chgData name="Guest User" userId="" providerId="Windows Live" clId="Web-{7BCD9EFD-FF06-1C66-9FC1-E6AA5C882D5D}" dt="2026-03-16T14:02:37.066" v="728"/>
          <ac:spMkLst>
            <pc:docMk/>
            <pc:sldMk cId="1985720335" sldId="276"/>
            <ac:spMk id="12" creationId="{D4974D33-8DC5-464E-8C6D-BE58F0669C17}"/>
          </ac:spMkLst>
        </pc:spChg>
        <pc:spChg chg="add">
          <ac:chgData name="Guest User" userId="" providerId="Windows Live" clId="Web-{7BCD9EFD-FF06-1C66-9FC1-E6AA5C882D5D}" dt="2026-03-16T14:03:10.848" v="731"/>
          <ac:spMkLst>
            <pc:docMk/>
            <pc:sldMk cId="1985720335" sldId="276"/>
            <ac:spMk id="14" creationId="{2C61293E-6EBE-43EF-A52C-9BEBFD7679D4}"/>
          </ac:spMkLst>
        </pc:spChg>
        <pc:spChg chg="add">
          <ac:chgData name="Guest User" userId="" providerId="Windows Live" clId="Web-{7BCD9EFD-FF06-1C66-9FC1-E6AA5C882D5D}" dt="2026-03-16T14:03:10.848" v="731"/>
          <ac:spMkLst>
            <pc:docMk/>
            <pc:sldMk cId="1985720335" sldId="276"/>
            <ac:spMk id="16" creationId="{21540236-BFD5-4A9D-8840-4703E7F76825}"/>
          </ac:spMkLst>
        </pc:spChg>
        <pc:picChg chg="add del mod ord modCrop">
          <ac:chgData name="Guest User" userId="" providerId="Windows Live" clId="Web-{7BCD9EFD-FF06-1C66-9FC1-E6AA5C882D5D}" dt="2026-03-16T14:02:47.566" v="729"/>
          <ac:picMkLst>
            <pc:docMk/>
            <pc:sldMk cId="1985720335" sldId="276"/>
            <ac:picMk id="5" creationId="{562223CB-A4F5-451E-B625-CC51A201B771}"/>
          </ac:picMkLst>
        </pc:picChg>
        <pc:picChg chg="add del mod ord">
          <ac:chgData name="Guest User" userId="" providerId="Windows Live" clId="Web-{7BCD9EFD-FF06-1C66-9FC1-E6AA5C882D5D}" dt="2026-03-16T14:02:21.128" v="724"/>
          <ac:picMkLst>
            <pc:docMk/>
            <pc:sldMk cId="1985720335" sldId="276"/>
            <ac:picMk id="6" creationId="{E38546D8-E411-278F-C1E2-734D19935174}"/>
          </ac:picMkLst>
        </pc:picChg>
        <pc:picChg chg="add mod ord">
          <ac:chgData name="Guest User" userId="" providerId="Windows Live" clId="Web-{7BCD9EFD-FF06-1C66-9FC1-E6AA5C882D5D}" dt="2026-03-16T14:03:10.848" v="731"/>
          <ac:picMkLst>
            <pc:docMk/>
            <pc:sldMk cId="1985720335" sldId="276"/>
            <ac:picMk id="9" creationId="{B46AF9B1-ED41-F0AF-7197-33CC20A55BFC}"/>
          </ac:picMkLst>
        </pc:picChg>
      </pc:sldChg>
      <pc:sldChg chg="modSp new del">
        <pc:chgData name="Guest User" userId="" providerId="Windows Live" clId="Web-{7BCD9EFD-FF06-1C66-9FC1-E6AA5C882D5D}" dt="2026-03-16T13:39:26.834" v="631"/>
        <pc:sldMkLst>
          <pc:docMk/>
          <pc:sldMk cId="3300781205" sldId="276"/>
        </pc:sldMkLst>
        <pc:spChg chg="mod">
          <ac:chgData name="Guest User" userId="" providerId="Windows Live" clId="Web-{7BCD9EFD-FF06-1C66-9FC1-E6AA5C882D5D}" dt="2026-03-16T11:09:02.881" v="630" actId="20577"/>
          <ac:spMkLst>
            <pc:docMk/>
            <pc:sldMk cId="3300781205" sldId="276"/>
            <ac:spMk id="2" creationId="{B049CD98-BDDB-F96F-BE60-8AE84BDB3105}"/>
          </ac:spMkLst>
        </pc:spChg>
        <pc:spChg chg="mod">
          <ac:chgData name="Guest User" userId="" providerId="Windows Live" clId="Web-{7BCD9EFD-FF06-1C66-9FC1-E6AA5C882D5D}" dt="2026-03-16T11:06:56.844" v="617" actId="20577"/>
          <ac:spMkLst>
            <pc:docMk/>
            <pc:sldMk cId="3300781205" sldId="276"/>
            <ac:spMk id="3" creationId="{8A683B85-8621-C206-0F0C-1F09B4A311B0}"/>
          </ac:spMkLst>
        </pc:spChg>
      </pc:sldChg>
      <pc:sldChg chg="new del">
        <pc:chgData name="Guest User" userId="" providerId="Windows Live" clId="Web-{7BCD9EFD-FF06-1C66-9FC1-E6AA5C882D5D}" dt="2026-03-16T14:29:02.848" v="911"/>
        <pc:sldMkLst>
          <pc:docMk/>
          <pc:sldMk cId="779349088" sldId="277"/>
        </pc:sldMkLst>
      </pc:sldChg>
      <pc:sldChg chg="modSp new del">
        <pc:chgData name="Guest User" userId="" providerId="Windows Live" clId="Web-{7BCD9EFD-FF06-1C66-9FC1-E6AA5C882D5D}" dt="2026-03-16T14:29:00.942" v="910"/>
        <pc:sldMkLst>
          <pc:docMk/>
          <pc:sldMk cId="637220564" sldId="278"/>
        </pc:sldMkLst>
        <pc:spChg chg="mod">
          <ac:chgData name="Guest User" userId="" providerId="Windows Live" clId="Web-{7BCD9EFD-FF06-1C66-9FC1-E6AA5C882D5D}" dt="2026-03-16T14:18:06.164" v="802" actId="20577"/>
          <ac:spMkLst>
            <pc:docMk/>
            <pc:sldMk cId="637220564" sldId="278"/>
            <ac:spMk id="3" creationId="{97DC1ACD-50C2-8A49-A5CB-1D7C020E1085}"/>
          </ac:spMkLst>
        </pc:spChg>
        <pc:spChg chg="mod">
          <ac:chgData name="Guest User" userId="" providerId="Windows Live" clId="Web-{7BCD9EFD-FF06-1C66-9FC1-E6AA5C882D5D}" dt="2026-03-16T14:18:38.118" v="807" actId="20577"/>
          <ac:spMkLst>
            <pc:docMk/>
            <pc:sldMk cId="637220564" sldId="278"/>
            <ac:spMk id="6" creationId="{9A1990DA-B314-F0EF-857E-51025BCC375F}"/>
          </ac:spMkLst>
        </pc:spChg>
      </pc:sldChg>
      <pc:sldMasterChg chg="add del addSldLayout delSldLayout">
        <pc:chgData name="Guest User" userId="" providerId="Windows Live" clId="Web-{7BCD9EFD-FF06-1C66-9FC1-E6AA5C882D5D}" dt="2026-03-16T13:54:46.364" v="690"/>
        <pc:sldMasterMkLst>
          <pc:docMk/>
          <pc:sldMasterMk cId="802001398" sldId="2147483648"/>
        </pc:sldMasterMkLst>
        <pc:sldLayoutChg chg="add del">
          <pc:chgData name="Guest User" userId="" providerId="Windows Live" clId="Web-{7BCD9EFD-FF06-1C66-9FC1-E6AA5C882D5D}" dt="2026-03-16T13:54:46.364" v="690"/>
          <pc:sldLayoutMkLst>
            <pc:docMk/>
            <pc:sldMasterMk cId="802001398" sldId="2147483648"/>
            <pc:sldLayoutMk cId="636759944" sldId="2147483649"/>
          </pc:sldLayoutMkLst>
        </pc:sldLayoutChg>
        <pc:sldLayoutChg chg="add del">
          <pc:chgData name="Guest User" userId="" providerId="Windows Live" clId="Web-{7BCD9EFD-FF06-1C66-9FC1-E6AA5C882D5D}" dt="2026-03-16T13:54:46.364" v="690"/>
          <pc:sldLayoutMkLst>
            <pc:docMk/>
            <pc:sldMasterMk cId="802001398" sldId="2147483648"/>
            <pc:sldLayoutMk cId="3935393947" sldId="2147483650"/>
          </pc:sldLayoutMkLst>
        </pc:sldLayoutChg>
        <pc:sldLayoutChg chg="add del">
          <pc:chgData name="Guest User" userId="" providerId="Windows Live" clId="Web-{7BCD9EFD-FF06-1C66-9FC1-E6AA5C882D5D}" dt="2026-03-16T13:54:46.364" v="690"/>
          <pc:sldLayoutMkLst>
            <pc:docMk/>
            <pc:sldMasterMk cId="802001398" sldId="2147483648"/>
            <pc:sldLayoutMk cId="2809432974" sldId="2147483651"/>
          </pc:sldLayoutMkLst>
        </pc:sldLayoutChg>
        <pc:sldLayoutChg chg="add del">
          <pc:chgData name="Guest User" userId="" providerId="Windows Live" clId="Web-{7BCD9EFD-FF06-1C66-9FC1-E6AA5C882D5D}" dt="2026-03-16T13:54:46.364" v="690"/>
          <pc:sldLayoutMkLst>
            <pc:docMk/>
            <pc:sldMasterMk cId="802001398" sldId="2147483648"/>
            <pc:sldLayoutMk cId="3523251709" sldId="2147483652"/>
          </pc:sldLayoutMkLst>
        </pc:sldLayoutChg>
        <pc:sldLayoutChg chg="add del">
          <pc:chgData name="Guest User" userId="" providerId="Windows Live" clId="Web-{7BCD9EFD-FF06-1C66-9FC1-E6AA5C882D5D}" dt="2026-03-16T13:54:46.364" v="690"/>
          <pc:sldLayoutMkLst>
            <pc:docMk/>
            <pc:sldMasterMk cId="802001398" sldId="2147483648"/>
            <pc:sldLayoutMk cId="493415245" sldId="2147483653"/>
          </pc:sldLayoutMkLst>
        </pc:sldLayoutChg>
        <pc:sldLayoutChg chg="add del">
          <pc:chgData name="Guest User" userId="" providerId="Windows Live" clId="Web-{7BCD9EFD-FF06-1C66-9FC1-E6AA5C882D5D}" dt="2026-03-16T13:54:46.364" v="690"/>
          <pc:sldLayoutMkLst>
            <pc:docMk/>
            <pc:sldMasterMk cId="802001398" sldId="2147483648"/>
            <pc:sldLayoutMk cId="668066719" sldId="2147483654"/>
          </pc:sldLayoutMkLst>
        </pc:sldLayoutChg>
        <pc:sldLayoutChg chg="add del">
          <pc:chgData name="Guest User" userId="" providerId="Windows Live" clId="Web-{7BCD9EFD-FF06-1C66-9FC1-E6AA5C882D5D}" dt="2026-03-16T13:54:46.364" v="690"/>
          <pc:sldLayoutMkLst>
            <pc:docMk/>
            <pc:sldMasterMk cId="802001398" sldId="2147483648"/>
            <pc:sldLayoutMk cId="1041787524" sldId="2147483655"/>
          </pc:sldLayoutMkLst>
        </pc:sldLayoutChg>
        <pc:sldLayoutChg chg="add del">
          <pc:chgData name="Guest User" userId="" providerId="Windows Live" clId="Web-{7BCD9EFD-FF06-1C66-9FC1-E6AA5C882D5D}" dt="2026-03-16T13:54:46.364" v="690"/>
          <pc:sldLayoutMkLst>
            <pc:docMk/>
            <pc:sldMasterMk cId="802001398" sldId="2147483648"/>
            <pc:sldLayoutMk cId="1805829772" sldId="2147483660"/>
          </pc:sldLayoutMkLst>
        </pc:sldLayoutChg>
        <pc:sldLayoutChg chg="add del">
          <pc:chgData name="Guest User" userId="" providerId="Windows Live" clId="Web-{7BCD9EFD-FF06-1C66-9FC1-E6AA5C882D5D}" dt="2026-03-16T13:54:46.364" v="690"/>
          <pc:sldLayoutMkLst>
            <pc:docMk/>
            <pc:sldMasterMk cId="802001398" sldId="2147483648"/>
            <pc:sldLayoutMk cId="1082511374" sldId="2147483661"/>
          </pc:sldLayoutMkLst>
        </pc:sldLayoutChg>
        <pc:sldLayoutChg chg="add del">
          <pc:chgData name="Guest User" userId="" providerId="Windows Live" clId="Web-{7BCD9EFD-FF06-1C66-9FC1-E6AA5C882D5D}" dt="2026-03-16T13:54:46.364" v="690"/>
          <pc:sldLayoutMkLst>
            <pc:docMk/>
            <pc:sldMasterMk cId="802001398" sldId="2147483648"/>
            <pc:sldLayoutMk cId="3339147517" sldId="2147483662"/>
          </pc:sldLayoutMkLst>
        </pc:sldLayoutChg>
        <pc:sldLayoutChg chg="add del">
          <pc:chgData name="Guest User" userId="" providerId="Windows Live" clId="Web-{7BCD9EFD-FF06-1C66-9FC1-E6AA5C882D5D}" dt="2026-03-16T13:54:46.364" v="690"/>
          <pc:sldLayoutMkLst>
            <pc:docMk/>
            <pc:sldMasterMk cId="802001398" sldId="2147483648"/>
            <pc:sldLayoutMk cId="2744600380" sldId="2147483663"/>
          </pc:sldLayoutMkLst>
        </pc:sldLayoutChg>
        <pc:sldLayoutChg chg="add del">
          <pc:chgData name="Guest User" userId="" providerId="Windows Live" clId="Web-{7BCD9EFD-FF06-1C66-9FC1-E6AA5C882D5D}" dt="2026-03-16T13:54:46.364" v="690"/>
          <pc:sldLayoutMkLst>
            <pc:docMk/>
            <pc:sldMasterMk cId="802001398" sldId="2147483648"/>
            <pc:sldLayoutMk cId="4101113400" sldId="2147483664"/>
          </pc:sldLayoutMkLst>
        </pc:sldLayoutChg>
        <pc:sldLayoutChg chg="add del">
          <pc:chgData name="Guest User" userId="" providerId="Windows Live" clId="Web-{7BCD9EFD-FF06-1C66-9FC1-E6AA5C882D5D}" dt="2026-03-16T13:54:46.364" v="690"/>
          <pc:sldLayoutMkLst>
            <pc:docMk/>
            <pc:sldMasterMk cId="802001398" sldId="2147483648"/>
            <pc:sldLayoutMk cId="4221553135" sldId="2147483665"/>
          </pc:sldLayoutMkLst>
        </pc:sldLayoutChg>
        <pc:sldLayoutChg chg="add del">
          <pc:chgData name="Guest User" userId="" providerId="Windows Live" clId="Web-{7BCD9EFD-FF06-1C66-9FC1-E6AA5C882D5D}" dt="2026-03-16T13:54:46.364" v="690"/>
          <pc:sldLayoutMkLst>
            <pc:docMk/>
            <pc:sldMasterMk cId="802001398" sldId="2147483648"/>
            <pc:sldLayoutMk cId="880097653" sldId="2147483666"/>
          </pc:sldLayoutMkLst>
        </pc:sldLayoutChg>
        <pc:sldLayoutChg chg="add del">
          <pc:chgData name="Guest User" userId="" providerId="Windows Live" clId="Web-{7BCD9EFD-FF06-1C66-9FC1-E6AA5C882D5D}" dt="2026-03-16T13:54:46.364" v="690"/>
          <pc:sldLayoutMkLst>
            <pc:docMk/>
            <pc:sldMasterMk cId="802001398" sldId="2147483648"/>
            <pc:sldLayoutMk cId="115252231" sldId="2147483667"/>
          </pc:sldLayoutMkLst>
        </pc:sldLayoutChg>
        <pc:sldLayoutChg chg="add del">
          <pc:chgData name="Guest User" userId="" providerId="Windows Live" clId="Web-{7BCD9EFD-FF06-1C66-9FC1-E6AA5C882D5D}" dt="2026-03-16T13:54:46.364" v="690"/>
          <pc:sldLayoutMkLst>
            <pc:docMk/>
            <pc:sldMasterMk cId="802001398" sldId="2147483648"/>
            <pc:sldLayoutMk cId="2195478697" sldId="2147483668"/>
          </pc:sldLayoutMkLst>
        </pc:sldLayoutChg>
        <pc:sldLayoutChg chg="add del">
          <pc:chgData name="Guest User" userId="" providerId="Windows Live" clId="Web-{7BCD9EFD-FF06-1C66-9FC1-E6AA5C882D5D}" dt="2026-03-16T13:54:46.364" v="690"/>
          <pc:sldLayoutMkLst>
            <pc:docMk/>
            <pc:sldMasterMk cId="802001398" sldId="2147483648"/>
            <pc:sldLayoutMk cId="3096141673" sldId="2147483669"/>
          </pc:sldLayoutMkLst>
        </pc:sldLayoutChg>
      </pc:sldMasterChg>
      <pc:sldMasterChg chg="add del addSldLayout delSldLayout modSldLayout">
        <pc:chgData name="Guest User" userId="" providerId="Windows Live" clId="Web-{7BCD9EFD-FF06-1C66-9FC1-E6AA5C882D5D}" dt="2026-03-16T13:54:46.364" v="690"/>
        <pc:sldMasterMkLst>
          <pc:docMk/>
          <pc:sldMasterMk cId="2130239460" sldId="2147483670"/>
        </pc:sldMasterMkLst>
        <pc:sldLayoutChg chg="add del mod replId">
          <pc:chgData name="Guest User" userId="" providerId="Windows Live" clId="Web-{7BCD9EFD-FF06-1C66-9FC1-E6AA5C882D5D}" dt="2026-03-16T13:54:46.364" v="690"/>
          <pc:sldLayoutMkLst>
            <pc:docMk/>
            <pc:sldMasterMk cId="2130239460" sldId="2147483670"/>
            <pc:sldLayoutMk cId="1147152033" sldId="2147483671"/>
          </pc:sldLayoutMkLst>
        </pc:sldLayoutChg>
        <pc:sldLayoutChg chg="add del mod replId">
          <pc:chgData name="Guest User" userId="" providerId="Windows Live" clId="Web-{7BCD9EFD-FF06-1C66-9FC1-E6AA5C882D5D}" dt="2026-03-16T13:54:46.364" v="690"/>
          <pc:sldLayoutMkLst>
            <pc:docMk/>
            <pc:sldMasterMk cId="2130239460" sldId="2147483670"/>
            <pc:sldLayoutMk cId="1322256315" sldId="2147483672"/>
          </pc:sldLayoutMkLst>
        </pc:sldLayoutChg>
        <pc:sldLayoutChg chg="add del mod replId">
          <pc:chgData name="Guest User" userId="" providerId="Windows Live" clId="Web-{7BCD9EFD-FF06-1C66-9FC1-E6AA5C882D5D}" dt="2026-03-16T13:54:46.364" v="690"/>
          <pc:sldLayoutMkLst>
            <pc:docMk/>
            <pc:sldMasterMk cId="2130239460" sldId="2147483670"/>
            <pc:sldLayoutMk cId="2826579888" sldId="2147483673"/>
          </pc:sldLayoutMkLst>
        </pc:sldLayoutChg>
        <pc:sldLayoutChg chg="add del mod replId">
          <pc:chgData name="Guest User" userId="" providerId="Windows Live" clId="Web-{7BCD9EFD-FF06-1C66-9FC1-E6AA5C882D5D}" dt="2026-03-16T13:54:46.364" v="690"/>
          <pc:sldLayoutMkLst>
            <pc:docMk/>
            <pc:sldMasterMk cId="2130239460" sldId="2147483670"/>
            <pc:sldLayoutMk cId="2295661798" sldId="2147483674"/>
          </pc:sldLayoutMkLst>
        </pc:sldLayoutChg>
        <pc:sldLayoutChg chg="add del mod replId">
          <pc:chgData name="Guest User" userId="" providerId="Windows Live" clId="Web-{7BCD9EFD-FF06-1C66-9FC1-E6AA5C882D5D}" dt="2026-03-16T13:54:46.364" v="690"/>
          <pc:sldLayoutMkLst>
            <pc:docMk/>
            <pc:sldMasterMk cId="2130239460" sldId="2147483670"/>
            <pc:sldLayoutMk cId="4037932725" sldId="2147483675"/>
          </pc:sldLayoutMkLst>
        </pc:sldLayoutChg>
        <pc:sldLayoutChg chg="add del mod replId">
          <pc:chgData name="Guest User" userId="" providerId="Windows Live" clId="Web-{7BCD9EFD-FF06-1C66-9FC1-E6AA5C882D5D}" dt="2026-03-16T13:54:46.364" v="690"/>
          <pc:sldLayoutMkLst>
            <pc:docMk/>
            <pc:sldMasterMk cId="2130239460" sldId="2147483670"/>
            <pc:sldLayoutMk cId="2353064792" sldId="2147483676"/>
          </pc:sldLayoutMkLst>
        </pc:sldLayoutChg>
        <pc:sldLayoutChg chg="add del mod replId">
          <pc:chgData name="Guest User" userId="" providerId="Windows Live" clId="Web-{7BCD9EFD-FF06-1C66-9FC1-E6AA5C882D5D}" dt="2026-03-16T13:54:46.364" v="690"/>
          <pc:sldLayoutMkLst>
            <pc:docMk/>
            <pc:sldMasterMk cId="2130239460" sldId="2147483670"/>
            <pc:sldLayoutMk cId="31862" sldId="2147483677"/>
          </pc:sldLayoutMkLst>
        </pc:sldLayoutChg>
        <pc:sldLayoutChg chg="add del mod replId">
          <pc:chgData name="Guest User" userId="" providerId="Windows Live" clId="Web-{7BCD9EFD-FF06-1C66-9FC1-E6AA5C882D5D}" dt="2026-03-16T13:54:46.364" v="690"/>
          <pc:sldLayoutMkLst>
            <pc:docMk/>
            <pc:sldMasterMk cId="2130239460" sldId="2147483670"/>
            <pc:sldLayoutMk cId="3799347888" sldId="2147483678"/>
          </pc:sldLayoutMkLst>
        </pc:sldLayoutChg>
        <pc:sldLayoutChg chg="add del mod replId">
          <pc:chgData name="Guest User" userId="" providerId="Windows Live" clId="Web-{7BCD9EFD-FF06-1C66-9FC1-E6AA5C882D5D}" dt="2026-03-16T13:54:46.364" v="690"/>
          <pc:sldLayoutMkLst>
            <pc:docMk/>
            <pc:sldMasterMk cId="2130239460" sldId="2147483670"/>
            <pc:sldLayoutMk cId="2740640174" sldId="2147483679"/>
          </pc:sldLayoutMkLst>
        </pc:sldLayoutChg>
        <pc:sldLayoutChg chg="add del mod replId">
          <pc:chgData name="Guest User" userId="" providerId="Windows Live" clId="Web-{7BCD9EFD-FF06-1C66-9FC1-E6AA5C882D5D}" dt="2026-03-16T13:54:46.364" v="690"/>
          <pc:sldLayoutMkLst>
            <pc:docMk/>
            <pc:sldMasterMk cId="2130239460" sldId="2147483670"/>
            <pc:sldLayoutMk cId="1617113411" sldId="2147483680"/>
          </pc:sldLayoutMkLst>
        </pc:sldLayoutChg>
        <pc:sldLayoutChg chg="add del mod replId">
          <pc:chgData name="Guest User" userId="" providerId="Windows Live" clId="Web-{7BCD9EFD-FF06-1C66-9FC1-E6AA5C882D5D}" dt="2026-03-16T13:54:46.364" v="690"/>
          <pc:sldLayoutMkLst>
            <pc:docMk/>
            <pc:sldMasterMk cId="2130239460" sldId="2147483670"/>
            <pc:sldLayoutMk cId="783790930" sldId="2147483681"/>
          </pc:sldLayoutMkLst>
        </pc:sldLayoutChg>
        <pc:sldLayoutChg chg="add del mod replId">
          <pc:chgData name="Guest User" userId="" providerId="Windows Live" clId="Web-{7BCD9EFD-FF06-1C66-9FC1-E6AA5C882D5D}" dt="2026-03-16T13:54:46.364" v="690"/>
          <pc:sldLayoutMkLst>
            <pc:docMk/>
            <pc:sldMasterMk cId="2130239460" sldId="2147483670"/>
            <pc:sldLayoutMk cId="4070303638" sldId="2147483682"/>
          </pc:sldLayoutMkLst>
        </pc:sldLayoutChg>
        <pc:sldLayoutChg chg="add del mod replId">
          <pc:chgData name="Guest User" userId="" providerId="Windows Live" clId="Web-{7BCD9EFD-FF06-1C66-9FC1-E6AA5C882D5D}" dt="2026-03-16T13:54:46.364" v="690"/>
          <pc:sldLayoutMkLst>
            <pc:docMk/>
            <pc:sldMasterMk cId="2130239460" sldId="2147483670"/>
            <pc:sldLayoutMk cId="3648321015" sldId="2147483683"/>
          </pc:sldLayoutMkLst>
        </pc:sldLayoutChg>
        <pc:sldLayoutChg chg="add del mod replId">
          <pc:chgData name="Guest User" userId="" providerId="Windows Live" clId="Web-{7BCD9EFD-FF06-1C66-9FC1-E6AA5C882D5D}" dt="2026-03-16T13:54:46.364" v="690"/>
          <pc:sldLayoutMkLst>
            <pc:docMk/>
            <pc:sldMasterMk cId="2130239460" sldId="2147483670"/>
            <pc:sldLayoutMk cId="4161416295" sldId="2147483684"/>
          </pc:sldLayoutMkLst>
        </pc:sldLayoutChg>
        <pc:sldLayoutChg chg="add del mod replId">
          <pc:chgData name="Guest User" userId="" providerId="Windows Live" clId="Web-{7BCD9EFD-FF06-1C66-9FC1-E6AA5C882D5D}" dt="2026-03-16T13:54:46.364" v="690"/>
          <pc:sldLayoutMkLst>
            <pc:docMk/>
            <pc:sldMasterMk cId="2130239460" sldId="2147483670"/>
            <pc:sldLayoutMk cId="1176893689" sldId="2147483685"/>
          </pc:sldLayoutMkLst>
        </pc:sldLayoutChg>
        <pc:sldLayoutChg chg="add del mod replId">
          <pc:chgData name="Guest User" userId="" providerId="Windows Live" clId="Web-{7BCD9EFD-FF06-1C66-9FC1-E6AA5C882D5D}" dt="2026-03-16T13:54:46.364" v="690"/>
          <pc:sldLayoutMkLst>
            <pc:docMk/>
            <pc:sldMasterMk cId="2130239460" sldId="2147483670"/>
            <pc:sldLayoutMk cId="3883329947" sldId="2147483686"/>
          </pc:sldLayoutMkLst>
        </pc:sldLayoutChg>
      </pc:sldMasterChg>
      <pc:sldMasterChg chg="add del addSldLayout delSldLayout modSldLayout">
        <pc:chgData name="Guest User" userId="" providerId="Windows Live" clId="Web-{7BCD9EFD-FF06-1C66-9FC1-E6AA5C882D5D}" dt="2026-03-16T13:54:44.410" v="689"/>
        <pc:sldMasterMkLst>
          <pc:docMk/>
          <pc:sldMasterMk cId="1035594869" sldId="2147483687"/>
        </pc:sldMasterMkLst>
        <pc:sldLayoutChg chg="add del mod replId">
          <pc:chgData name="Guest User" userId="" providerId="Windows Live" clId="Web-{7BCD9EFD-FF06-1C66-9FC1-E6AA5C882D5D}" dt="2026-03-16T13:54:44.410" v="689"/>
          <pc:sldLayoutMkLst>
            <pc:docMk/>
            <pc:sldMasterMk cId="1035594869" sldId="2147483687"/>
            <pc:sldLayoutMk cId="2070419473" sldId="2147483688"/>
          </pc:sldLayoutMkLst>
        </pc:sldLayoutChg>
        <pc:sldLayoutChg chg="add del mod replId">
          <pc:chgData name="Guest User" userId="" providerId="Windows Live" clId="Web-{7BCD9EFD-FF06-1C66-9FC1-E6AA5C882D5D}" dt="2026-03-16T13:54:44.410" v="689"/>
          <pc:sldLayoutMkLst>
            <pc:docMk/>
            <pc:sldMasterMk cId="1035594869" sldId="2147483687"/>
            <pc:sldLayoutMk cId="1391247470" sldId="2147483689"/>
          </pc:sldLayoutMkLst>
        </pc:sldLayoutChg>
        <pc:sldLayoutChg chg="add del mod replId">
          <pc:chgData name="Guest User" userId="" providerId="Windows Live" clId="Web-{7BCD9EFD-FF06-1C66-9FC1-E6AA5C882D5D}" dt="2026-03-16T13:54:44.410" v="689"/>
          <pc:sldLayoutMkLst>
            <pc:docMk/>
            <pc:sldMasterMk cId="1035594869" sldId="2147483687"/>
            <pc:sldLayoutMk cId="727724260" sldId="2147483690"/>
          </pc:sldLayoutMkLst>
        </pc:sldLayoutChg>
        <pc:sldLayoutChg chg="add del mod replId">
          <pc:chgData name="Guest User" userId="" providerId="Windows Live" clId="Web-{7BCD9EFD-FF06-1C66-9FC1-E6AA5C882D5D}" dt="2026-03-16T13:54:44.410" v="689"/>
          <pc:sldLayoutMkLst>
            <pc:docMk/>
            <pc:sldMasterMk cId="1035594869" sldId="2147483687"/>
            <pc:sldLayoutMk cId="1495243853" sldId="2147483691"/>
          </pc:sldLayoutMkLst>
        </pc:sldLayoutChg>
        <pc:sldLayoutChg chg="add del mod replId">
          <pc:chgData name="Guest User" userId="" providerId="Windows Live" clId="Web-{7BCD9EFD-FF06-1C66-9FC1-E6AA5C882D5D}" dt="2026-03-16T13:54:44.410" v="689"/>
          <pc:sldLayoutMkLst>
            <pc:docMk/>
            <pc:sldMasterMk cId="1035594869" sldId="2147483687"/>
            <pc:sldLayoutMk cId="1909770698" sldId="2147483692"/>
          </pc:sldLayoutMkLst>
        </pc:sldLayoutChg>
        <pc:sldLayoutChg chg="add del mod replId">
          <pc:chgData name="Guest User" userId="" providerId="Windows Live" clId="Web-{7BCD9EFD-FF06-1C66-9FC1-E6AA5C882D5D}" dt="2026-03-16T13:54:44.410" v="689"/>
          <pc:sldLayoutMkLst>
            <pc:docMk/>
            <pc:sldMasterMk cId="1035594869" sldId="2147483687"/>
            <pc:sldLayoutMk cId="753323047" sldId="2147483693"/>
          </pc:sldLayoutMkLst>
        </pc:sldLayoutChg>
        <pc:sldLayoutChg chg="add del mod replId">
          <pc:chgData name="Guest User" userId="" providerId="Windows Live" clId="Web-{7BCD9EFD-FF06-1C66-9FC1-E6AA5C882D5D}" dt="2026-03-16T13:54:44.410" v="689"/>
          <pc:sldLayoutMkLst>
            <pc:docMk/>
            <pc:sldMasterMk cId="1035594869" sldId="2147483687"/>
            <pc:sldLayoutMk cId="1948274808" sldId="2147483694"/>
          </pc:sldLayoutMkLst>
        </pc:sldLayoutChg>
        <pc:sldLayoutChg chg="add del mod replId">
          <pc:chgData name="Guest User" userId="" providerId="Windows Live" clId="Web-{7BCD9EFD-FF06-1C66-9FC1-E6AA5C882D5D}" dt="2026-03-16T13:54:44.410" v="689"/>
          <pc:sldLayoutMkLst>
            <pc:docMk/>
            <pc:sldMasterMk cId="1035594869" sldId="2147483687"/>
            <pc:sldLayoutMk cId="4080018049" sldId="2147483695"/>
          </pc:sldLayoutMkLst>
        </pc:sldLayoutChg>
        <pc:sldLayoutChg chg="add del mod replId">
          <pc:chgData name="Guest User" userId="" providerId="Windows Live" clId="Web-{7BCD9EFD-FF06-1C66-9FC1-E6AA5C882D5D}" dt="2026-03-16T13:54:44.410" v="689"/>
          <pc:sldLayoutMkLst>
            <pc:docMk/>
            <pc:sldMasterMk cId="1035594869" sldId="2147483687"/>
            <pc:sldLayoutMk cId="1685744677" sldId="2147483696"/>
          </pc:sldLayoutMkLst>
        </pc:sldLayoutChg>
        <pc:sldLayoutChg chg="add del mod replId">
          <pc:chgData name="Guest User" userId="" providerId="Windows Live" clId="Web-{7BCD9EFD-FF06-1C66-9FC1-E6AA5C882D5D}" dt="2026-03-16T13:54:44.410" v="689"/>
          <pc:sldLayoutMkLst>
            <pc:docMk/>
            <pc:sldMasterMk cId="1035594869" sldId="2147483687"/>
            <pc:sldLayoutMk cId="1518868997" sldId="2147483697"/>
          </pc:sldLayoutMkLst>
        </pc:sldLayoutChg>
        <pc:sldLayoutChg chg="add del mod replId">
          <pc:chgData name="Guest User" userId="" providerId="Windows Live" clId="Web-{7BCD9EFD-FF06-1C66-9FC1-E6AA5C882D5D}" dt="2026-03-16T13:54:44.410" v="689"/>
          <pc:sldLayoutMkLst>
            <pc:docMk/>
            <pc:sldMasterMk cId="1035594869" sldId="2147483687"/>
            <pc:sldLayoutMk cId="287681598" sldId="2147483698"/>
          </pc:sldLayoutMkLst>
        </pc:sldLayoutChg>
        <pc:sldLayoutChg chg="add del mod replId">
          <pc:chgData name="Guest User" userId="" providerId="Windows Live" clId="Web-{7BCD9EFD-FF06-1C66-9FC1-E6AA5C882D5D}" dt="2026-03-16T13:54:44.410" v="689"/>
          <pc:sldLayoutMkLst>
            <pc:docMk/>
            <pc:sldMasterMk cId="1035594869" sldId="2147483687"/>
            <pc:sldLayoutMk cId="3491295401" sldId="2147483699"/>
          </pc:sldLayoutMkLst>
        </pc:sldLayoutChg>
        <pc:sldLayoutChg chg="add del mod replId">
          <pc:chgData name="Guest User" userId="" providerId="Windows Live" clId="Web-{7BCD9EFD-FF06-1C66-9FC1-E6AA5C882D5D}" dt="2026-03-16T13:54:44.410" v="689"/>
          <pc:sldLayoutMkLst>
            <pc:docMk/>
            <pc:sldMasterMk cId="1035594869" sldId="2147483687"/>
            <pc:sldLayoutMk cId="1324640465" sldId="2147483700"/>
          </pc:sldLayoutMkLst>
        </pc:sldLayoutChg>
        <pc:sldLayoutChg chg="add del mod replId">
          <pc:chgData name="Guest User" userId="" providerId="Windows Live" clId="Web-{7BCD9EFD-FF06-1C66-9FC1-E6AA5C882D5D}" dt="2026-03-16T13:54:44.410" v="689"/>
          <pc:sldLayoutMkLst>
            <pc:docMk/>
            <pc:sldMasterMk cId="1035594869" sldId="2147483687"/>
            <pc:sldLayoutMk cId="35494459" sldId="2147483701"/>
          </pc:sldLayoutMkLst>
        </pc:sldLayoutChg>
        <pc:sldLayoutChg chg="add del mod replId">
          <pc:chgData name="Guest User" userId="" providerId="Windows Live" clId="Web-{7BCD9EFD-FF06-1C66-9FC1-E6AA5C882D5D}" dt="2026-03-16T13:54:44.410" v="689"/>
          <pc:sldLayoutMkLst>
            <pc:docMk/>
            <pc:sldMasterMk cId="1035594869" sldId="2147483687"/>
            <pc:sldLayoutMk cId="3422546208" sldId="2147483702"/>
          </pc:sldLayoutMkLst>
        </pc:sldLayoutChg>
        <pc:sldLayoutChg chg="add del mod replId">
          <pc:chgData name="Guest User" userId="" providerId="Windows Live" clId="Web-{7BCD9EFD-FF06-1C66-9FC1-E6AA5C882D5D}" dt="2026-03-16T13:54:44.410" v="689"/>
          <pc:sldLayoutMkLst>
            <pc:docMk/>
            <pc:sldMasterMk cId="1035594869" sldId="2147483687"/>
            <pc:sldLayoutMk cId="425072274" sldId="2147483703"/>
          </pc:sldLayoutMkLst>
        </pc:sldLayoutChg>
      </pc:sldMasterChg>
      <pc:sldMasterChg chg="add del addSldLayout delSldLayout modSldLayout">
        <pc:chgData name="Guest User" userId="" providerId="Windows Live" clId="Web-{7BCD9EFD-FF06-1C66-9FC1-E6AA5C882D5D}" dt="2026-03-16T13:54:42.957" v="688"/>
        <pc:sldMasterMkLst>
          <pc:docMk/>
          <pc:sldMasterMk cId="893573278" sldId="2147483704"/>
        </pc:sldMasterMkLst>
        <pc:sldLayoutChg chg="add del mod replId">
          <pc:chgData name="Guest User" userId="" providerId="Windows Live" clId="Web-{7BCD9EFD-FF06-1C66-9FC1-E6AA5C882D5D}" dt="2026-03-16T13:54:42.957" v="688"/>
          <pc:sldLayoutMkLst>
            <pc:docMk/>
            <pc:sldMasterMk cId="893573278" sldId="2147483704"/>
            <pc:sldLayoutMk cId="3091413065" sldId="2147483705"/>
          </pc:sldLayoutMkLst>
        </pc:sldLayoutChg>
        <pc:sldLayoutChg chg="add del mod replId">
          <pc:chgData name="Guest User" userId="" providerId="Windows Live" clId="Web-{7BCD9EFD-FF06-1C66-9FC1-E6AA5C882D5D}" dt="2026-03-16T13:54:42.957" v="688"/>
          <pc:sldLayoutMkLst>
            <pc:docMk/>
            <pc:sldMasterMk cId="893573278" sldId="2147483704"/>
            <pc:sldLayoutMk cId="2549995190" sldId="2147483706"/>
          </pc:sldLayoutMkLst>
        </pc:sldLayoutChg>
        <pc:sldLayoutChg chg="add del mod replId">
          <pc:chgData name="Guest User" userId="" providerId="Windows Live" clId="Web-{7BCD9EFD-FF06-1C66-9FC1-E6AA5C882D5D}" dt="2026-03-16T13:54:42.957" v="688"/>
          <pc:sldLayoutMkLst>
            <pc:docMk/>
            <pc:sldMasterMk cId="893573278" sldId="2147483704"/>
            <pc:sldLayoutMk cId="2664001247" sldId="2147483707"/>
          </pc:sldLayoutMkLst>
        </pc:sldLayoutChg>
        <pc:sldLayoutChg chg="add del mod replId">
          <pc:chgData name="Guest User" userId="" providerId="Windows Live" clId="Web-{7BCD9EFD-FF06-1C66-9FC1-E6AA5C882D5D}" dt="2026-03-16T13:54:42.957" v="688"/>
          <pc:sldLayoutMkLst>
            <pc:docMk/>
            <pc:sldMasterMk cId="893573278" sldId="2147483704"/>
            <pc:sldLayoutMk cId="1328438691" sldId="2147483708"/>
          </pc:sldLayoutMkLst>
        </pc:sldLayoutChg>
        <pc:sldLayoutChg chg="add del mod replId">
          <pc:chgData name="Guest User" userId="" providerId="Windows Live" clId="Web-{7BCD9EFD-FF06-1C66-9FC1-E6AA5C882D5D}" dt="2026-03-16T13:54:42.957" v="688"/>
          <pc:sldLayoutMkLst>
            <pc:docMk/>
            <pc:sldMasterMk cId="893573278" sldId="2147483704"/>
            <pc:sldLayoutMk cId="1418673552" sldId="2147483709"/>
          </pc:sldLayoutMkLst>
        </pc:sldLayoutChg>
        <pc:sldLayoutChg chg="add del mod replId">
          <pc:chgData name="Guest User" userId="" providerId="Windows Live" clId="Web-{7BCD9EFD-FF06-1C66-9FC1-E6AA5C882D5D}" dt="2026-03-16T13:54:42.957" v="688"/>
          <pc:sldLayoutMkLst>
            <pc:docMk/>
            <pc:sldMasterMk cId="893573278" sldId="2147483704"/>
            <pc:sldLayoutMk cId="1869786214" sldId="2147483710"/>
          </pc:sldLayoutMkLst>
        </pc:sldLayoutChg>
        <pc:sldLayoutChg chg="add del mod replId">
          <pc:chgData name="Guest User" userId="" providerId="Windows Live" clId="Web-{7BCD9EFD-FF06-1C66-9FC1-E6AA5C882D5D}" dt="2026-03-16T13:54:42.957" v="688"/>
          <pc:sldLayoutMkLst>
            <pc:docMk/>
            <pc:sldMasterMk cId="893573278" sldId="2147483704"/>
            <pc:sldLayoutMk cId="1683345733" sldId="2147483711"/>
          </pc:sldLayoutMkLst>
        </pc:sldLayoutChg>
        <pc:sldLayoutChg chg="add del mod replId">
          <pc:chgData name="Guest User" userId="" providerId="Windows Live" clId="Web-{7BCD9EFD-FF06-1C66-9FC1-E6AA5C882D5D}" dt="2026-03-16T13:54:42.957" v="688"/>
          <pc:sldLayoutMkLst>
            <pc:docMk/>
            <pc:sldMasterMk cId="893573278" sldId="2147483704"/>
            <pc:sldLayoutMk cId="2648686196" sldId="2147483712"/>
          </pc:sldLayoutMkLst>
        </pc:sldLayoutChg>
        <pc:sldLayoutChg chg="add del mod replId">
          <pc:chgData name="Guest User" userId="" providerId="Windows Live" clId="Web-{7BCD9EFD-FF06-1C66-9FC1-E6AA5C882D5D}" dt="2026-03-16T13:54:42.957" v="688"/>
          <pc:sldLayoutMkLst>
            <pc:docMk/>
            <pc:sldMasterMk cId="893573278" sldId="2147483704"/>
            <pc:sldLayoutMk cId="536344586" sldId="2147483713"/>
          </pc:sldLayoutMkLst>
        </pc:sldLayoutChg>
        <pc:sldLayoutChg chg="add del mod replId">
          <pc:chgData name="Guest User" userId="" providerId="Windows Live" clId="Web-{7BCD9EFD-FF06-1C66-9FC1-E6AA5C882D5D}" dt="2026-03-16T13:54:42.957" v="688"/>
          <pc:sldLayoutMkLst>
            <pc:docMk/>
            <pc:sldMasterMk cId="893573278" sldId="2147483704"/>
            <pc:sldLayoutMk cId="3909064780" sldId="2147483714"/>
          </pc:sldLayoutMkLst>
        </pc:sldLayoutChg>
        <pc:sldLayoutChg chg="add del mod replId">
          <pc:chgData name="Guest User" userId="" providerId="Windows Live" clId="Web-{7BCD9EFD-FF06-1C66-9FC1-E6AA5C882D5D}" dt="2026-03-16T13:54:42.957" v="688"/>
          <pc:sldLayoutMkLst>
            <pc:docMk/>
            <pc:sldMasterMk cId="893573278" sldId="2147483704"/>
            <pc:sldLayoutMk cId="3194993427" sldId="2147483715"/>
          </pc:sldLayoutMkLst>
        </pc:sldLayoutChg>
        <pc:sldLayoutChg chg="add del mod replId">
          <pc:chgData name="Guest User" userId="" providerId="Windows Live" clId="Web-{7BCD9EFD-FF06-1C66-9FC1-E6AA5C882D5D}" dt="2026-03-16T13:54:42.957" v="688"/>
          <pc:sldLayoutMkLst>
            <pc:docMk/>
            <pc:sldMasterMk cId="893573278" sldId="2147483704"/>
            <pc:sldLayoutMk cId="2333049078" sldId="2147483716"/>
          </pc:sldLayoutMkLst>
        </pc:sldLayoutChg>
        <pc:sldLayoutChg chg="add del mod replId">
          <pc:chgData name="Guest User" userId="" providerId="Windows Live" clId="Web-{7BCD9EFD-FF06-1C66-9FC1-E6AA5C882D5D}" dt="2026-03-16T13:54:42.957" v="688"/>
          <pc:sldLayoutMkLst>
            <pc:docMk/>
            <pc:sldMasterMk cId="893573278" sldId="2147483704"/>
            <pc:sldLayoutMk cId="1844909664" sldId="2147483717"/>
          </pc:sldLayoutMkLst>
        </pc:sldLayoutChg>
        <pc:sldLayoutChg chg="add del mod replId">
          <pc:chgData name="Guest User" userId="" providerId="Windows Live" clId="Web-{7BCD9EFD-FF06-1C66-9FC1-E6AA5C882D5D}" dt="2026-03-16T13:54:42.957" v="688"/>
          <pc:sldLayoutMkLst>
            <pc:docMk/>
            <pc:sldMasterMk cId="893573278" sldId="2147483704"/>
            <pc:sldLayoutMk cId="3808874735" sldId="2147483718"/>
          </pc:sldLayoutMkLst>
        </pc:sldLayoutChg>
        <pc:sldLayoutChg chg="add del mod replId">
          <pc:chgData name="Guest User" userId="" providerId="Windows Live" clId="Web-{7BCD9EFD-FF06-1C66-9FC1-E6AA5C882D5D}" dt="2026-03-16T13:54:42.957" v="688"/>
          <pc:sldLayoutMkLst>
            <pc:docMk/>
            <pc:sldMasterMk cId="893573278" sldId="2147483704"/>
            <pc:sldLayoutMk cId="718029953" sldId="2147483719"/>
          </pc:sldLayoutMkLst>
        </pc:sldLayoutChg>
        <pc:sldLayoutChg chg="add del mod replId">
          <pc:chgData name="Guest User" userId="" providerId="Windows Live" clId="Web-{7BCD9EFD-FF06-1C66-9FC1-E6AA5C882D5D}" dt="2026-03-16T13:54:42.957" v="688"/>
          <pc:sldLayoutMkLst>
            <pc:docMk/>
            <pc:sldMasterMk cId="893573278" sldId="2147483704"/>
            <pc:sldLayoutMk cId="3338915292" sldId="2147483720"/>
          </pc:sldLayoutMkLst>
        </pc:sldLayoutChg>
      </pc:sldMasterChg>
    </pc:docChg>
  </pc:docChgLst>
  <pc:docChgLst>
    <pc:chgData name="Magdalena Persson" userId="fb10def495936804" providerId="LiveId" clId="{05A5A335-7EB3-4386-B0CF-1230997220B4}"/>
    <pc:docChg chg="undo custSel addSld delSld modSld sldOrd">
      <pc:chgData name="Magdalena Persson" userId="fb10def495936804" providerId="LiveId" clId="{05A5A335-7EB3-4386-B0CF-1230997220B4}" dt="2026-03-17T19:23:38.102" v="3337" actId="1076"/>
      <pc:docMkLst>
        <pc:docMk/>
      </pc:docMkLst>
      <pc:sldChg chg="delSp modSp mod ord">
        <pc:chgData name="Magdalena Persson" userId="fb10def495936804" providerId="LiveId" clId="{05A5A335-7EB3-4386-B0CF-1230997220B4}" dt="2026-03-16T11:59:51.102" v="2099" actId="27636"/>
        <pc:sldMkLst>
          <pc:docMk/>
          <pc:sldMk cId="724050333" sldId="258"/>
        </pc:sldMkLst>
        <pc:spChg chg="mod">
          <ac:chgData name="Magdalena Persson" userId="fb10def495936804" providerId="LiveId" clId="{05A5A335-7EB3-4386-B0CF-1230997220B4}" dt="2026-03-16T11:59:51.102" v="2099" actId="27636"/>
          <ac:spMkLst>
            <pc:docMk/>
            <pc:sldMk cId="724050333" sldId="258"/>
            <ac:spMk id="5" creationId="{1E4CE83B-5B99-0125-0AF0-81771342E2E8}"/>
          </ac:spMkLst>
        </pc:spChg>
        <pc:spChg chg="del mod">
          <ac:chgData name="Magdalena Persson" userId="fb10def495936804" providerId="LiveId" clId="{05A5A335-7EB3-4386-B0CF-1230997220B4}" dt="2026-03-16T11:38:22.250" v="2061" actId="478"/>
          <ac:spMkLst>
            <pc:docMk/>
            <pc:sldMk cId="724050333" sldId="258"/>
            <ac:spMk id="6" creationId="{D33F427C-A481-B7A0-638A-FBE23ADF54B0}"/>
          </ac:spMkLst>
        </pc:spChg>
      </pc:sldChg>
      <pc:sldChg chg="addSp modSp mod ord">
        <pc:chgData name="Magdalena Persson" userId="fb10def495936804" providerId="LiveId" clId="{05A5A335-7EB3-4386-B0CF-1230997220B4}" dt="2026-03-17T08:45:39.996" v="2925" actId="1076"/>
        <pc:sldMkLst>
          <pc:docMk/>
          <pc:sldMk cId="3489830002" sldId="261"/>
        </pc:sldMkLst>
        <pc:spChg chg="mod">
          <ac:chgData name="Magdalena Persson" userId="fb10def495936804" providerId="LiveId" clId="{05A5A335-7EB3-4386-B0CF-1230997220B4}" dt="2026-03-15T17:24:51.647" v="1446" actId="20577"/>
          <ac:spMkLst>
            <pc:docMk/>
            <pc:sldMk cId="3489830002" sldId="261"/>
            <ac:spMk id="4" creationId="{6ADEA779-3BFF-19AA-C5A8-2B1A28FEB20C}"/>
          </ac:spMkLst>
        </pc:spChg>
        <pc:spChg chg="mod">
          <ac:chgData name="Magdalena Persson" userId="fb10def495936804" providerId="LiveId" clId="{05A5A335-7EB3-4386-B0CF-1230997220B4}" dt="2026-03-16T12:00:26.682" v="2104" actId="1076"/>
          <ac:spMkLst>
            <pc:docMk/>
            <pc:sldMk cId="3489830002" sldId="261"/>
            <ac:spMk id="5" creationId="{0F5BDE91-A3AE-8CF2-F218-798EA1AC2386}"/>
          </ac:spMkLst>
        </pc:spChg>
        <pc:picChg chg="add mod">
          <ac:chgData name="Magdalena Persson" userId="fb10def495936804" providerId="LiveId" clId="{05A5A335-7EB3-4386-B0CF-1230997220B4}" dt="2026-03-15T17:25:23.205" v="1447"/>
          <ac:picMkLst>
            <pc:docMk/>
            <pc:sldMk cId="3489830002" sldId="261"/>
            <ac:picMk id="2" creationId="{CA4AEF34-95F8-DECA-5838-EB8FA9B18EB9}"/>
          </ac:picMkLst>
        </pc:picChg>
        <pc:picChg chg="add mod">
          <ac:chgData name="Magdalena Persson" userId="fb10def495936804" providerId="LiveId" clId="{05A5A335-7EB3-4386-B0CF-1230997220B4}" dt="2026-03-17T08:45:39.996" v="2925" actId="1076"/>
          <ac:picMkLst>
            <pc:docMk/>
            <pc:sldMk cId="3489830002" sldId="261"/>
            <ac:picMk id="6" creationId="{DA42AF1C-6608-61A3-81D7-09630ED16B77}"/>
          </ac:picMkLst>
        </pc:picChg>
      </pc:sldChg>
      <pc:sldChg chg="addSp modSp del mod">
        <pc:chgData name="Magdalena Persson" userId="fb10def495936804" providerId="LiveId" clId="{05A5A335-7EB3-4386-B0CF-1230997220B4}" dt="2026-03-16T22:43:23.855" v="2705" actId="47"/>
        <pc:sldMkLst>
          <pc:docMk/>
          <pc:sldMk cId="2851145573" sldId="268"/>
        </pc:sldMkLst>
      </pc:sldChg>
      <pc:sldChg chg="addSp delSp modSp mod ord">
        <pc:chgData name="Magdalena Persson" userId="fb10def495936804" providerId="LiveId" clId="{05A5A335-7EB3-4386-B0CF-1230997220B4}" dt="2026-03-17T08:37:10.336" v="2917" actId="1076"/>
        <pc:sldMkLst>
          <pc:docMk/>
          <pc:sldMk cId="2814775558" sldId="270"/>
        </pc:sldMkLst>
        <pc:spChg chg="mod">
          <ac:chgData name="Magdalena Persson" userId="fb10def495936804" providerId="LiveId" clId="{05A5A335-7EB3-4386-B0CF-1230997220B4}" dt="2026-03-17T08:37:00" v="2915" actId="1076"/>
          <ac:spMkLst>
            <pc:docMk/>
            <pc:sldMk cId="2814775558" sldId="270"/>
            <ac:spMk id="5" creationId="{B071F9BC-7BE7-97EA-CBFE-09D88EB58AA6}"/>
          </ac:spMkLst>
        </pc:spChg>
        <pc:spChg chg="mod">
          <ac:chgData name="Magdalena Persson" userId="fb10def495936804" providerId="LiveId" clId="{05A5A335-7EB3-4386-B0CF-1230997220B4}" dt="2026-03-17T08:37:05.336" v="2916" actId="1076"/>
          <ac:spMkLst>
            <pc:docMk/>
            <pc:sldMk cId="2814775558" sldId="270"/>
            <ac:spMk id="7" creationId="{C7E976BF-DFBD-301D-815D-333B62ACA285}"/>
          </ac:spMkLst>
        </pc:spChg>
        <pc:spChg chg="mod">
          <ac:chgData name="Magdalena Persson" userId="fb10def495936804" providerId="LiveId" clId="{05A5A335-7EB3-4386-B0CF-1230997220B4}" dt="2026-03-17T08:37:10.336" v="2917" actId="1076"/>
          <ac:spMkLst>
            <pc:docMk/>
            <pc:sldMk cId="2814775558" sldId="270"/>
            <ac:spMk id="9" creationId="{E10A762F-5B5B-4FC0-8BD3-6290DBAD98B2}"/>
          </ac:spMkLst>
        </pc:spChg>
        <pc:picChg chg="add mod">
          <ac:chgData name="Magdalena Persson" userId="fb10def495936804" providerId="LiveId" clId="{05A5A335-7EB3-4386-B0CF-1230997220B4}" dt="2026-03-13T23:04:05.594" v="126" actId="1076"/>
          <ac:picMkLst>
            <pc:docMk/>
            <pc:sldMk cId="2814775558" sldId="270"/>
            <ac:picMk id="22" creationId="{50136140-C0C8-E661-E3F5-2A61CCC0DF98}"/>
          </ac:picMkLst>
        </pc:picChg>
        <pc:picChg chg="add mod">
          <ac:chgData name="Magdalena Persson" userId="fb10def495936804" providerId="LiveId" clId="{05A5A335-7EB3-4386-B0CF-1230997220B4}" dt="2026-03-13T23:05:12.840" v="131" actId="14100"/>
          <ac:picMkLst>
            <pc:docMk/>
            <pc:sldMk cId="2814775558" sldId="270"/>
            <ac:picMk id="24" creationId="{AAF9A676-958D-E685-0CD3-5EDDC585CB35}"/>
          </ac:picMkLst>
        </pc:picChg>
        <pc:picChg chg="add mod">
          <ac:chgData name="Magdalena Persson" userId="fb10def495936804" providerId="LiveId" clId="{05A5A335-7EB3-4386-B0CF-1230997220B4}" dt="2026-03-13T23:08:10.763" v="138" actId="14100"/>
          <ac:picMkLst>
            <pc:docMk/>
            <pc:sldMk cId="2814775558" sldId="270"/>
            <ac:picMk id="26" creationId="{61112FB3-0F7C-DC88-C327-447157D93734}"/>
          </ac:picMkLst>
        </pc:picChg>
        <pc:picChg chg="add mod">
          <ac:chgData name="Magdalena Persson" userId="fb10def495936804" providerId="LiveId" clId="{05A5A335-7EB3-4386-B0CF-1230997220B4}" dt="2026-03-13T23:09:57.023" v="164"/>
          <ac:picMkLst>
            <pc:docMk/>
            <pc:sldMk cId="2814775558" sldId="270"/>
            <ac:picMk id="28" creationId="{041DE983-8484-3B2B-AFFB-166CABCB964E}"/>
          </ac:picMkLst>
        </pc:picChg>
      </pc:sldChg>
      <pc:sldChg chg="addSp delSp modSp mod ord">
        <pc:chgData name="Magdalena Persson" userId="fb10def495936804" providerId="LiveId" clId="{05A5A335-7EB3-4386-B0CF-1230997220B4}" dt="2026-03-17T09:03:17.211" v="3103"/>
        <pc:sldMkLst>
          <pc:docMk/>
          <pc:sldMk cId="1263514010" sldId="272"/>
        </pc:sldMkLst>
        <pc:spChg chg="add mod ord">
          <ac:chgData name="Magdalena Persson" userId="fb10def495936804" providerId="LiveId" clId="{05A5A335-7EB3-4386-B0CF-1230997220B4}" dt="2026-03-16T09:15:05.343" v="1669" actId="1076"/>
          <ac:spMkLst>
            <pc:docMk/>
            <pc:sldMk cId="1263514010" sldId="272"/>
            <ac:spMk id="3" creationId="{2B25DA9D-0101-977E-B270-94D392AB4280}"/>
          </ac:spMkLst>
        </pc:spChg>
        <pc:spChg chg="mod">
          <ac:chgData name="Magdalena Persson" userId="fb10def495936804" providerId="LiveId" clId="{05A5A335-7EB3-4386-B0CF-1230997220B4}" dt="2026-03-14T06:53:32.609" v="191" actId="20577"/>
          <ac:spMkLst>
            <pc:docMk/>
            <pc:sldMk cId="1263514010" sldId="272"/>
            <ac:spMk id="4" creationId="{3CB901F4-3AA7-0FD0-4F53-C87C818F6596}"/>
          </ac:spMkLst>
        </pc:spChg>
        <pc:spChg chg="mod">
          <ac:chgData name="Magdalena Persson" userId="fb10def495936804" providerId="LiveId" clId="{05A5A335-7EB3-4386-B0CF-1230997220B4}" dt="2026-03-16T09:15:08.882" v="1670" actId="1076"/>
          <ac:spMkLst>
            <pc:docMk/>
            <pc:sldMk cId="1263514010" sldId="272"/>
            <ac:spMk id="5" creationId="{6019D556-636A-06C3-8601-0D07A2D45613}"/>
          </ac:spMkLst>
        </pc:spChg>
        <pc:spChg chg="add mod">
          <ac:chgData name="Magdalena Persson" userId="fb10def495936804" providerId="LiveId" clId="{05A5A335-7EB3-4386-B0CF-1230997220B4}" dt="2026-03-17T09:03:15.789" v="3101" actId="5793"/>
          <ac:spMkLst>
            <pc:docMk/>
            <pc:sldMk cId="1263514010" sldId="272"/>
            <ac:spMk id="6" creationId="{9901CAAD-5D9F-E4F9-29D9-57AA72381F02}"/>
          </ac:spMkLst>
        </pc:spChg>
        <pc:spChg chg="add del mod">
          <ac:chgData name="Magdalena Persson" userId="fb10def495936804" providerId="LiveId" clId="{05A5A335-7EB3-4386-B0CF-1230997220B4}" dt="2026-03-17T09:03:17.211" v="3103"/>
          <ac:spMkLst>
            <pc:docMk/>
            <pc:sldMk cId="1263514010" sldId="272"/>
            <ac:spMk id="7" creationId="{66C7D1D6-B63E-1E5F-611F-ABA50F5AD5B9}"/>
          </ac:spMkLst>
        </pc:spChg>
        <pc:picChg chg="add mod">
          <ac:chgData name="Magdalena Persson" userId="fb10def495936804" providerId="LiveId" clId="{05A5A335-7EB3-4386-B0CF-1230997220B4}" dt="2026-03-14T06:53:23.703" v="183"/>
          <ac:picMkLst>
            <pc:docMk/>
            <pc:sldMk cId="1263514010" sldId="272"/>
            <ac:picMk id="2" creationId="{396A5098-C697-97FF-6C86-539A92C54739}"/>
          </ac:picMkLst>
        </pc:picChg>
      </pc:sldChg>
      <pc:sldChg chg="addSp delSp modSp add mod">
        <pc:chgData name="Magdalena Persson" userId="fb10def495936804" providerId="LiveId" clId="{05A5A335-7EB3-4386-B0CF-1230997220B4}" dt="2026-03-17T08:28:50.404" v="2881" actId="1076"/>
        <pc:sldMkLst>
          <pc:docMk/>
          <pc:sldMk cId="1483570895" sldId="273"/>
        </pc:sldMkLst>
        <pc:spChg chg="mod">
          <ac:chgData name="Magdalena Persson" userId="fb10def495936804" providerId="LiveId" clId="{05A5A335-7EB3-4386-B0CF-1230997220B4}" dt="2026-03-16T09:37:14.709" v="1688" actId="20577"/>
          <ac:spMkLst>
            <pc:docMk/>
            <pc:sldMk cId="1483570895" sldId="273"/>
            <ac:spMk id="4" creationId="{80548D6F-FE37-DEF3-05E6-C635ED7A0072}"/>
          </ac:spMkLst>
        </pc:spChg>
        <pc:spChg chg="del">
          <ac:chgData name="Magdalena Persson" userId="fb10def495936804" providerId="LiveId" clId="{05A5A335-7EB3-4386-B0CF-1230997220B4}" dt="2026-03-16T09:45:15.851" v="1689" actId="22"/>
          <ac:spMkLst>
            <pc:docMk/>
            <pc:sldMk cId="1483570895" sldId="273"/>
            <ac:spMk id="5" creationId="{2BEEC11C-999F-16DD-B3D4-8E3C5903172C}"/>
          </ac:spMkLst>
        </pc:spChg>
        <pc:spChg chg="add del mod">
          <ac:chgData name="Magdalena Persson" userId="fb10def495936804" providerId="LiveId" clId="{05A5A335-7EB3-4386-B0CF-1230997220B4}" dt="2026-03-17T08:25:23.231" v="2850" actId="478"/>
          <ac:spMkLst>
            <pc:docMk/>
            <pc:sldMk cId="1483570895" sldId="273"/>
            <ac:spMk id="5" creationId="{BEC6953E-D180-5D14-6001-590A0C1FAE78}"/>
          </ac:spMkLst>
        </pc:spChg>
        <pc:spChg chg="add mod">
          <ac:chgData name="Magdalena Persson" userId="fb10def495936804" providerId="LiveId" clId="{05A5A335-7EB3-4386-B0CF-1230997220B4}" dt="2026-03-17T08:27:57.884" v="2878" actId="1076"/>
          <ac:spMkLst>
            <pc:docMk/>
            <pc:sldMk cId="1483570895" sldId="273"/>
            <ac:spMk id="7" creationId="{A70F087A-B810-7ABC-B7E6-62B7BC60FFAB}"/>
          </ac:spMkLst>
        </pc:spChg>
        <pc:picChg chg="add mod">
          <ac:chgData name="Magdalena Persson" userId="fb10def495936804" providerId="LiveId" clId="{05A5A335-7EB3-4386-B0CF-1230997220B4}" dt="2026-03-15T17:30:45.959" v="1494"/>
          <ac:picMkLst>
            <pc:docMk/>
            <pc:sldMk cId="1483570895" sldId="273"/>
            <ac:picMk id="2" creationId="{A7DAFBAD-9F4C-D153-B304-167C1B218954}"/>
          </ac:picMkLst>
        </pc:picChg>
        <pc:picChg chg="add del mod ord">
          <ac:chgData name="Magdalena Persson" userId="fb10def495936804" providerId="LiveId" clId="{05A5A335-7EB3-4386-B0CF-1230997220B4}" dt="2026-03-17T08:24:25.486" v="2848" actId="478"/>
          <ac:picMkLst>
            <pc:docMk/>
            <pc:sldMk cId="1483570895" sldId="273"/>
            <ac:picMk id="6" creationId="{283BCB90-6206-01EA-C4F0-68FA54C1F552}"/>
          </ac:picMkLst>
        </pc:picChg>
        <pc:picChg chg="add mod">
          <ac:chgData name="Magdalena Persson" userId="fb10def495936804" providerId="LiveId" clId="{05A5A335-7EB3-4386-B0CF-1230997220B4}" dt="2026-03-17T08:28:32.030" v="2880" actId="1076"/>
          <ac:picMkLst>
            <pc:docMk/>
            <pc:sldMk cId="1483570895" sldId="273"/>
            <ac:picMk id="9" creationId="{68945DC4-2C2F-3045-ECBE-E2A277534560}"/>
          </ac:picMkLst>
        </pc:picChg>
        <pc:picChg chg="add mod">
          <ac:chgData name="Magdalena Persson" userId="fb10def495936804" providerId="LiveId" clId="{05A5A335-7EB3-4386-B0CF-1230997220B4}" dt="2026-03-17T08:27:46.799" v="2876" actId="1076"/>
          <ac:picMkLst>
            <pc:docMk/>
            <pc:sldMk cId="1483570895" sldId="273"/>
            <ac:picMk id="11" creationId="{973A7E4E-EB75-4EF9-71B3-2AA415560246}"/>
          </ac:picMkLst>
        </pc:picChg>
        <pc:picChg chg="add mod">
          <ac:chgData name="Magdalena Persson" userId="fb10def495936804" providerId="LiveId" clId="{05A5A335-7EB3-4386-B0CF-1230997220B4}" dt="2026-03-17T08:27:35.540" v="2874" actId="14100"/>
          <ac:picMkLst>
            <pc:docMk/>
            <pc:sldMk cId="1483570895" sldId="273"/>
            <ac:picMk id="13" creationId="{93821E12-4AD4-DCB8-E44B-FC1B3ED18595}"/>
          </ac:picMkLst>
        </pc:picChg>
        <pc:picChg chg="add mod">
          <ac:chgData name="Magdalena Persson" userId="fb10def495936804" providerId="LiveId" clId="{05A5A335-7EB3-4386-B0CF-1230997220B4}" dt="2026-03-17T08:28:50.404" v="2881" actId="1076"/>
          <ac:picMkLst>
            <pc:docMk/>
            <pc:sldMk cId="1483570895" sldId="273"/>
            <ac:picMk id="1026" creationId="{A778553B-AC49-6F8B-9C1C-6E366AAE04EC}"/>
          </ac:picMkLst>
        </pc:picChg>
      </pc:sldChg>
      <pc:sldChg chg="addSp modSp add mod ord">
        <pc:chgData name="Magdalena Persson" userId="fb10def495936804" providerId="LiveId" clId="{05A5A335-7EB3-4386-B0CF-1230997220B4}" dt="2026-03-17T08:29:19.776" v="2883" actId="14100"/>
        <pc:sldMkLst>
          <pc:docMk/>
          <pc:sldMk cId="3904856629" sldId="274"/>
        </pc:sldMkLst>
        <pc:spChg chg="mod">
          <ac:chgData name="Magdalena Persson" userId="fb10def495936804" providerId="LiveId" clId="{05A5A335-7EB3-4386-B0CF-1230997220B4}" dt="2026-03-16T10:43:38.272" v="1875" actId="20577"/>
          <ac:spMkLst>
            <pc:docMk/>
            <pc:sldMk cId="3904856629" sldId="274"/>
            <ac:spMk id="4" creationId="{2E41A75D-57AB-B5E5-617C-4519CBBA34F5}"/>
          </ac:spMkLst>
        </pc:spChg>
        <pc:spChg chg="mod">
          <ac:chgData name="Magdalena Persson" userId="fb10def495936804" providerId="LiveId" clId="{05A5A335-7EB3-4386-B0CF-1230997220B4}" dt="2026-03-17T08:29:19.776" v="2883" actId="14100"/>
          <ac:spMkLst>
            <pc:docMk/>
            <pc:sldMk cId="3904856629" sldId="274"/>
            <ac:spMk id="5" creationId="{14E705BE-5641-BC6E-4C81-A65F11D1B34D}"/>
          </ac:spMkLst>
        </pc:spChg>
        <pc:picChg chg="add mod">
          <ac:chgData name="Magdalena Persson" userId="fb10def495936804" providerId="LiveId" clId="{05A5A335-7EB3-4386-B0CF-1230997220B4}" dt="2026-03-17T08:29:13.868" v="2882" actId="14100"/>
          <ac:picMkLst>
            <pc:docMk/>
            <pc:sldMk cId="3904856629" sldId="274"/>
            <ac:picMk id="6" creationId="{BE87C934-D1AD-3C1D-CBA4-FA07C8F62D7D}"/>
          </ac:picMkLst>
        </pc:picChg>
      </pc:sldChg>
      <pc:sldChg chg="addSp delSp modSp add mod ord">
        <pc:chgData name="Magdalena Persson" userId="fb10def495936804" providerId="LiveId" clId="{05A5A335-7EB3-4386-B0CF-1230997220B4}" dt="2026-03-17T11:59:03.738" v="3220" actId="27636"/>
        <pc:sldMkLst>
          <pc:docMk/>
          <pc:sldMk cId="2460460922" sldId="275"/>
        </pc:sldMkLst>
        <pc:spChg chg="mod">
          <ac:chgData name="Magdalena Persson" userId="fb10def495936804" providerId="LiveId" clId="{05A5A335-7EB3-4386-B0CF-1230997220B4}" dt="2026-03-15T17:32:04.658" v="1577" actId="20577"/>
          <ac:spMkLst>
            <pc:docMk/>
            <pc:sldMk cId="2460460922" sldId="275"/>
            <ac:spMk id="4" creationId="{4E0E6155-E6AA-CC38-4098-6124AAA58630}"/>
          </ac:spMkLst>
        </pc:spChg>
        <pc:spChg chg="mod">
          <ac:chgData name="Magdalena Persson" userId="fb10def495936804" providerId="LiveId" clId="{05A5A335-7EB3-4386-B0CF-1230997220B4}" dt="2026-03-17T11:59:03.738" v="3220" actId="27636"/>
          <ac:spMkLst>
            <pc:docMk/>
            <pc:sldMk cId="2460460922" sldId="275"/>
            <ac:spMk id="5" creationId="{14B5583E-905A-B2CC-085A-90E956D7592B}"/>
          </ac:spMkLst>
        </pc:spChg>
        <pc:picChg chg="add mod">
          <ac:chgData name="Magdalena Persson" userId="fb10def495936804" providerId="LiveId" clId="{05A5A335-7EB3-4386-B0CF-1230997220B4}" dt="2026-03-17T09:05:01.585" v="3108" actId="1076"/>
          <ac:picMkLst>
            <pc:docMk/>
            <pc:sldMk cId="2460460922" sldId="275"/>
            <ac:picMk id="6" creationId="{42C043A7-C4DC-9011-36FC-131A07C8159E}"/>
          </ac:picMkLst>
        </pc:picChg>
        <pc:picChg chg="add del mod">
          <ac:chgData name="Magdalena Persson" userId="fb10def495936804" providerId="LiveId" clId="{05A5A335-7EB3-4386-B0CF-1230997220B4}" dt="2026-03-17T09:04:46.527" v="3104" actId="478"/>
          <ac:picMkLst>
            <pc:docMk/>
            <pc:sldMk cId="2460460922" sldId="275"/>
            <ac:picMk id="8" creationId="{F13E31CB-EDCC-44DF-2879-217BE7535669}"/>
          </ac:picMkLst>
        </pc:picChg>
        <pc:picChg chg="add mod">
          <ac:chgData name="Magdalena Persson" userId="fb10def495936804" providerId="LiveId" clId="{05A5A335-7EB3-4386-B0CF-1230997220B4}" dt="2026-03-17T09:04:57.950" v="3107" actId="1076"/>
          <ac:picMkLst>
            <pc:docMk/>
            <pc:sldMk cId="2460460922" sldId="275"/>
            <ac:picMk id="10" creationId="{898DD5F7-921A-DC81-1743-22E8E8FF0124}"/>
          </ac:picMkLst>
        </pc:picChg>
      </pc:sldChg>
      <pc:sldChg chg="modSp mod">
        <pc:chgData name="Magdalena Persson" userId="fb10def495936804" providerId="LiveId" clId="{05A5A335-7EB3-4386-B0CF-1230997220B4}" dt="2026-03-16T11:38:38.990" v="2065" actId="20577"/>
        <pc:sldMkLst>
          <pc:docMk/>
          <pc:sldMk cId="3300781205" sldId="276"/>
        </pc:sldMkLst>
        <pc:spChg chg="mod">
          <ac:chgData name="Magdalena Persson" userId="fb10def495936804" providerId="LiveId" clId="{05A5A335-7EB3-4386-B0CF-1230997220B4}" dt="2026-03-16T11:38:38.990" v="2065" actId="20577"/>
          <ac:spMkLst>
            <pc:docMk/>
            <pc:sldMk cId="3300781205" sldId="276"/>
            <ac:spMk id="2" creationId="{B049CD98-BDDB-F96F-BE60-8AE84BDB3105}"/>
          </ac:spMkLst>
        </pc:spChg>
        <pc:spChg chg="mod">
          <ac:chgData name="Magdalena Persson" userId="fb10def495936804" providerId="LiveId" clId="{05A5A335-7EB3-4386-B0CF-1230997220B4}" dt="2026-03-16T11:38:10.878" v="2059" actId="20577"/>
          <ac:spMkLst>
            <pc:docMk/>
            <pc:sldMk cId="3300781205" sldId="276"/>
            <ac:spMk id="3" creationId="{8A683B85-8621-C206-0F0C-1F09B4A311B0}"/>
          </ac:spMkLst>
        </pc:spChg>
      </pc:sldChg>
      <pc:sldChg chg="addSp delSp modSp add mod ord">
        <pc:chgData name="Magdalena Persson" userId="fb10def495936804" providerId="LiveId" clId="{05A5A335-7EB3-4386-B0CF-1230997220B4}" dt="2026-03-17T19:23:38.102" v="3337" actId="1076"/>
        <pc:sldMkLst>
          <pc:docMk/>
          <pc:sldMk cId="3964891746" sldId="277"/>
        </pc:sldMkLst>
        <pc:spChg chg="add mod">
          <ac:chgData name="Magdalena Persson" userId="fb10def495936804" providerId="LiveId" clId="{05A5A335-7EB3-4386-B0CF-1230997220B4}" dt="2026-03-17T19:21:15.948" v="3233" actId="1076"/>
          <ac:spMkLst>
            <pc:docMk/>
            <pc:sldMk cId="3964891746" sldId="277"/>
            <ac:spMk id="3" creationId="{9B0E2FB0-5FC6-D6AB-5470-26280661D118}"/>
          </ac:spMkLst>
        </pc:spChg>
        <pc:spChg chg="add del mod">
          <ac:chgData name="Magdalena Persson" userId="fb10def495936804" providerId="LiveId" clId="{05A5A335-7EB3-4386-B0CF-1230997220B4}" dt="2026-03-17T19:23:21.111" v="3336"/>
          <ac:spMkLst>
            <pc:docMk/>
            <pc:sldMk cId="3964891746" sldId="277"/>
            <ac:spMk id="4" creationId="{48D2A7A0-909C-7C0B-012D-6BF43E97CD9B}"/>
          </ac:spMkLst>
        </pc:spChg>
        <pc:spChg chg="del mod">
          <ac:chgData name="Magdalena Persson" userId="fb10def495936804" providerId="LiveId" clId="{05A5A335-7EB3-4386-B0CF-1230997220B4}" dt="2026-03-16T22:35:34.235" v="2110" actId="478"/>
          <ac:spMkLst>
            <pc:docMk/>
            <pc:sldMk cId="3964891746" sldId="277"/>
            <ac:spMk id="4" creationId="{FDDEA165-8D0D-8786-5BC5-4620DD230D47}"/>
          </ac:spMkLst>
        </pc:spChg>
        <pc:spChg chg="mod">
          <ac:chgData name="Magdalena Persson" userId="fb10def495936804" providerId="LiveId" clId="{05A5A335-7EB3-4386-B0CF-1230997220B4}" dt="2026-03-17T19:23:38.102" v="3337" actId="1076"/>
          <ac:spMkLst>
            <pc:docMk/>
            <pc:sldMk cId="3964891746" sldId="277"/>
            <ac:spMk id="5" creationId="{B8ACCD16-48F5-489D-B6D1-C14F83E2550D}"/>
          </ac:spMkLst>
        </pc:spChg>
        <pc:spChg chg="add del mod">
          <ac:chgData name="Magdalena Persson" userId="fb10def495936804" providerId="LiveId" clId="{05A5A335-7EB3-4386-B0CF-1230997220B4}" dt="2026-03-16T22:38:10.406" v="2311" actId="478"/>
          <ac:spMkLst>
            <pc:docMk/>
            <pc:sldMk cId="3964891746" sldId="277"/>
            <ac:spMk id="6" creationId="{57C0F1FA-6BC0-6E64-B005-C1D44D7EA972}"/>
          </ac:spMkLst>
        </pc:spChg>
        <pc:spChg chg="add mod">
          <ac:chgData name="Magdalena Persson" userId="fb10def495936804" providerId="LiveId" clId="{05A5A335-7EB3-4386-B0CF-1230997220B4}" dt="2026-03-17T19:23:19.613" v="3334" actId="14100"/>
          <ac:spMkLst>
            <pc:docMk/>
            <pc:sldMk cId="3964891746" sldId="277"/>
            <ac:spMk id="6" creationId="{C5EA19AA-AE4F-5DE2-BFA5-7383953B065C}"/>
          </ac:spMkLst>
        </pc:spChg>
        <pc:spChg chg="add mod">
          <ac:chgData name="Magdalena Persson" userId="fb10def495936804" providerId="LiveId" clId="{05A5A335-7EB3-4386-B0CF-1230997220B4}" dt="2026-03-17T19:21:23.279" v="3234" actId="1076"/>
          <ac:spMkLst>
            <pc:docMk/>
            <pc:sldMk cId="3964891746" sldId="277"/>
            <ac:spMk id="8" creationId="{43FF59A1-6A7D-4C98-A174-AABE1A8692C6}"/>
          </ac:spMkLst>
        </pc:spChg>
        <pc:spChg chg="add mod">
          <ac:chgData name="Magdalena Persson" userId="fb10def495936804" providerId="LiveId" clId="{05A5A335-7EB3-4386-B0CF-1230997220B4}" dt="2026-03-17T19:21:32.753" v="3236" actId="1076"/>
          <ac:spMkLst>
            <pc:docMk/>
            <pc:sldMk cId="3964891746" sldId="277"/>
            <ac:spMk id="10" creationId="{EDE23D90-7268-2A7A-8084-17FC35A8B131}"/>
          </ac:spMkLst>
        </pc:spChg>
      </pc:sldChg>
    </pc:docChg>
  </pc:docChgLst>
  <pc:docChgLst>
    <pc:chgData name="Guest User" providerId="Windows Live" clId="Web-{2DFEC205-3048-8210-F626-751DC263ACC0}"/>
    <pc:docChg chg="addSld delSld modSld sldOrd">
      <pc:chgData name="Guest User" userId="" providerId="Windows Live" clId="Web-{2DFEC205-3048-8210-F626-751DC263ACC0}" dt="2026-03-17T17:51:41.272" v="490" actId="14100"/>
      <pc:docMkLst>
        <pc:docMk/>
      </pc:docMkLst>
      <pc:sldChg chg="addSp delSp modSp">
        <pc:chgData name="Guest User" userId="" providerId="Windows Live" clId="Web-{2DFEC205-3048-8210-F626-751DC263ACC0}" dt="2026-03-17T17:51:41.272" v="490" actId="14100"/>
        <pc:sldMkLst>
          <pc:docMk/>
          <pc:sldMk cId="3489830002" sldId="261"/>
        </pc:sldMkLst>
        <pc:spChg chg="del mod">
          <ac:chgData name="Guest User" userId="" providerId="Windows Live" clId="Web-{2DFEC205-3048-8210-F626-751DC263ACC0}" dt="2026-03-17T13:12:22.206" v="362"/>
          <ac:spMkLst>
            <pc:docMk/>
            <pc:sldMk cId="3489830002" sldId="261"/>
            <ac:spMk id="5" creationId="{0F5BDE91-A3AE-8CF2-F218-798EA1AC2386}"/>
          </ac:spMkLst>
        </pc:spChg>
        <pc:spChg chg="add mod">
          <ac:chgData name="Guest User" userId="" providerId="Windows Live" clId="Web-{2DFEC205-3048-8210-F626-751DC263ACC0}" dt="2026-03-17T16:59:12.201" v="484" actId="1076"/>
          <ac:spMkLst>
            <pc:docMk/>
            <pc:sldMk cId="3489830002" sldId="261"/>
            <ac:spMk id="8" creationId="{38E8AB98-BA44-64FD-C8BE-427764E7178B}"/>
          </ac:spMkLst>
        </pc:spChg>
        <pc:picChg chg="add mod">
          <ac:chgData name="Guest User" userId="" providerId="Windows Live" clId="Web-{2DFEC205-3048-8210-F626-751DC263ACC0}" dt="2026-03-17T17:51:41.272" v="490" actId="14100"/>
          <ac:picMkLst>
            <pc:docMk/>
            <pc:sldMk cId="3489830002" sldId="261"/>
            <ac:picMk id="3" creationId="{C10BB73E-CF63-13CE-A29B-58FA4A65F661}"/>
          </ac:picMkLst>
        </pc:picChg>
        <pc:picChg chg="add del mod">
          <ac:chgData name="Guest User" userId="" providerId="Windows Live" clId="Web-{2DFEC205-3048-8210-F626-751DC263ACC0}" dt="2026-03-17T16:19:56.324" v="457"/>
          <ac:picMkLst>
            <pc:docMk/>
            <pc:sldMk cId="3489830002" sldId="261"/>
            <ac:picMk id="3" creationId="{CB7B9A5E-670E-7CD4-D764-6A3AAAA19F12}"/>
          </ac:picMkLst>
        </pc:picChg>
        <pc:picChg chg="del mod">
          <ac:chgData name="Guest User" userId="" providerId="Windows Live" clId="Web-{2DFEC205-3048-8210-F626-751DC263ACC0}" dt="2026-03-17T16:58:49.606" v="482"/>
          <ac:picMkLst>
            <pc:docMk/>
            <pc:sldMk cId="3489830002" sldId="261"/>
            <ac:picMk id="6" creationId="{DA42AF1C-6608-61A3-81D7-09630ED16B77}"/>
          </ac:picMkLst>
        </pc:picChg>
      </pc:sldChg>
      <pc:sldChg chg="addSp modSp">
        <pc:chgData name="Guest User" userId="" providerId="Windows Live" clId="Web-{2DFEC205-3048-8210-F626-751DC263ACC0}" dt="2026-03-17T17:44:24.915" v="489" actId="1076"/>
        <pc:sldMkLst>
          <pc:docMk/>
          <pc:sldMk cId="3904856629" sldId="274"/>
        </pc:sldMkLst>
        <pc:picChg chg="add mod">
          <ac:chgData name="Guest User" userId="" providerId="Windows Live" clId="Web-{2DFEC205-3048-8210-F626-751DC263ACC0}" dt="2026-03-17T17:44:24.915" v="489" actId="1076"/>
          <ac:picMkLst>
            <pc:docMk/>
            <pc:sldMk cId="3904856629" sldId="274"/>
            <ac:picMk id="3" creationId="{C2CCC00A-4D74-2197-ABE7-CF5BC5368720}"/>
          </ac:picMkLst>
        </pc:picChg>
      </pc:sldChg>
      <pc:sldChg chg="addSp delSp modSp">
        <pc:chgData name="Guest User" userId="" providerId="Windows Live" clId="Web-{2DFEC205-3048-8210-F626-751DC263ACC0}" dt="2026-03-17T16:44:19.841" v="466" actId="20577"/>
        <pc:sldMkLst>
          <pc:docMk/>
          <pc:sldMk cId="1166520049" sldId="276"/>
        </pc:sldMkLst>
        <pc:spChg chg="del mod">
          <ac:chgData name="Guest User" userId="" providerId="Windows Live" clId="Web-{2DFEC205-3048-8210-F626-751DC263ACC0}" dt="2026-03-17T12:19:04.414" v="55"/>
          <ac:spMkLst>
            <pc:docMk/>
            <pc:sldMk cId="1166520049" sldId="276"/>
            <ac:spMk id="2" creationId="{6F1EE87E-1761-D7DF-6B13-B1D55D0938DD}"/>
          </ac:spMkLst>
        </pc:spChg>
        <pc:spChg chg="mod">
          <ac:chgData name="Guest User" userId="" providerId="Windows Live" clId="Web-{2DFEC205-3048-8210-F626-751DC263ACC0}" dt="2026-03-17T12:12:08.467" v="35" actId="20577"/>
          <ac:spMkLst>
            <pc:docMk/>
            <pc:sldMk cId="1166520049" sldId="276"/>
            <ac:spMk id="3" creationId="{13121B15-3F8B-7D50-5B46-B436B3FD0F8E}"/>
          </ac:spMkLst>
        </pc:spChg>
        <pc:spChg chg="add del">
          <ac:chgData name="Guest User" userId="" providerId="Windows Live" clId="Web-{2DFEC205-3048-8210-F626-751DC263ACC0}" dt="2026-03-17T12:17:22.050" v="37"/>
          <ac:spMkLst>
            <pc:docMk/>
            <pc:sldMk cId="1166520049" sldId="276"/>
            <ac:spMk id="4" creationId="{6D6B6BFA-0969-0B9A-C1E2-343BA855BEAE}"/>
          </ac:spMkLst>
        </pc:spChg>
        <pc:spChg chg="add mod">
          <ac:chgData name="Guest User" userId="" providerId="Windows Live" clId="Web-{2DFEC205-3048-8210-F626-751DC263ACC0}" dt="2026-03-17T16:43:57.918" v="460" actId="20577"/>
          <ac:spMkLst>
            <pc:docMk/>
            <pc:sldMk cId="1166520049" sldId="276"/>
            <ac:spMk id="6" creationId="{94F09B63-39BC-A2E5-5D6B-8227494DF36D}"/>
          </ac:spMkLst>
        </pc:spChg>
        <pc:spChg chg="add del">
          <ac:chgData name="Guest User" userId="" providerId="Windows Live" clId="Web-{2DFEC205-3048-8210-F626-751DC263ACC0}" dt="2026-03-17T12:18:00.005" v="45"/>
          <ac:spMkLst>
            <pc:docMk/>
            <pc:sldMk cId="1166520049" sldId="276"/>
            <ac:spMk id="7" creationId="{DA80C377-1051-0095-62A6-F8FC3B8A3B44}"/>
          </ac:spMkLst>
        </pc:spChg>
        <pc:spChg chg="add mod">
          <ac:chgData name="Guest User" userId="" providerId="Windows Live" clId="Web-{2DFEC205-3048-8210-F626-751DC263ACC0}" dt="2026-03-17T12:28:43.333" v="259" actId="1076"/>
          <ac:spMkLst>
            <pc:docMk/>
            <pc:sldMk cId="1166520049" sldId="276"/>
            <ac:spMk id="8" creationId="{F415DC1C-95A7-6797-542A-DE4C39BAD012}"/>
          </ac:spMkLst>
        </pc:spChg>
        <pc:spChg chg="add del mod">
          <ac:chgData name="Guest User" userId="" providerId="Windows Live" clId="Web-{2DFEC205-3048-8210-F626-751DC263ACC0}" dt="2026-03-17T12:19:11.321" v="56"/>
          <ac:spMkLst>
            <pc:docMk/>
            <pc:sldMk cId="1166520049" sldId="276"/>
            <ac:spMk id="10" creationId="{75688D06-F38F-7104-686B-06BE1A942C73}"/>
          </ac:spMkLst>
        </pc:spChg>
        <pc:spChg chg="add del">
          <ac:chgData name="Guest User" userId="" providerId="Windows Live" clId="Web-{2DFEC205-3048-8210-F626-751DC263ACC0}" dt="2026-03-17T12:29:10.255" v="266"/>
          <ac:spMkLst>
            <pc:docMk/>
            <pc:sldMk cId="1166520049" sldId="276"/>
            <ac:spMk id="11" creationId="{34CD1D2A-62D5-462A-7F6F-4AEB552394E1}"/>
          </ac:spMkLst>
        </pc:spChg>
        <pc:spChg chg="add del">
          <ac:chgData name="Guest User" userId="" providerId="Windows Live" clId="Web-{2DFEC205-3048-8210-F626-751DC263ACC0}" dt="2026-03-17T12:29:17.505" v="268"/>
          <ac:spMkLst>
            <pc:docMk/>
            <pc:sldMk cId="1166520049" sldId="276"/>
            <ac:spMk id="12" creationId="{8D80B78D-FB1C-23DC-317C-825053B5370E}"/>
          </ac:spMkLst>
        </pc:spChg>
        <pc:spChg chg="add del mod">
          <ac:chgData name="Guest User" userId="" providerId="Windows Live" clId="Web-{2DFEC205-3048-8210-F626-751DC263ACC0}" dt="2026-03-17T12:29:36.458" v="272"/>
          <ac:spMkLst>
            <pc:docMk/>
            <pc:sldMk cId="1166520049" sldId="276"/>
            <ac:spMk id="13" creationId="{F5B425F8-5374-9899-2BA6-49F205BAEFAE}"/>
          </ac:spMkLst>
        </pc:spChg>
        <pc:spChg chg="add mod">
          <ac:chgData name="Guest User" userId="" providerId="Windows Live" clId="Web-{2DFEC205-3048-8210-F626-751DC263ACC0}" dt="2026-03-17T16:44:19.841" v="466" actId="20577"/>
          <ac:spMkLst>
            <pc:docMk/>
            <pc:sldMk cId="1166520049" sldId="276"/>
            <ac:spMk id="14" creationId="{584C059A-7E66-CBFE-FA11-CC1C43B5147F}"/>
          </ac:spMkLst>
        </pc:spChg>
      </pc:sldChg>
      <pc:sldChg chg="delSp modSp new del ord">
        <pc:chgData name="Guest User" userId="" providerId="Windows Live" clId="Web-{2DFEC205-3048-8210-F626-751DC263ACC0}" dt="2026-03-17T12:51:01.406" v="310"/>
        <pc:sldMkLst>
          <pc:docMk/>
          <pc:sldMk cId="391280080" sldId="278"/>
        </pc:sldMkLst>
        <pc:spChg chg="mod">
          <ac:chgData name="Guest User" userId="" providerId="Windows Live" clId="Web-{2DFEC205-3048-8210-F626-751DC263ACC0}" dt="2026-03-17T12:26:57.941" v="237" actId="20577"/>
          <ac:spMkLst>
            <pc:docMk/>
            <pc:sldMk cId="391280080" sldId="278"/>
            <ac:spMk id="2" creationId="{00A59427-3AD8-E427-9A16-A1598ECAB29D}"/>
          </ac:spMkLst>
        </pc:spChg>
        <pc:spChg chg="mod">
          <ac:chgData name="Guest User" userId="" providerId="Windows Live" clId="Web-{2DFEC205-3048-8210-F626-751DC263ACC0}" dt="2026-03-17T12:26:53.722" v="236" actId="20577"/>
          <ac:spMkLst>
            <pc:docMk/>
            <pc:sldMk cId="391280080" sldId="278"/>
            <ac:spMk id="3" creationId="{6A4FFFB7-8657-B880-81F2-6EC85E41B139}"/>
          </ac:spMkLst>
        </pc:spChg>
        <pc:spChg chg="del">
          <ac:chgData name="Guest User" userId="" providerId="Windows Live" clId="Web-{2DFEC205-3048-8210-F626-751DC263ACC0}" dt="2026-03-17T12:21:48.779" v="85"/>
          <ac:spMkLst>
            <pc:docMk/>
            <pc:sldMk cId="391280080" sldId="278"/>
            <ac:spMk id="4" creationId="{7526F871-C64B-DBAF-C03C-900633F70FAF}"/>
          </ac:spMkLst>
        </pc:spChg>
        <pc:spChg chg="mod">
          <ac:chgData name="Guest User" userId="" providerId="Windows Live" clId="Web-{2DFEC205-3048-8210-F626-751DC263ACC0}" dt="2026-03-17T12:27:57.942" v="255" actId="20577"/>
          <ac:spMkLst>
            <pc:docMk/>
            <pc:sldMk cId="391280080" sldId="278"/>
            <ac:spMk id="5" creationId="{4040915B-2A55-EF17-932C-4236EB0BE627}"/>
          </ac:spMkLst>
        </pc:spChg>
        <pc:spChg chg="mod">
          <ac:chgData name="Guest User" userId="" providerId="Windows Live" clId="Web-{2DFEC205-3048-8210-F626-751DC263ACC0}" dt="2026-03-17T12:24:14.641" v="158" actId="20577"/>
          <ac:spMkLst>
            <pc:docMk/>
            <pc:sldMk cId="391280080" sldId="278"/>
            <ac:spMk id="6" creationId="{292A8696-1E06-CF64-08D7-394D6CBF9EEC}"/>
          </ac:spMkLst>
        </pc:spChg>
      </pc:sldChg>
      <pc:sldChg chg="addSp delSp modSp new del">
        <pc:chgData name="Guest User" userId="" providerId="Windows Live" clId="Web-{2DFEC205-3048-8210-F626-751DC263ACC0}" dt="2026-03-17T12:21:17.247" v="80"/>
        <pc:sldMkLst>
          <pc:docMk/>
          <pc:sldMk cId="1602990398" sldId="278"/>
        </pc:sldMkLst>
        <pc:spChg chg="del">
          <ac:chgData name="Guest User" userId="" providerId="Windows Live" clId="Web-{2DFEC205-3048-8210-F626-751DC263ACC0}" dt="2026-03-17T12:19:47.213" v="58"/>
          <ac:spMkLst>
            <pc:docMk/>
            <pc:sldMk cId="1602990398" sldId="278"/>
            <ac:spMk id="2" creationId="{8F05E416-3881-478B-05ED-D2958003BDE8}"/>
          </ac:spMkLst>
        </pc:spChg>
        <pc:spChg chg="del mod">
          <ac:chgData name="Guest User" userId="" providerId="Windows Live" clId="Web-{2DFEC205-3048-8210-F626-751DC263ACC0}" dt="2026-03-17T12:21:12.528" v="79"/>
          <ac:spMkLst>
            <pc:docMk/>
            <pc:sldMk cId="1602990398" sldId="278"/>
            <ac:spMk id="3" creationId="{34C088F4-B48A-8ACE-0EDD-93839EB442F8}"/>
          </ac:spMkLst>
        </pc:spChg>
        <pc:spChg chg="mod">
          <ac:chgData name="Guest User" userId="" providerId="Windows Live" clId="Web-{2DFEC205-3048-8210-F626-751DC263ACC0}" dt="2026-03-17T12:20:42.652" v="78" actId="20577"/>
          <ac:spMkLst>
            <pc:docMk/>
            <pc:sldMk cId="1602990398" sldId="278"/>
            <ac:spMk id="4" creationId="{A77DCBF5-C767-1D47-3441-D77E1F1C0F54}"/>
          </ac:spMkLst>
        </pc:spChg>
        <pc:spChg chg="add del">
          <ac:chgData name="Guest User" userId="" providerId="Windows Live" clId="Web-{2DFEC205-3048-8210-F626-751DC263ACC0}" dt="2026-03-17T12:20:26.355" v="62"/>
          <ac:spMkLst>
            <pc:docMk/>
            <pc:sldMk cId="1602990398" sldId="278"/>
            <ac:spMk id="5" creationId="{79A16609-B97A-2615-F79F-6ACF6E03CCD9}"/>
          </ac:spMkLst>
        </pc:spChg>
      </pc:sldChg>
      <pc:sldChg chg="new del">
        <pc:chgData name="Guest User" userId="" providerId="Windows Live" clId="Web-{2DFEC205-3048-8210-F626-751DC263ACC0}" dt="2026-03-17T12:21:23.434" v="82"/>
        <pc:sldMkLst>
          <pc:docMk/>
          <pc:sldMk cId="1650871915" sldId="27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645D65-A921-BD45-A74E-FDD6A94C7828}" type="datetimeFigureOut">
              <a:rPr lang="en-US" smtClean="0"/>
              <a:t>3/17/2026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DA7C62-858D-9C4B-9AE8-88FCCBB43389}" type="slidenum">
              <a:rPr lang="en-US" smtClean="0"/>
              <a:t>‹#›</a:t>
            </a:fld>
            <a:endParaRPr lang="en-US"/>
          </a:p>
        </p:txBody>
      </p:sp>
    </p:spTree>
    <p:extLst>
      <p:ext uri="{BB962C8B-B14F-4D97-AF65-F5344CB8AC3E}">
        <p14:creationId xmlns:p14="http://schemas.microsoft.com/office/powerpoint/2010/main" val="1947179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B026F580-D4E9-F449-CB89-BADEE08EC73B}"/>
              </a:ext>
            </a:extLst>
          </p:cNvPr>
          <p:cNvSpPr/>
          <p:nvPr userDrawn="1"/>
        </p:nvSpPr>
        <p:spPr>
          <a:xfrm>
            <a:off x="-9912287" y="-3028927"/>
            <a:ext cx="13261976" cy="13261929"/>
          </a:xfrm>
          <a:prstGeom prst="ellipse">
            <a:avLst/>
          </a:prstGeom>
          <a:noFill/>
          <a:ln w="50800">
            <a:gradFill flip="none" rotWithShape="1">
              <a:gsLst>
                <a:gs pos="0">
                  <a:schemeClr val="accent2"/>
                </a:gs>
                <a:gs pos="99000">
                  <a:schemeClr val="accent3"/>
                </a:gs>
              </a:gsLst>
              <a:lin ang="8100000" scaled="1"/>
              <a:tileRect/>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Oswald" pitchFamily="2" charset="77"/>
            </a:endParaRPr>
          </a:p>
        </p:txBody>
      </p:sp>
      <p:sp>
        <p:nvSpPr>
          <p:cNvPr id="8" name="Oval 7">
            <a:extLst>
              <a:ext uri="{FF2B5EF4-FFF2-40B4-BE49-F238E27FC236}">
                <a16:creationId xmlns:a16="http://schemas.microsoft.com/office/drawing/2014/main" id="{AC22CE1A-CA27-B955-70E4-666806EFF6AB}"/>
              </a:ext>
            </a:extLst>
          </p:cNvPr>
          <p:cNvSpPr/>
          <p:nvPr userDrawn="1"/>
        </p:nvSpPr>
        <p:spPr>
          <a:xfrm>
            <a:off x="-9540160" y="-2652966"/>
            <a:ext cx="12517721" cy="12517716"/>
          </a:xfrm>
          <a:prstGeom prst="ellipse">
            <a:avLst/>
          </a:prstGeom>
          <a:gradFill flip="none" rotWithShape="1">
            <a:gsLst>
              <a:gs pos="0">
                <a:schemeClr val="accent2"/>
              </a:gs>
              <a:gs pos="100000">
                <a:schemeClr val="accent1"/>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Oswald" pitchFamily="2" charset="77"/>
            </a:endParaRPr>
          </a:p>
        </p:txBody>
      </p:sp>
      <p:sp>
        <p:nvSpPr>
          <p:cNvPr id="2" name="Title 1">
            <a:extLst>
              <a:ext uri="{FF2B5EF4-FFF2-40B4-BE49-F238E27FC236}">
                <a16:creationId xmlns:a16="http://schemas.microsoft.com/office/drawing/2014/main" id="{C3E5F22F-8F39-7B0C-EBB9-804D57F94D0C}"/>
              </a:ext>
            </a:extLst>
          </p:cNvPr>
          <p:cNvSpPr>
            <a:spLocks noGrp="1"/>
          </p:cNvSpPr>
          <p:nvPr>
            <p:ph type="ctrTitle" hasCustomPrompt="1"/>
          </p:nvPr>
        </p:nvSpPr>
        <p:spPr>
          <a:xfrm>
            <a:off x="3429001" y="685801"/>
            <a:ext cx="7924801" cy="3692768"/>
          </a:xfrm>
        </p:spPr>
        <p:txBody>
          <a:bodyPr anchor="b">
            <a:normAutofit/>
          </a:bodyPr>
          <a:lstStyle>
            <a:lvl1pPr algn="l">
              <a:defRPr sz="4800">
                <a:latin typeface="Oswald" pitchFamily="2" charset="77"/>
              </a:defRPr>
            </a:lvl1pPr>
          </a:lstStyle>
          <a:p>
            <a:r>
              <a:rPr lang="en-US" dirty="0"/>
              <a:t>Click to edit </a:t>
            </a:r>
            <a:br>
              <a:rPr lang="en-US" dirty="0"/>
            </a:br>
            <a:r>
              <a:rPr lang="en-US" dirty="0"/>
              <a:t>Master title style</a:t>
            </a:r>
          </a:p>
        </p:txBody>
      </p:sp>
      <p:sp>
        <p:nvSpPr>
          <p:cNvPr id="3" name="Subtitle 2">
            <a:extLst>
              <a:ext uri="{FF2B5EF4-FFF2-40B4-BE49-F238E27FC236}">
                <a16:creationId xmlns:a16="http://schemas.microsoft.com/office/drawing/2014/main" id="{17B6EB75-C009-DCB5-146F-ED72AD1D9DC5}"/>
              </a:ext>
            </a:extLst>
          </p:cNvPr>
          <p:cNvSpPr>
            <a:spLocks noGrp="1"/>
          </p:cNvSpPr>
          <p:nvPr>
            <p:ph type="subTitle" idx="1"/>
          </p:nvPr>
        </p:nvSpPr>
        <p:spPr>
          <a:xfrm>
            <a:off x="3429001" y="4516438"/>
            <a:ext cx="7924800" cy="1655762"/>
          </a:xfrm>
          <a:prstGeom prst="rect">
            <a:avLst/>
          </a:prstGeom>
        </p:spPr>
        <p:txBody>
          <a:bodyPr>
            <a:normAutofit/>
          </a:bodyPr>
          <a:lstStyle>
            <a:lvl1pPr marL="0" indent="0" algn="l">
              <a:buNone/>
              <a:defRPr sz="1600">
                <a:latin typeface="Oswald"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3" name="Graphic 52">
            <a:extLst>
              <a:ext uri="{FF2B5EF4-FFF2-40B4-BE49-F238E27FC236}">
                <a16:creationId xmlns:a16="http://schemas.microsoft.com/office/drawing/2014/main" id="{9D95CC07-51C3-2647-F55F-F5DB2E19C765}"/>
              </a:ext>
            </a:extLst>
          </p:cNvPr>
          <p:cNvSpPr/>
          <p:nvPr userDrawn="1"/>
        </p:nvSpPr>
        <p:spPr>
          <a:xfrm>
            <a:off x="7815312" y="2214817"/>
            <a:ext cx="912326" cy="915154"/>
          </a:xfrm>
          <a:custGeom>
            <a:avLst/>
            <a:gdLst>
              <a:gd name="connsiteX0" fmla="*/ 587573 w 912326"/>
              <a:gd name="connsiteY0" fmla="*/ 914871 h 915154"/>
              <a:gd name="connsiteX1" fmla="*/ 582199 w 912326"/>
              <a:gd name="connsiteY1" fmla="*/ 909215 h 915154"/>
              <a:gd name="connsiteX2" fmla="*/ 596151 w 912326"/>
              <a:gd name="connsiteY2" fmla="*/ 895546 h 915154"/>
              <a:gd name="connsiteX3" fmla="*/ 582011 w 912326"/>
              <a:gd name="connsiteY3" fmla="*/ 881689 h 915154"/>
              <a:gd name="connsiteX4" fmla="*/ 588044 w 912326"/>
              <a:gd name="connsiteY4" fmla="*/ 876316 h 915154"/>
              <a:gd name="connsiteX5" fmla="*/ 601147 w 912326"/>
              <a:gd name="connsiteY5" fmla="*/ 889890 h 915154"/>
              <a:gd name="connsiteX6" fmla="*/ 614910 w 912326"/>
              <a:gd name="connsiteY6" fmla="*/ 875750 h 915154"/>
              <a:gd name="connsiteX7" fmla="*/ 620944 w 912326"/>
              <a:gd name="connsiteY7" fmla="*/ 882066 h 915154"/>
              <a:gd name="connsiteX8" fmla="*/ 607463 w 912326"/>
              <a:gd name="connsiteY8" fmla="*/ 895264 h 915154"/>
              <a:gd name="connsiteX9" fmla="*/ 621321 w 912326"/>
              <a:gd name="connsiteY9" fmla="*/ 909027 h 915154"/>
              <a:gd name="connsiteX10" fmla="*/ 615476 w 912326"/>
              <a:gd name="connsiteY10" fmla="*/ 914400 h 915154"/>
              <a:gd name="connsiteX11" fmla="*/ 602844 w 912326"/>
              <a:gd name="connsiteY11" fmla="*/ 901485 h 915154"/>
              <a:gd name="connsiteX12" fmla="*/ 588327 w 912326"/>
              <a:gd name="connsiteY12" fmla="*/ 914966 h 915154"/>
              <a:gd name="connsiteX13" fmla="*/ 587761 w 912326"/>
              <a:gd name="connsiteY13" fmla="*/ 914966 h 915154"/>
              <a:gd name="connsiteX14" fmla="*/ 878861 w 912326"/>
              <a:gd name="connsiteY14" fmla="*/ 914871 h 915154"/>
              <a:gd name="connsiteX15" fmla="*/ 892341 w 912326"/>
              <a:gd name="connsiteY15" fmla="*/ 901768 h 915154"/>
              <a:gd name="connsiteX16" fmla="*/ 906104 w 912326"/>
              <a:gd name="connsiteY16" fmla="*/ 914871 h 915154"/>
              <a:gd name="connsiteX17" fmla="*/ 906670 w 912326"/>
              <a:gd name="connsiteY17" fmla="*/ 914871 h 915154"/>
              <a:gd name="connsiteX18" fmla="*/ 912138 w 912326"/>
              <a:gd name="connsiteY18" fmla="*/ 908744 h 915154"/>
              <a:gd name="connsiteX19" fmla="*/ 898280 w 912326"/>
              <a:gd name="connsiteY19" fmla="*/ 895169 h 915154"/>
              <a:gd name="connsiteX20" fmla="*/ 911666 w 912326"/>
              <a:gd name="connsiteY20" fmla="*/ 881972 h 915154"/>
              <a:gd name="connsiteX21" fmla="*/ 905916 w 912326"/>
              <a:gd name="connsiteY21" fmla="*/ 875467 h 915154"/>
              <a:gd name="connsiteX22" fmla="*/ 892247 w 912326"/>
              <a:gd name="connsiteY22" fmla="*/ 889796 h 915154"/>
              <a:gd name="connsiteX23" fmla="*/ 878672 w 912326"/>
              <a:gd name="connsiteY23" fmla="*/ 875939 h 915154"/>
              <a:gd name="connsiteX24" fmla="*/ 872828 w 912326"/>
              <a:gd name="connsiteY24" fmla="*/ 881878 h 915154"/>
              <a:gd name="connsiteX25" fmla="*/ 886874 w 912326"/>
              <a:gd name="connsiteY25" fmla="*/ 895735 h 915154"/>
              <a:gd name="connsiteX26" fmla="*/ 873111 w 912326"/>
              <a:gd name="connsiteY26" fmla="*/ 909121 h 915154"/>
              <a:gd name="connsiteX27" fmla="*/ 878201 w 912326"/>
              <a:gd name="connsiteY27" fmla="*/ 914966 h 915154"/>
              <a:gd name="connsiteX28" fmla="*/ 878767 w 912326"/>
              <a:gd name="connsiteY28" fmla="*/ 914966 h 915154"/>
              <a:gd name="connsiteX29" fmla="*/ 6222 w 912326"/>
              <a:gd name="connsiteY29" fmla="*/ 914871 h 915154"/>
              <a:gd name="connsiteX30" fmla="*/ 20362 w 912326"/>
              <a:gd name="connsiteY30" fmla="*/ 901297 h 915154"/>
              <a:gd name="connsiteX31" fmla="*/ 33654 w 912326"/>
              <a:gd name="connsiteY31" fmla="*/ 914683 h 915154"/>
              <a:gd name="connsiteX32" fmla="*/ 39404 w 912326"/>
              <a:gd name="connsiteY32" fmla="*/ 908744 h 915154"/>
              <a:gd name="connsiteX33" fmla="*/ 25358 w 912326"/>
              <a:gd name="connsiteY33" fmla="*/ 895075 h 915154"/>
              <a:gd name="connsiteX34" fmla="*/ 38838 w 912326"/>
              <a:gd name="connsiteY34" fmla="*/ 881972 h 915154"/>
              <a:gd name="connsiteX35" fmla="*/ 32805 w 912326"/>
              <a:gd name="connsiteY35" fmla="*/ 875656 h 915154"/>
              <a:gd name="connsiteX36" fmla="*/ 19231 w 912326"/>
              <a:gd name="connsiteY36" fmla="*/ 889890 h 915154"/>
              <a:gd name="connsiteX37" fmla="*/ 6033 w 912326"/>
              <a:gd name="connsiteY37" fmla="*/ 876221 h 915154"/>
              <a:gd name="connsiteX38" fmla="*/ 283 w 912326"/>
              <a:gd name="connsiteY38" fmla="*/ 881689 h 915154"/>
              <a:gd name="connsiteX39" fmla="*/ 14329 w 912326"/>
              <a:gd name="connsiteY39" fmla="*/ 895546 h 915154"/>
              <a:gd name="connsiteX40" fmla="*/ 471 w 912326"/>
              <a:gd name="connsiteY40" fmla="*/ 909215 h 915154"/>
              <a:gd name="connsiteX41" fmla="*/ 5750 w 912326"/>
              <a:gd name="connsiteY41" fmla="*/ 914966 h 915154"/>
              <a:gd name="connsiteX42" fmla="*/ 6316 w 912326"/>
              <a:gd name="connsiteY42" fmla="*/ 914966 h 915154"/>
              <a:gd name="connsiteX43" fmla="*/ 324753 w 912326"/>
              <a:gd name="connsiteY43" fmla="*/ 914871 h 915154"/>
              <a:gd name="connsiteX44" fmla="*/ 330315 w 912326"/>
              <a:gd name="connsiteY44" fmla="*/ 908838 h 915154"/>
              <a:gd name="connsiteX45" fmla="*/ 316458 w 912326"/>
              <a:gd name="connsiteY45" fmla="*/ 895075 h 915154"/>
              <a:gd name="connsiteX46" fmla="*/ 330127 w 912326"/>
              <a:gd name="connsiteY46" fmla="*/ 881595 h 915154"/>
              <a:gd name="connsiteX47" fmla="*/ 324188 w 912326"/>
              <a:gd name="connsiteY47" fmla="*/ 875656 h 915154"/>
              <a:gd name="connsiteX48" fmla="*/ 310142 w 912326"/>
              <a:gd name="connsiteY48" fmla="*/ 889890 h 915154"/>
              <a:gd name="connsiteX49" fmla="*/ 296850 w 912326"/>
              <a:gd name="connsiteY49" fmla="*/ 876221 h 915154"/>
              <a:gd name="connsiteX50" fmla="*/ 291005 w 912326"/>
              <a:gd name="connsiteY50" fmla="*/ 881689 h 915154"/>
              <a:gd name="connsiteX51" fmla="*/ 305051 w 912326"/>
              <a:gd name="connsiteY51" fmla="*/ 895641 h 915154"/>
              <a:gd name="connsiteX52" fmla="*/ 291948 w 912326"/>
              <a:gd name="connsiteY52" fmla="*/ 908650 h 915154"/>
              <a:gd name="connsiteX53" fmla="*/ 297133 w 912326"/>
              <a:gd name="connsiteY53" fmla="*/ 915154 h 915154"/>
              <a:gd name="connsiteX54" fmla="*/ 310142 w 912326"/>
              <a:gd name="connsiteY54" fmla="*/ 901768 h 915154"/>
              <a:gd name="connsiteX55" fmla="*/ 324188 w 912326"/>
              <a:gd name="connsiteY55" fmla="*/ 914871 h 915154"/>
              <a:gd name="connsiteX56" fmla="*/ 324753 w 912326"/>
              <a:gd name="connsiteY56" fmla="*/ 914871 h 915154"/>
              <a:gd name="connsiteX57" fmla="*/ 595868 w 912326"/>
              <a:gd name="connsiteY57" fmla="*/ 20079 h 915154"/>
              <a:gd name="connsiteX58" fmla="*/ 582388 w 912326"/>
              <a:gd name="connsiteY58" fmla="*/ 33277 h 915154"/>
              <a:gd name="connsiteX59" fmla="*/ 588421 w 912326"/>
              <a:gd name="connsiteY59" fmla="*/ 39781 h 915154"/>
              <a:gd name="connsiteX60" fmla="*/ 601901 w 912326"/>
              <a:gd name="connsiteY60" fmla="*/ 25358 h 915154"/>
              <a:gd name="connsiteX61" fmla="*/ 615288 w 912326"/>
              <a:gd name="connsiteY61" fmla="*/ 39404 h 915154"/>
              <a:gd name="connsiteX62" fmla="*/ 621321 w 912326"/>
              <a:gd name="connsiteY62" fmla="*/ 33371 h 915154"/>
              <a:gd name="connsiteX63" fmla="*/ 607086 w 912326"/>
              <a:gd name="connsiteY63" fmla="*/ 19419 h 915154"/>
              <a:gd name="connsiteX64" fmla="*/ 620661 w 912326"/>
              <a:gd name="connsiteY64" fmla="*/ 6222 h 915154"/>
              <a:gd name="connsiteX65" fmla="*/ 615193 w 912326"/>
              <a:gd name="connsiteY65" fmla="*/ 377 h 915154"/>
              <a:gd name="connsiteX66" fmla="*/ 601242 w 912326"/>
              <a:gd name="connsiteY66" fmla="*/ 14612 h 915154"/>
              <a:gd name="connsiteX67" fmla="*/ 587667 w 912326"/>
              <a:gd name="connsiteY67" fmla="*/ 660 h 915154"/>
              <a:gd name="connsiteX68" fmla="*/ 581822 w 912326"/>
              <a:gd name="connsiteY68" fmla="*/ 6410 h 915154"/>
              <a:gd name="connsiteX69" fmla="*/ 595774 w 912326"/>
              <a:gd name="connsiteY69" fmla="*/ 20079 h 915154"/>
              <a:gd name="connsiteX70" fmla="*/ 39687 w 912326"/>
              <a:gd name="connsiteY70" fmla="*/ 325036 h 915154"/>
              <a:gd name="connsiteX71" fmla="*/ 25358 w 912326"/>
              <a:gd name="connsiteY71" fmla="*/ 311273 h 915154"/>
              <a:gd name="connsiteX72" fmla="*/ 38838 w 912326"/>
              <a:gd name="connsiteY72" fmla="*/ 297887 h 915154"/>
              <a:gd name="connsiteX73" fmla="*/ 33088 w 912326"/>
              <a:gd name="connsiteY73" fmla="*/ 291948 h 915154"/>
              <a:gd name="connsiteX74" fmla="*/ 19136 w 912326"/>
              <a:gd name="connsiteY74" fmla="*/ 306088 h 915154"/>
              <a:gd name="connsiteX75" fmla="*/ 5939 w 912326"/>
              <a:gd name="connsiteY75" fmla="*/ 292514 h 915154"/>
              <a:gd name="connsiteX76" fmla="*/ 0 w 912326"/>
              <a:gd name="connsiteY76" fmla="*/ 298264 h 915154"/>
              <a:gd name="connsiteX77" fmla="*/ 14234 w 912326"/>
              <a:gd name="connsiteY77" fmla="*/ 311933 h 915154"/>
              <a:gd name="connsiteX78" fmla="*/ 566 w 912326"/>
              <a:gd name="connsiteY78" fmla="*/ 325319 h 915154"/>
              <a:gd name="connsiteX79" fmla="*/ 6033 w 912326"/>
              <a:gd name="connsiteY79" fmla="*/ 331164 h 915154"/>
              <a:gd name="connsiteX80" fmla="*/ 19702 w 912326"/>
              <a:gd name="connsiteY80" fmla="*/ 317401 h 915154"/>
              <a:gd name="connsiteX81" fmla="*/ 33182 w 912326"/>
              <a:gd name="connsiteY81" fmla="*/ 331164 h 915154"/>
              <a:gd name="connsiteX82" fmla="*/ 39687 w 912326"/>
              <a:gd name="connsiteY82" fmla="*/ 325036 h 915154"/>
              <a:gd name="connsiteX83" fmla="*/ 329844 w 912326"/>
              <a:gd name="connsiteY83" fmla="*/ 298170 h 915154"/>
              <a:gd name="connsiteX84" fmla="*/ 324094 w 912326"/>
              <a:gd name="connsiteY84" fmla="*/ 291854 h 915154"/>
              <a:gd name="connsiteX85" fmla="*/ 310425 w 912326"/>
              <a:gd name="connsiteY85" fmla="*/ 306371 h 915154"/>
              <a:gd name="connsiteX86" fmla="*/ 296944 w 912326"/>
              <a:gd name="connsiteY86" fmla="*/ 292514 h 915154"/>
              <a:gd name="connsiteX87" fmla="*/ 291005 w 912326"/>
              <a:gd name="connsiteY87" fmla="*/ 298453 h 915154"/>
              <a:gd name="connsiteX88" fmla="*/ 305051 w 912326"/>
              <a:gd name="connsiteY88" fmla="*/ 312404 h 915154"/>
              <a:gd name="connsiteX89" fmla="*/ 291665 w 912326"/>
              <a:gd name="connsiteY89" fmla="*/ 325508 h 915154"/>
              <a:gd name="connsiteX90" fmla="*/ 297133 w 912326"/>
              <a:gd name="connsiteY90" fmla="*/ 331446 h 915154"/>
              <a:gd name="connsiteX91" fmla="*/ 310707 w 912326"/>
              <a:gd name="connsiteY91" fmla="*/ 317495 h 915154"/>
              <a:gd name="connsiteX92" fmla="*/ 323999 w 912326"/>
              <a:gd name="connsiteY92" fmla="*/ 331069 h 915154"/>
              <a:gd name="connsiteX93" fmla="*/ 330315 w 912326"/>
              <a:gd name="connsiteY93" fmla="*/ 325413 h 915154"/>
              <a:gd name="connsiteX94" fmla="*/ 316175 w 912326"/>
              <a:gd name="connsiteY94" fmla="*/ 311650 h 915154"/>
              <a:gd name="connsiteX95" fmla="*/ 329844 w 912326"/>
              <a:gd name="connsiteY95" fmla="*/ 298264 h 915154"/>
              <a:gd name="connsiteX96" fmla="*/ 19419 w 912326"/>
              <a:gd name="connsiteY96" fmla="*/ 598131 h 915154"/>
              <a:gd name="connsiteX97" fmla="*/ 6127 w 912326"/>
              <a:gd name="connsiteY97" fmla="*/ 584273 h 915154"/>
              <a:gd name="connsiteX98" fmla="*/ 283 w 912326"/>
              <a:gd name="connsiteY98" fmla="*/ 589929 h 915154"/>
              <a:gd name="connsiteX99" fmla="*/ 14329 w 912326"/>
              <a:gd name="connsiteY99" fmla="*/ 603504 h 915154"/>
              <a:gd name="connsiteX100" fmla="*/ 754 w 912326"/>
              <a:gd name="connsiteY100" fmla="*/ 616796 h 915154"/>
              <a:gd name="connsiteX101" fmla="*/ 6316 w 912326"/>
              <a:gd name="connsiteY101" fmla="*/ 623112 h 915154"/>
              <a:gd name="connsiteX102" fmla="*/ 20173 w 912326"/>
              <a:gd name="connsiteY102" fmla="*/ 609066 h 915154"/>
              <a:gd name="connsiteX103" fmla="*/ 33371 w 912326"/>
              <a:gd name="connsiteY103" fmla="*/ 622546 h 915154"/>
              <a:gd name="connsiteX104" fmla="*/ 39593 w 912326"/>
              <a:gd name="connsiteY104" fmla="*/ 616796 h 915154"/>
              <a:gd name="connsiteX105" fmla="*/ 25452 w 912326"/>
              <a:gd name="connsiteY105" fmla="*/ 603127 h 915154"/>
              <a:gd name="connsiteX106" fmla="*/ 39216 w 912326"/>
              <a:gd name="connsiteY106" fmla="*/ 589552 h 915154"/>
              <a:gd name="connsiteX107" fmla="*/ 33182 w 912326"/>
              <a:gd name="connsiteY107" fmla="*/ 583425 h 915154"/>
              <a:gd name="connsiteX108" fmla="*/ 19513 w 912326"/>
              <a:gd name="connsiteY108" fmla="*/ 598036 h 915154"/>
              <a:gd name="connsiteX109" fmla="*/ 297133 w 912326"/>
              <a:gd name="connsiteY109" fmla="*/ 584179 h 915154"/>
              <a:gd name="connsiteX110" fmla="*/ 291383 w 912326"/>
              <a:gd name="connsiteY110" fmla="*/ 589929 h 915154"/>
              <a:gd name="connsiteX111" fmla="*/ 305240 w 912326"/>
              <a:gd name="connsiteY111" fmla="*/ 603598 h 915154"/>
              <a:gd name="connsiteX112" fmla="*/ 291665 w 912326"/>
              <a:gd name="connsiteY112" fmla="*/ 616796 h 915154"/>
              <a:gd name="connsiteX113" fmla="*/ 297227 w 912326"/>
              <a:gd name="connsiteY113" fmla="*/ 622923 h 915154"/>
              <a:gd name="connsiteX114" fmla="*/ 310896 w 912326"/>
              <a:gd name="connsiteY114" fmla="*/ 609066 h 915154"/>
              <a:gd name="connsiteX115" fmla="*/ 324565 w 912326"/>
              <a:gd name="connsiteY115" fmla="*/ 622829 h 915154"/>
              <a:gd name="connsiteX116" fmla="*/ 330504 w 912326"/>
              <a:gd name="connsiteY116" fmla="*/ 616702 h 915154"/>
              <a:gd name="connsiteX117" fmla="*/ 316364 w 912326"/>
              <a:gd name="connsiteY117" fmla="*/ 603033 h 915154"/>
              <a:gd name="connsiteX118" fmla="*/ 330221 w 912326"/>
              <a:gd name="connsiteY118" fmla="*/ 589552 h 915154"/>
              <a:gd name="connsiteX119" fmla="*/ 324659 w 912326"/>
              <a:gd name="connsiteY119" fmla="*/ 583896 h 915154"/>
              <a:gd name="connsiteX120" fmla="*/ 310519 w 912326"/>
              <a:gd name="connsiteY120" fmla="*/ 598131 h 915154"/>
              <a:gd name="connsiteX121" fmla="*/ 297227 w 912326"/>
              <a:gd name="connsiteY121" fmla="*/ 584179 h 915154"/>
              <a:gd name="connsiteX122" fmla="*/ 19985 w 912326"/>
              <a:gd name="connsiteY122" fmla="*/ 25547 h 915154"/>
              <a:gd name="connsiteX123" fmla="*/ 33465 w 912326"/>
              <a:gd name="connsiteY123" fmla="*/ 39404 h 915154"/>
              <a:gd name="connsiteX124" fmla="*/ 39310 w 912326"/>
              <a:gd name="connsiteY124" fmla="*/ 33465 h 915154"/>
              <a:gd name="connsiteX125" fmla="*/ 25264 w 912326"/>
              <a:gd name="connsiteY125" fmla="*/ 19608 h 915154"/>
              <a:gd name="connsiteX126" fmla="*/ 39027 w 912326"/>
              <a:gd name="connsiteY126" fmla="*/ 6316 h 915154"/>
              <a:gd name="connsiteX127" fmla="*/ 33182 w 912326"/>
              <a:gd name="connsiteY127" fmla="*/ 283 h 915154"/>
              <a:gd name="connsiteX128" fmla="*/ 19231 w 912326"/>
              <a:gd name="connsiteY128" fmla="*/ 14517 h 915154"/>
              <a:gd name="connsiteX129" fmla="*/ 5939 w 912326"/>
              <a:gd name="connsiteY129" fmla="*/ 943 h 915154"/>
              <a:gd name="connsiteX130" fmla="*/ 189 w 912326"/>
              <a:gd name="connsiteY130" fmla="*/ 6410 h 915154"/>
              <a:gd name="connsiteX131" fmla="*/ 14234 w 912326"/>
              <a:gd name="connsiteY131" fmla="*/ 20173 h 915154"/>
              <a:gd name="connsiteX132" fmla="*/ 566 w 912326"/>
              <a:gd name="connsiteY132" fmla="*/ 33559 h 915154"/>
              <a:gd name="connsiteX133" fmla="*/ 6410 w 912326"/>
              <a:gd name="connsiteY133" fmla="*/ 39687 h 915154"/>
              <a:gd name="connsiteX134" fmla="*/ 20079 w 912326"/>
              <a:gd name="connsiteY134" fmla="*/ 25452 h 915154"/>
              <a:gd name="connsiteX135" fmla="*/ 615476 w 912326"/>
              <a:gd name="connsiteY135" fmla="*/ 330787 h 915154"/>
              <a:gd name="connsiteX136" fmla="*/ 621132 w 912326"/>
              <a:gd name="connsiteY136" fmla="*/ 325319 h 915154"/>
              <a:gd name="connsiteX137" fmla="*/ 606992 w 912326"/>
              <a:gd name="connsiteY137" fmla="*/ 311367 h 915154"/>
              <a:gd name="connsiteX138" fmla="*/ 620567 w 912326"/>
              <a:gd name="connsiteY138" fmla="*/ 298453 h 915154"/>
              <a:gd name="connsiteX139" fmla="*/ 615099 w 912326"/>
              <a:gd name="connsiteY139" fmla="*/ 291854 h 915154"/>
              <a:gd name="connsiteX140" fmla="*/ 601336 w 912326"/>
              <a:gd name="connsiteY140" fmla="*/ 305900 h 915154"/>
              <a:gd name="connsiteX141" fmla="*/ 588233 w 912326"/>
              <a:gd name="connsiteY141" fmla="*/ 292702 h 915154"/>
              <a:gd name="connsiteX142" fmla="*/ 581728 w 912326"/>
              <a:gd name="connsiteY142" fmla="*/ 298170 h 915154"/>
              <a:gd name="connsiteX143" fmla="*/ 595774 w 912326"/>
              <a:gd name="connsiteY143" fmla="*/ 311839 h 915154"/>
              <a:gd name="connsiteX144" fmla="*/ 582105 w 912326"/>
              <a:gd name="connsiteY144" fmla="*/ 325319 h 915154"/>
              <a:gd name="connsiteX145" fmla="*/ 587761 w 912326"/>
              <a:gd name="connsiteY145" fmla="*/ 330881 h 915154"/>
              <a:gd name="connsiteX146" fmla="*/ 601619 w 912326"/>
              <a:gd name="connsiteY146" fmla="*/ 316646 h 915154"/>
              <a:gd name="connsiteX147" fmla="*/ 615382 w 912326"/>
              <a:gd name="connsiteY147" fmla="*/ 330598 h 915154"/>
              <a:gd name="connsiteX148" fmla="*/ 887062 w 912326"/>
              <a:gd name="connsiteY148" fmla="*/ 20173 h 915154"/>
              <a:gd name="connsiteX149" fmla="*/ 873393 w 912326"/>
              <a:gd name="connsiteY149" fmla="*/ 33465 h 915154"/>
              <a:gd name="connsiteX150" fmla="*/ 878861 w 912326"/>
              <a:gd name="connsiteY150" fmla="*/ 39593 h 915154"/>
              <a:gd name="connsiteX151" fmla="*/ 892624 w 912326"/>
              <a:gd name="connsiteY151" fmla="*/ 25641 h 915154"/>
              <a:gd name="connsiteX152" fmla="*/ 906199 w 912326"/>
              <a:gd name="connsiteY152" fmla="*/ 39498 h 915154"/>
              <a:gd name="connsiteX153" fmla="*/ 912043 w 912326"/>
              <a:gd name="connsiteY153" fmla="*/ 33371 h 915154"/>
              <a:gd name="connsiteX154" fmla="*/ 897997 w 912326"/>
              <a:gd name="connsiteY154" fmla="*/ 19796 h 915154"/>
              <a:gd name="connsiteX155" fmla="*/ 911855 w 912326"/>
              <a:gd name="connsiteY155" fmla="*/ 6222 h 915154"/>
              <a:gd name="connsiteX156" fmla="*/ 905916 w 912326"/>
              <a:gd name="connsiteY156" fmla="*/ 189 h 915154"/>
              <a:gd name="connsiteX157" fmla="*/ 892247 w 912326"/>
              <a:gd name="connsiteY157" fmla="*/ 14800 h 915154"/>
              <a:gd name="connsiteX158" fmla="*/ 878955 w 912326"/>
              <a:gd name="connsiteY158" fmla="*/ 660 h 915154"/>
              <a:gd name="connsiteX159" fmla="*/ 873016 w 912326"/>
              <a:gd name="connsiteY159" fmla="*/ 6410 h 915154"/>
              <a:gd name="connsiteX160" fmla="*/ 887157 w 912326"/>
              <a:gd name="connsiteY160" fmla="*/ 20173 h 915154"/>
              <a:gd name="connsiteX161" fmla="*/ 588044 w 912326"/>
              <a:gd name="connsiteY161" fmla="*/ 584273 h 915154"/>
              <a:gd name="connsiteX162" fmla="*/ 581728 w 912326"/>
              <a:gd name="connsiteY162" fmla="*/ 590118 h 915154"/>
              <a:gd name="connsiteX163" fmla="*/ 595868 w 912326"/>
              <a:gd name="connsiteY163" fmla="*/ 603598 h 915154"/>
              <a:gd name="connsiteX164" fmla="*/ 582105 w 912326"/>
              <a:gd name="connsiteY164" fmla="*/ 617079 h 915154"/>
              <a:gd name="connsiteX165" fmla="*/ 587761 w 912326"/>
              <a:gd name="connsiteY165" fmla="*/ 622829 h 915154"/>
              <a:gd name="connsiteX166" fmla="*/ 601336 w 912326"/>
              <a:gd name="connsiteY166" fmla="*/ 608689 h 915154"/>
              <a:gd name="connsiteX167" fmla="*/ 615099 w 912326"/>
              <a:gd name="connsiteY167" fmla="*/ 622640 h 915154"/>
              <a:gd name="connsiteX168" fmla="*/ 621038 w 912326"/>
              <a:gd name="connsiteY168" fmla="*/ 616984 h 915154"/>
              <a:gd name="connsiteX169" fmla="*/ 606898 w 912326"/>
              <a:gd name="connsiteY169" fmla="*/ 603127 h 915154"/>
              <a:gd name="connsiteX170" fmla="*/ 620378 w 912326"/>
              <a:gd name="connsiteY170" fmla="*/ 590118 h 915154"/>
              <a:gd name="connsiteX171" fmla="*/ 615005 w 912326"/>
              <a:gd name="connsiteY171" fmla="*/ 583613 h 915154"/>
              <a:gd name="connsiteX172" fmla="*/ 601242 w 912326"/>
              <a:gd name="connsiteY172" fmla="*/ 597565 h 915154"/>
              <a:gd name="connsiteX173" fmla="*/ 587950 w 912326"/>
              <a:gd name="connsiteY173" fmla="*/ 584179 h 915154"/>
              <a:gd name="connsiteX174" fmla="*/ 305146 w 912326"/>
              <a:gd name="connsiteY174" fmla="*/ 20362 h 915154"/>
              <a:gd name="connsiteX175" fmla="*/ 291665 w 912326"/>
              <a:gd name="connsiteY175" fmla="*/ 33465 h 915154"/>
              <a:gd name="connsiteX176" fmla="*/ 297133 w 912326"/>
              <a:gd name="connsiteY176" fmla="*/ 39687 h 915154"/>
              <a:gd name="connsiteX177" fmla="*/ 310896 w 912326"/>
              <a:gd name="connsiteY177" fmla="*/ 25641 h 915154"/>
              <a:gd name="connsiteX178" fmla="*/ 324471 w 912326"/>
              <a:gd name="connsiteY178" fmla="*/ 39404 h 915154"/>
              <a:gd name="connsiteX179" fmla="*/ 330409 w 912326"/>
              <a:gd name="connsiteY179" fmla="*/ 33371 h 915154"/>
              <a:gd name="connsiteX180" fmla="*/ 316269 w 912326"/>
              <a:gd name="connsiteY180" fmla="*/ 19608 h 915154"/>
              <a:gd name="connsiteX181" fmla="*/ 329750 w 912326"/>
              <a:gd name="connsiteY181" fmla="*/ 6316 h 915154"/>
              <a:gd name="connsiteX182" fmla="*/ 324188 w 912326"/>
              <a:gd name="connsiteY182" fmla="*/ 0 h 915154"/>
              <a:gd name="connsiteX183" fmla="*/ 309953 w 912326"/>
              <a:gd name="connsiteY183" fmla="*/ 14423 h 915154"/>
              <a:gd name="connsiteX184" fmla="*/ 296944 w 912326"/>
              <a:gd name="connsiteY184" fmla="*/ 566 h 915154"/>
              <a:gd name="connsiteX185" fmla="*/ 291005 w 912326"/>
              <a:gd name="connsiteY185" fmla="*/ 6222 h 915154"/>
              <a:gd name="connsiteX186" fmla="*/ 305051 w 912326"/>
              <a:gd name="connsiteY186" fmla="*/ 20173 h 915154"/>
              <a:gd name="connsiteX187" fmla="*/ 911478 w 912326"/>
              <a:gd name="connsiteY187" fmla="*/ 298076 h 915154"/>
              <a:gd name="connsiteX188" fmla="*/ 906104 w 912326"/>
              <a:gd name="connsiteY188" fmla="*/ 291948 h 915154"/>
              <a:gd name="connsiteX189" fmla="*/ 892341 w 912326"/>
              <a:gd name="connsiteY189" fmla="*/ 305900 h 915154"/>
              <a:gd name="connsiteX190" fmla="*/ 879144 w 912326"/>
              <a:gd name="connsiteY190" fmla="*/ 292608 h 915154"/>
              <a:gd name="connsiteX191" fmla="*/ 872828 w 912326"/>
              <a:gd name="connsiteY191" fmla="*/ 298453 h 915154"/>
              <a:gd name="connsiteX192" fmla="*/ 886779 w 912326"/>
              <a:gd name="connsiteY192" fmla="*/ 312121 h 915154"/>
              <a:gd name="connsiteX193" fmla="*/ 873393 w 912326"/>
              <a:gd name="connsiteY193" fmla="*/ 325413 h 915154"/>
              <a:gd name="connsiteX194" fmla="*/ 879144 w 912326"/>
              <a:gd name="connsiteY194" fmla="*/ 331446 h 915154"/>
              <a:gd name="connsiteX195" fmla="*/ 893190 w 912326"/>
              <a:gd name="connsiteY195" fmla="*/ 317023 h 915154"/>
              <a:gd name="connsiteX196" fmla="*/ 906199 w 912326"/>
              <a:gd name="connsiteY196" fmla="*/ 330315 h 915154"/>
              <a:gd name="connsiteX197" fmla="*/ 912043 w 912326"/>
              <a:gd name="connsiteY197" fmla="*/ 325413 h 915154"/>
              <a:gd name="connsiteX198" fmla="*/ 897903 w 912326"/>
              <a:gd name="connsiteY198" fmla="*/ 311462 h 915154"/>
              <a:gd name="connsiteX199" fmla="*/ 911478 w 912326"/>
              <a:gd name="connsiteY199" fmla="*/ 298076 h 915154"/>
              <a:gd name="connsiteX200" fmla="*/ 872828 w 912326"/>
              <a:gd name="connsiteY200" fmla="*/ 590024 h 915154"/>
              <a:gd name="connsiteX201" fmla="*/ 887157 w 912326"/>
              <a:gd name="connsiteY201" fmla="*/ 603598 h 915154"/>
              <a:gd name="connsiteX202" fmla="*/ 873393 w 912326"/>
              <a:gd name="connsiteY202" fmla="*/ 617079 h 915154"/>
              <a:gd name="connsiteX203" fmla="*/ 878955 w 912326"/>
              <a:gd name="connsiteY203" fmla="*/ 623018 h 915154"/>
              <a:gd name="connsiteX204" fmla="*/ 892530 w 912326"/>
              <a:gd name="connsiteY204" fmla="*/ 608972 h 915154"/>
              <a:gd name="connsiteX205" fmla="*/ 905916 w 912326"/>
              <a:gd name="connsiteY205" fmla="*/ 622923 h 915154"/>
              <a:gd name="connsiteX206" fmla="*/ 912326 w 912326"/>
              <a:gd name="connsiteY206" fmla="*/ 616796 h 915154"/>
              <a:gd name="connsiteX207" fmla="*/ 897903 w 912326"/>
              <a:gd name="connsiteY207" fmla="*/ 602844 h 915154"/>
              <a:gd name="connsiteX208" fmla="*/ 911478 w 912326"/>
              <a:gd name="connsiteY208" fmla="*/ 590024 h 915154"/>
              <a:gd name="connsiteX209" fmla="*/ 905916 w 912326"/>
              <a:gd name="connsiteY209" fmla="*/ 583708 h 915154"/>
              <a:gd name="connsiteX210" fmla="*/ 892341 w 912326"/>
              <a:gd name="connsiteY210" fmla="*/ 597754 h 915154"/>
              <a:gd name="connsiteX211" fmla="*/ 878861 w 912326"/>
              <a:gd name="connsiteY211" fmla="*/ 584085 h 915154"/>
              <a:gd name="connsiteX212" fmla="*/ 872828 w 912326"/>
              <a:gd name="connsiteY212" fmla="*/ 590118 h 915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912326" h="915154">
                <a:moveTo>
                  <a:pt x="587573" y="914871"/>
                </a:moveTo>
                <a:cubicBezTo>
                  <a:pt x="585876" y="912986"/>
                  <a:pt x="584085" y="911195"/>
                  <a:pt x="582199" y="909215"/>
                </a:cubicBezTo>
                <a:cubicBezTo>
                  <a:pt x="586819" y="904690"/>
                  <a:pt x="591343" y="900166"/>
                  <a:pt x="596151" y="895546"/>
                </a:cubicBezTo>
                <a:cubicBezTo>
                  <a:pt x="591249" y="890739"/>
                  <a:pt x="586724" y="886308"/>
                  <a:pt x="582011" y="881689"/>
                </a:cubicBezTo>
                <a:cubicBezTo>
                  <a:pt x="584085" y="879804"/>
                  <a:pt x="585970" y="878107"/>
                  <a:pt x="588044" y="876316"/>
                </a:cubicBezTo>
                <a:cubicBezTo>
                  <a:pt x="592286" y="880652"/>
                  <a:pt x="596622" y="885271"/>
                  <a:pt x="601147" y="889890"/>
                </a:cubicBezTo>
                <a:cubicBezTo>
                  <a:pt x="606049" y="884894"/>
                  <a:pt x="610386" y="880369"/>
                  <a:pt x="614910" y="875750"/>
                </a:cubicBezTo>
                <a:cubicBezTo>
                  <a:pt x="617173" y="878107"/>
                  <a:pt x="618870" y="879992"/>
                  <a:pt x="620944" y="882066"/>
                </a:cubicBezTo>
                <a:cubicBezTo>
                  <a:pt x="616607" y="886308"/>
                  <a:pt x="612082" y="890739"/>
                  <a:pt x="607463" y="895264"/>
                </a:cubicBezTo>
                <a:cubicBezTo>
                  <a:pt x="612082" y="899883"/>
                  <a:pt x="616607" y="904313"/>
                  <a:pt x="621321" y="909027"/>
                </a:cubicBezTo>
                <a:cubicBezTo>
                  <a:pt x="619153" y="911006"/>
                  <a:pt x="617361" y="912703"/>
                  <a:pt x="615476" y="914400"/>
                </a:cubicBezTo>
                <a:cubicBezTo>
                  <a:pt x="611234" y="910064"/>
                  <a:pt x="606803" y="905539"/>
                  <a:pt x="602844" y="901485"/>
                </a:cubicBezTo>
                <a:cubicBezTo>
                  <a:pt x="597659" y="906293"/>
                  <a:pt x="592946" y="910629"/>
                  <a:pt x="588327" y="914966"/>
                </a:cubicBezTo>
                <a:lnTo>
                  <a:pt x="587761" y="914966"/>
                </a:lnTo>
                <a:close/>
                <a:moveTo>
                  <a:pt x="878861" y="914871"/>
                </a:moveTo>
                <a:cubicBezTo>
                  <a:pt x="883386" y="910441"/>
                  <a:pt x="888005" y="906010"/>
                  <a:pt x="892341" y="901768"/>
                </a:cubicBezTo>
                <a:cubicBezTo>
                  <a:pt x="896866" y="906104"/>
                  <a:pt x="901485" y="910535"/>
                  <a:pt x="906104" y="914871"/>
                </a:cubicBezTo>
                <a:lnTo>
                  <a:pt x="906670" y="914871"/>
                </a:lnTo>
                <a:cubicBezTo>
                  <a:pt x="908367" y="912986"/>
                  <a:pt x="910158" y="911006"/>
                  <a:pt x="912138" y="908744"/>
                </a:cubicBezTo>
                <a:cubicBezTo>
                  <a:pt x="907424" y="904219"/>
                  <a:pt x="902899" y="899789"/>
                  <a:pt x="898280" y="895169"/>
                </a:cubicBezTo>
                <a:cubicBezTo>
                  <a:pt x="902899" y="890644"/>
                  <a:pt x="907424" y="886214"/>
                  <a:pt x="911666" y="881972"/>
                </a:cubicBezTo>
                <a:cubicBezTo>
                  <a:pt x="909781" y="879898"/>
                  <a:pt x="908084" y="877918"/>
                  <a:pt x="905916" y="875467"/>
                </a:cubicBezTo>
                <a:cubicBezTo>
                  <a:pt x="901297" y="880275"/>
                  <a:pt x="896960" y="884800"/>
                  <a:pt x="892247" y="889796"/>
                </a:cubicBezTo>
                <a:cubicBezTo>
                  <a:pt x="887628" y="885083"/>
                  <a:pt x="883197" y="880558"/>
                  <a:pt x="878672" y="875939"/>
                </a:cubicBezTo>
                <a:cubicBezTo>
                  <a:pt x="876787" y="877918"/>
                  <a:pt x="874996" y="879709"/>
                  <a:pt x="872828" y="881878"/>
                </a:cubicBezTo>
                <a:cubicBezTo>
                  <a:pt x="877447" y="886402"/>
                  <a:pt x="881972" y="890833"/>
                  <a:pt x="886874" y="895735"/>
                </a:cubicBezTo>
                <a:cubicBezTo>
                  <a:pt x="882160" y="900260"/>
                  <a:pt x="877730" y="904690"/>
                  <a:pt x="873111" y="909121"/>
                </a:cubicBezTo>
                <a:cubicBezTo>
                  <a:pt x="874902" y="911195"/>
                  <a:pt x="876599" y="913080"/>
                  <a:pt x="878201" y="914966"/>
                </a:cubicBezTo>
                <a:lnTo>
                  <a:pt x="878767" y="914966"/>
                </a:lnTo>
                <a:close/>
                <a:moveTo>
                  <a:pt x="6222" y="914871"/>
                </a:moveTo>
                <a:cubicBezTo>
                  <a:pt x="10841" y="910441"/>
                  <a:pt x="15366" y="906010"/>
                  <a:pt x="20362" y="901297"/>
                </a:cubicBezTo>
                <a:cubicBezTo>
                  <a:pt x="24604" y="905633"/>
                  <a:pt x="29035" y="910064"/>
                  <a:pt x="33654" y="914683"/>
                </a:cubicBezTo>
                <a:cubicBezTo>
                  <a:pt x="35539" y="912797"/>
                  <a:pt x="37236" y="911006"/>
                  <a:pt x="39404" y="908744"/>
                </a:cubicBezTo>
                <a:cubicBezTo>
                  <a:pt x="34785" y="904219"/>
                  <a:pt x="30260" y="899789"/>
                  <a:pt x="25358" y="895075"/>
                </a:cubicBezTo>
                <a:cubicBezTo>
                  <a:pt x="30072" y="890456"/>
                  <a:pt x="34596" y="886025"/>
                  <a:pt x="38838" y="881972"/>
                </a:cubicBezTo>
                <a:cubicBezTo>
                  <a:pt x="36953" y="879992"/>
                  <a:pt x="35162" y="878107"/>
                  <a:pt x="32805" y="875656"/>
                </a:cubicBezTo>
                <a:cubicBezTo>
                  <a:pt x="28375" y="880275"/>
                  <a:pt x="24038" y="884800"/>
                  <a:pt x="19231" y="889890"/>
                </a:cubicBezTo>
                <a:cubicBezTo>
                  <a:pt x="14706" y="885177"/>
                  <a:pt x="10369" y="880652"/>
                  <a:pt x="6033" y="876221"/>
                </a:cubicBezTo>
                <a:cubicBezTo>
                  <a:pt x="4148" y="878013"/>
                  <a:pt x="2262" y="879804"/>
                  <a:pt x="283" y="881689"/>
                </a:cubicBezTo>
                <a:cubicBezTo>
                  <a:pt x="4996" y="886308"/>
                  <a:pt x="9427" y="890739"/>
                  <a:pt x="14329" y="895546"/>
                </a:cubicBezTo>
                <a:cubicBezTo>
                  <a:pt x="9615" y="900166"/>
                  <a:pt x="5090" y="904690"/>
                  <a:pt x="471" y="909215"/>
                </a:cubicBezTo>
                <a:cubicBezTo>
                  <a:pt x="2357" y="911195"/>
                  <a:pt x="4054" y="913080"/>
                  <a:pt x="5750" y="914966"/>
                </a:cubicBezTo>
                <a:lnTo>
                  <a:pt x="6316" y="914966"/>
                </a:lnTo>
                <a:close/>
                <a:moveTo>
                  <a:pt x="324753" y="914871"/>
                </a:moveTo>
                <a:cubicBezTo>
                  <a:pt x="326545" y="912986"/>
                  <a:pt x="328241" y="911006"/>
                  <a:pt x="330315" y="908838"/>
                </a:cubicBezTo>
                <a:cubicBezTo>
                  <a:pt x="325696" y="904219"/>
                  <a:pt x="321171" y="899789"/>
                  <a:pt x="316458" y="895075"/>
                </a:cubicBezTo>
                <a:cubicBezTo>
                  <a:pt x="320983" y="890550"/>
                  <a:pt x="325508" y="886120"/>
                  <a:pt x="330127" y="881595"/>
                </a:cubicBezTo>
                <a:cubicBezTo>
                  <a:pt x="328241" y="879709"/>
                  <a:pt x="326450" y="877918"/>
                  <a:pt x="324188" y="875656"/>
                </a:cubicBezTo>
                <a:cubicBezTo>
                  <a:pt x="319569" y="880275"/>
                  <a:pt x="315138" y="884800"/>
                  <a:pt x="310142" y="889890"/>
                </a:cubicBezTo>
                <a:cubicBezTo>
                  <a:pt x="305523" y="885177"/>
                  <a:pt x="301092" y="880652"/>
                  <a:pt x="296850" y="876221"/>
                </a:cubicBezTo>
                <a:cubicBezTo>
                  <a:pt x="294965" y="878013"/>
                  <a:pt x="293079" y="879709"/>
                  <a:pt x="291005" y="881689"/>
                </a:cubicBezTo>
                <a:cubicBezTo>
                  <a:pt x="295719" y="886308"/>
                  <a:pt x="300149" y="890739"/>
                  <a:pt x="305051" y="895641"/>
                </a:cubicBezTo>
                <a:cubicBezTo>
                  <a:pt x="300432" y="900260"/>
                  <a:pt x="295907" y="904690"/>
                  <a:pt x="291948" y="908650"/>
                </a:cubicBezTo>
                <a:cubicBezTo>
                  <a:pt x="293645" y="910724"/>
                  <a:pt x="295153" y="912703"/>
                  <a:pt x="297133" y="915154"/>
                </a:cubicBezTo>
                <a:cubicBezTo>
                  <a:pt x="301846" y="910346"/>
                  <a:pt x="306183" y="905822"/>
                  <a:pt x="310142" y="901768"/>
                </a:cubicBezTo>
                <a:cubicBezTo>
                  <a:pt x="314950" y="906199"/>
                  <a:pt x="319569" y="910535"/>
                  <a:pt x="324188" y="914871"/>
                </a:cubicBezTo>
                <a:lnTo>
                  <a:pt x="324753" y="914871"/>
                </a:lnTo>
                <a:close/>
                <a:moveTo>
                  <a:pt x="595868" y="20079"/>
                </a:moveTo>
                <a:cubicBezTo>
                  <a:pt x="591249" y="24604"/>
                  <a:pt x="586724" y="29035"/>
                  <a:pt x="582388" y="33277"/>
                </a:cubicBezTo>
                <a:cubicBezTo>
                  <a:pt x="584368" y="35351"/>
                  <a:pt x="586064" y="37236"/>
                  <a:pt x="588421" y="39781"/>
                </a:cubicBezTo>
                <a:cubicBezTo>
                  <a:pt x="592852" y="35068"/>
                  <a:pt x="597188" y="30449"/>
                  <a:pt x="601901" y="25358"/>
                </a:cubicBezTo>
                <a:cubicBezTo>
                  <a:pt x="606521" y="30166"/>
                  <a:pt x="610857" y="34691"/>
                  <a:pt x="615288" y="39404"/>
                </a:cubicBezTo>
                <a:cubicBezTo>
                  <a:pt x="617267" y="37424"/>
                  <a:pt x="619058" y="35633"/>
                  <a:pt x="621321" y="33371"/>
                </a:cubicBezTo>
                <a:cubicBezTo>
                  <a:pt x="616607" y="28752"/>
                  <a:pt x="612082" y="24321"/>
                  <a:pt x="607086" y="19419"/>
                </a:cubicBezTo>
                <a:cubicBezTo>
                  <a:pt x="611705" y="14894"/>
                  <a:pt x="616230" y="10558"/>
                  <a:pt x="620661" y="6222"/>
                </a:cubicBezTo>
                <a:cubicBezTo>
                  <a:pt x="618870" y="4242"/>
                  <a:pt x="617173" y="2451"/>
                  <a:pt x="615193" y="377"/>
                </a:cubicBezTo>
                <a:cubicBezTo>
                  <a:pt x="610574" y="5090"/>
                  <a:pt x="606144" y="9521"/>
                  <a:pt x="601242" y="14612"/>
                </a:cubicBezTo>
                <a:cubicBezTo>
                  <a:pt x="596622" y="9804"/>
                  <a:pt x="592192" y="5279"/>
                  <a:pt x="587667" y="660"/>
                </a:cubicBezTo>
                <a:cubicBezTo>
                  <a:pt x="585782" y="2545"/>
                  <a:pt x="584085" y="4242"/>
                  <a:pt x="581822" y="6410"/>
                </a:cubicBezTo>
                <a:cubicBezTo>
                  <a:pt x="586536" y="11029"/>
                  <a:pt x="591061" y="15460"/>
                  <a:pt x="595774" y="20079"/>
                </a:cubicBezTo>
                <a:close/>
                <a:moveTo>
                  <a:pt x="39687" y="325036"/>
                </a:moveTo>
                <a:cubicBezTo>
                  <a:pt x="34879" y="320417"/>
                  <a:pt x="30354" y="315986"/>
                  <a:pt x="25358" y="311273"/>
                </a:cubicBezTo>
                <a:cubicBezTo>
                  <a:pt x="29977" y="306748"/>
                  <a:pt x="34408" y="302318"/>
                  <a:pt x="38838" y="297887"/>
                </a:cubicBezTo>
                <a:cubicBezTo>
                  <a:pt x="37047" y="296002"/>
                  <a:pt x="35351" y="294211"/>
                  <a:pt x="33088" y="291948"/>
                </a:cubicBezTo>
                <a:cubicBezTo>
                  <a:pt x="28469" y="296567"/>
                  <a:pt x="24038" y="301092"/>
                  <a:pt x="19136" y="306088"/>
                </a:cubicBezTo>
                <a:cubicBezTo>
                  <a:pt x="14612" y="301469"/>
                  <a:pt x="10181" y="296944"/>
                  <a:pt x="5939" y="292514"/>
                </a:cubicBezTo>
                <a:cubicBezTo>
                  <a:pt x="4054" y="294305"/>
                  <a:pt x="2262" y="296096"/>
                  <a:pt x="0" y="298264"/>
                </a:cubicBezTo>
                <a:cubicBezTo>
                  <a:pt x="4713" y="302789"/>
                  <a:pt x="9238" y="307125"/>
                  <a:pt x="14234" y="311933"/>
                </a:cubicBezTo>
                <a:cubicBezTo>
                  <a:pt x="9521" y="316552"/>
                  <a:pt x="4996" y="320983"/>
                  <a:pt x="566" y="325319"/>
                </a:cubicBezTo>
                <a:cubicBezTo>
                  <a:pt x="2357" y="327204"/>
                  <a:pt x="4054" y="329090"/>
                  <a:pt x="6033" y="331164"/>
                </a:cubicBezTo>
                <a:cubicBezTo>
                  <a:pt x="10652" y="326545"/>
                  <a:pt x="15083" y="322020"/>
                  <a:pt x="19702" y="317401"/>
                </a:cubicBezTo>
                <a:cubicBezTo>
                  <a:pt x="24321" y="322114"/>
                  <a:pt x="28752" y="326639"/>
                  <a:pt x="33182" y="331164"/>
                </a:cubicBezTo>
                <a:cubicBezTo>
                  <a:pt x="35539" y="328995"/>
                  <a:pt x="37330" y="327204"/>
                  <a:pt x="39687" y="325036"/>
                </a:cubicBezTo>
                <a:close/>
                <a:moveTo>
                  <a:pt x="329844" y="298170"/>
                </a:moveTo>
                <a:cubicBezTo>
                  <a:pt x="328053" y="296190"/>
                  <a:pt x="326356" y="294305"/>
                  <a:pt x="324094" y="291854"/>
                </a:cubicBezTo>
                <a:cubicBezTo>
                  <a:pt x="319569" y="296662"/>
                  <a:pt x="315232" y="301281"/>
                  <a:pt x="310425" y="306371"/>
                </a:cubicBezTo>
                <a:cubicBezTo>
                  <a:pt x="305711" y="301469"/>
                  <a:pt x="301281" y="297039"/>
                  <a:pt x="296944" y="292514"/>
                </a:cubicBezTo>
                <a:cubicBezTo>
                  <a:pt x="295059" y="294399"/>
                  <a:pt x="293268" y="296190"/>
                  <a:pt x="291005" y="298453"/>
                </a:cubicBezTo>
                <a:cubicBezTo>
                  <a:pt x="295625" y="302978"/>
                  <a:pt x="300149" y="307408"/>
                  <a:pt x="305051" y="312404"/>
                </a:cubicBezTo>
                <a:cubicBezTo>
                  <a:pt x="300432" y="316835"/>
                  <a:pt x="295907" y="321265"/>
                  <a:pt x="291665" y="325508"/>
                </a:cubicBezTo>
                <a:cubicBezTo>
                  <a:pt x="293456" y="327393"/>
                  <a:pt x="295153" y="329278"/>
                  <a:pt x="297133" y="331446"/>
                </a:cubicBezTo>
                <a:cubicBezTo>
                  <a:pt x="301658" y="326733"/>
                  <a:pt x="306088" y="322208"/>
                  <a:pt x="310707" y="317495"/>
                </a:cubicBezTo>
                <a:cubicBezTo>
                  <a:pt x="315327" y="322302"/>
                  <a:pt x="319757" y="326827"/>
                  <a:pt x="323999" y="331069"/>
                </a:cubicBezTo>
                <a:cubicBezTo>
                  <a:pt x="326262" y="329090"/>
                  <a:pt x="328147" y="327299"/>
                  <a:pt x="330315" y="325413"/>
                </a:cubicBezTo>
                <a:cubicBezTo>
                  <a:pt x="325602" y="320888"/>
                  <a:pt x="321171" y="316552"/>
                  <a:pt x="316175" y="311650"/>
                </a:cubicBezTo>
                <a:cubicBezTo>
                  <a:pt x="320983" y="306937"/>
                  <a:pt x="325508" y="302506"/>
                  <a:pt x="329844" y="298264"/>
                </a:cubicBezTo>
                <a:close/>
                <a:moveTo>
                  <a:pt x="19419" y="598131"/>
                </a:moveTo>
                <a:cubicBezTo>
                  <a:pt x="14706" y="593229"/>
                  <a:pt x="10369" y="588704"/>
                  <a:pt x="6127" y="584273"/>
                </a:cubicBezTo>
                <a:cubicBezTo>
                  <a:pt x="4242" y="586159"/>
                  <a:pt x="2451" y="587856"/>
                  <a:pt x="283" y="589929"/>
                </a:cubicBezTo>
                <a:cubicBezTo>
                  <a:pt x="4808" y="594360"/>
                  <a:pt x="9427" y="598696"/>
                  <a:pt x="14329" y="603504"/>
                </a:cubicBezTo>
                <a:cubicBezTo>
                  <a:pt x="9521" y="608217"/>
                  <a:pt x="4996" y="612742"/>
                  <a:pt x="754" y="616796"/>
                </a:cubicBezTo>
                <a:cubicBezTo>
                  <a:pt x="2545" y="618870"/>
                  <a:pt x="4242" y="620755"/>
                  <a:pt x="6316" y="623112"/>
                </a:cubicBezTo>
                <a:cubicBezTo>
                  <a:pt x="10935" y="618398"/>
                  <a:pt x="15366" y="613874"/>
                  <a:pt x="20173" y="609066"/>
                </a:cubicBezTo>
                <a:cubicBezTo>
                  <a:pt x="24698" y="613685"/>
                  <a:pt x="29035" y="618116"/>
                  <a:pt x="33371" y="622546"/>
                </a:cubicBezTo>
                <a:cubicBezTo>
                  <a:pt x="35445" y="620661"/>
                  <a:pt x="37236" y="618964"/>
                  <a:pt x="39593" y="616796"/>
                </a:cubicBezTo>
                <a:cubicBezTo>
                  <a:pt x="34973" y="612271"/>
                  <a:pt x="30354" y="607840"/>
                  <a:pt x="25452" y="603127"/>
                </a:cubicBezTo>
                <a:cubicBezTo>
                  <a:pt x="30166" y="598414"/>
                  <a:pt x="34691" y="593983"/>
                  <a:pt x="39216" y="589552"/>
                </a:cubicBezTo>
                <a:cubicBezTo>
                  <a:pt x="37330" y="587667"/>
                  <a:pt x="35539" y="585876"/>
                  <a:pt x="33182" y="583425"/>
                </a:cubicBezTo>
                <a:cubicBezTo>
                  <a:pt x="28752" y="588233"/>
                  <a:pt x="24321" y="592852"/>
                  <a:pt x="19513" y="598036"/>
                </a:cubicBezTo>
                <a:close/>
                <a:moveTo>
                  <a:pt x="297133" y="584179"/>
                </a:moveTo>
                <a:cubicBezTo>
                  <a:pt x="295153" y="586159"/>
                  <a:pt x="293362" y="587950"/>
                  <a:pt x="291383" y="589929"/>
                </a:cubicBezTo>
                <a:cubicBezTo>
                  <a:pt x="295813" y="594360"/>
                  <a:pt x="300338" y="598791"/>
                  <a:pt x="305240" y="603598"/>
                </a:cubicBezTo>
                <a:cubicBezTo>
                  <a:pt x="300527" y="608217"/>
                  <a:pt x="296002" y="612648"/>
                  <a:pt x="291665" y="616796"/>
                </a:cubicBezTo>
                <a:cubicBezTo>
                  <a:pt x="293551" y="618870"/>
                  <a:pt x="295248" y="620755"/>
                  <a:pt x="297227" y="622923"/>
                </a:cubicBezTo>
                <a:cubicBezTo>
                  <a:pt x="301846" y="618304"/>
                  <a:pt x="306183" y="613779"/>
                  <a:pt x="310896" y="609066"/>
                </a:cubicBezTo>
                <a:cubicBezTo>
                  <a:pt x="315515" y="613685"/>
                  <a:pt x="319946" y="618210"/>
                  <a:pt x="324565" y="622829"/>
                </a:cubicBezTo>
                <a:cubicBezTo>
                  <a:pt x="326545" y="620755"/>
                  <a:pt x="328241" y="618964"/>
                  <a:pt x="330504" y="616702"/>
                </a:cubicBezTo>
                <a:cubicBezTo>
                  <a:pt x="325885" y="612271"/>
                  <a:pt x="321360" y="607840"/>
                  <a:pt x="316364" y="603033"/>
                </a:cubicBezTo>
                <a:cubicBezTo>
                  <a:pt x="321077" y="598414"/>
                  <a:pt x="325602" y="594077"/>
                  <a:pt x="330221" y="589552"/>
                </a:cubicBezTo>
                <a:cubicBezTo>
                  <a:pt x="328336" y="587573"/>
                  <a:pt x="326545" y="585782"/>
                  <a:pt x="324659" y="583896"/>
                </a:cubicBezTo>
                <a:cubicBezTo>
                  <a:pt x="320040" y="588515"/>
                  <a:pt x="315609" y="592946"/>
                  <a:pt x="310519" y="598131"/>
                </a:cubicBezTo>
                <a:cubicBezTo>
                  <a:pt x="305806" y="593135"/>
                  <a:pt x="301469" y="588610"/>
                  <a:pt x="297227" y="584179"/>
                </a:cubicBezTo>
                <a:close/>
                <a:moveTo>
                  <a:pt x="19985" y="25547"/>
                </a:moveTo>
                <a:cubicBezTo>
                  <a:pt x="24604" y="30260"/>
                  <a:pt x="28940" y="34785"/>
                  <a:pt x="33465" y="39404"/>
                </a:cubicBezTo>
                <a:cubicBezTo>
                  <a:pt x="35445" y="37424"/>
                  <a:pt x="37142" y="35633"/>
                  <a:pt x="39310" y="33465"/>
                </a:cubicBezTo>
                <a:cubicBezTo>
                  <a:pt x="34691" y="28940"/>
                  <a:pt x="30166" y="24510"/>
                  <a:pt x="25264" y="19608"/>
                </a:cubicBezTo>
                <a:cubicBezTo>
                  <a:pt x="29977" y="15083"/>
                  <a:pt x="34502" y="10652"/>
                  <a:pt x="39027" y="6316"/>
                </a:cubicBezTo>
                <a:cubicBezTo>
                  <a:pt x="37142" y="4336"/>
                  <a:pt x="35351" y="2545"/>
                  <a:pt x="33182" y="283"/>
                </a:cubicBezTo>
                <a:cubicBezTo>
                  <a:pt x="28563" y="4996"/>
                  <a:pt x="24133" y="9521"/>
                  <a:pt x="19231" y="14517"/>
                </a:cubicBezTo>
                <a:cubicBezTo>
                  <a:pt x="14612" y="9804"/>
                  <a:pt x="10181" y="5373"/>
                  <a:pt x="5939" y="943"/>
                </a:cubicBezTo>
                <a:cubicBezTo>
                  <a:pt x="4054" y="2734"/>
                  <a:pt x="2262" y="4431"/>
                  <a:pt x="189" y="6410"/>
                </a:cubicBezTo>
                <a:cubicBezTo>
                  <a:pt x="4808" y="10935"/>
                  <a:pt x="9333" y="15366"/>
                  <a:pt x="14234" y="20173"/>
                </a:cubicBezTo>
                <a:cubicBezTo>
                  <a:pt x="9521" y="24792"/>
                  <a:pt x="4902" y="29317"/>
                  <a:pt x="566" y="33559"/>
                </a:cubicBezTo>
                <a:cubicBezTo>
                  <a:pt x="2357" y="35445"/>
                  <a:pt x="4054" y="37236"/>
                  <a:pt x="6410" y="39687"/>
                </a:cubicBezTo>
                <a:cubicBezTo>
                  <a:pt x="10935" y="34973"/>
                  <a:pt x="15271" y="30449"/>
                  <a:pt x="20079" y="25452"/>
                </a:cubicBezTo>
                <a:close/>
                <a:moveTo>
                  <a:pt x="615476" y="330787"/>
                </a:moveTo>
                <a:cubicBezTo>
                  <a:pt x="617361" y="328995"/>
                  <a:pt x="619153" y="327299"/>
                  <a:pt x="621132" y="325319"/>
                </a:cubicBezTo>
                <a:cubicBezTo>
                  <a:pt x="616513" y="320700"/>
                  <a:pt x="611988" y="316269"/>
                  <a:pt x="606992" y="311367"/>
                </a:cubicBezTo>
                <a:cubicBezTo>
                  <a:pt x="611800" y="306842"/>
                  <a:pt x="616419" y="302412"/>
                  <a:pt x="620567" y="298453"/>
                </a:cubicBezTo>
                <a:cubicBezTo>
                  <a:pt x="618681" y="296190"/>
                  <a:pt x="617079" y="294211"/>
                  <a:pt x="615099" y="291854"/>
                </a:cubicBezTo>
                <a:cubicBezTo>
                  <a:pt x="610386" y="296662"/>
                  <a:pt x="605955" y="301092"/>
                  <a:pt x="601336" y="305900"/>
                </a:cubicBezTo>
                <a:cubicBezTo>
                  <a:pt x="596811" y="301281"/>
                  <a:pt x="592380" y="296850"/>
                  <a:pt x="588233" y="292702"/>
                </a:cubicBezTo>
                <a:cubicBezTo>
                  <a:pt x="586064" y="294493"/>
                  <a:pt x="584085" y="296190"/>
                  <a:pt x="581728" y="298170"/>
                </a:cubicBezTo>
                <a:cubicBezTo>
                  <a:pt x="586536" y="302883"/>
                  <a:pt x="591061" y="307314"/>
                  <a:pt x="595774" y="311839"/>
                </a:cubicBezTo>
                <a:cubicBezTo>
                  <a:pt x="591155" y="316364"/>
                  <a:pt x="586724" y="320888"/>
                  <a:pt x="582105" y="325319"/>
                </a:cubicBezTo>
                <a:cubicBezTo>
                  <a:pt x="583991" y="327204"/>
                  <a:pt x="585782" y="328995"/>
                  <a:pt x="587761" y="330881"/>
                </a:cubicBezTo>
                <a:cubicBezTo>
                  <a:pt x="592286" y="326262"/>
                  <a:pt x="596622" y="321831"/>
                  <a:pt x="601619" y="316646"/>
                </a:cubicBezTo>
                <a:cubicBezTo>
                  <a:pt x="606615" y="321643"/>
                  <a:pt x="610951" y="326167"/>
                  <a:pt x="615382" y="330598"/>
                </a:cubicBezTo>
                <a:close/>
                <a:moveTo>
                  <a:pt x="887062" y="20173"/>
                </a:moveTo>
                <a:cubicBezTo>
                  <a:pt x="882255" y="24792"/>
                  <a:pt x="877730" y="29317"/>
                  <a:pt x="873393" y="33465"/>
                </a:cubicBezTo>
                <a:cubicBezTo>
                  <a:pt x="875279" y="35539"/>
                  <a:pt x="876881" y="37424"/>
                  <a:pt x="878861" y="39593"/>
                </a:cubicBezTo>
                <a:cubicBezTo>
                  <a:pt x="883480" y="34879"/>
                  <a:pt x="887911" y="30354"/>
                  <a:pt x="892624" y="25641"/>
                </a:cubicBezTo>
                <a:cubicBezTo>
                  <a:pt x="897243" y="30354"/>
                  <a:pt x="901674" y="34879"/>
                  <a:pt x="906199" y="39498"/>
                </a:cubicBezTo>
                <a:cubicBezTo>
                  <a:pt x="908178" y="37424"/>
                  <a:pt x="909969" y="35633"/>
                  <a:pt x="912043" y="33371"/>
                </a:cubicBezTo>
                <a:cubicBezTo>
                  <a:pt x="907518" y="28940"/>
                  <a:pt x="902899" y="24510"/>
                  <a:pt x="897997" y="19796"/>
                </a:cubicBezTo>
                <a:cubicBezTo>
                  <a:pt x="902711" y="15083"/>
                  <a:pt x="907236" y="10747"/>
                  <a:pt x="911855" y="6222"/>
                </a:cubicBezTo>
                <a:cubicBezTo>
                  <a:pt x="909969" y="4336"/>
                  <a:pt x="908178" y="2545"/>
                  <a:pt x="905916" y="189"/>
                </a:cubicBezTo>
                <a:cubicBezTo>
                  <a:pt x="901485" y="4902"/>
                  <a:pt x="897149" y="9615"/>
                  <a:pt x="892247" y="14800"/>
                </a:cubicBezTo>
                <a:cubicBezTo>
                  <a:pt x="887534" y="9804"/>
                  <a:pt x="883197" y="5279"/>
                  <a:pt x="878955" y="660"/>
                </a:cubicBezTo>
                <a:cubicBezTo>
                  <a:pt x="876976" y="2545"/>
                  <a:pt x="875279" y="4242"/>
                  <a:pt x="873016" y="6410"/>
                </a:cubicBezTo>
                <a:cubicBezTo>
                  <a:pt x="877635" y="10935"/>
                  <a:pt x="882160" y="15366"/>
                  <a:pt x="887157" y="20173"/>
                </a:cubicBezTo>
                <a:close/>
                <a:moveTo>
                  <a:pt x="588044" y="584273"/>
                </a:moveTo>
                <a:cubicBezTo>
                  <a:pt x="585970" y="586159"/>
                  <a:pt x="584085" y="587856"/>
                  <a:pt x="581728" y="590118"/>
                </a:cubicBezTo>
                <a:cubicBezTo>
                  <a:pt x="586536" y="594643"/>
                  <a:pt x="591061" y="599073"/>
                  <a:pt x="595868" y="603598"/>
                </a:cubicBezTo>
                <a:cubicBezTo>
                  <a:pt x="591155" y="608217"/>
                  <a:pt x="586630" y="612648"/>
                  <a:pt x="582105" y="617079"/>
                </a:cubicBezTo>
                <a:cubicBezTo>
                  <a:pt x="583991" y="618964"/>
                  <a:pt x="585782" y="620755"/>
                  <a:pt x="587761" y="622829"/>
                </a:cubicBezTo>
                <a:cubicBezTo>
                  <a:pt x="592192" y="618210"/>
                  <a:pt x="596528" y="613685"/>
                  <a:pt x="601336" y="608689"/>
                </a:cubicBezTo>
                <a:cubicBezTo>
                  <a:pt x="606238" y="613685"/>
                  <a:pt x="610763" y="618210"/>
                  <a:pt x="615099" y="622640"/>
                </a:cubicBezTo>
                <a:cubicBezTo>
                  <a:pt x="617173" y="620661"/>
                  <a:pt x="618964" y="618964"/>
                  <a:pt x="621038" y="616984"/>
                </a:cubicBezTo>
                <a:cubicBezTo>
                  <a:pt x="616324" y="612365"/>
                  <a:pt x="611894" y="607935"/>
                  <a:pt x="606898" y="603127"/>
                </a:cubicBezTo>
                <a:cubicBezTo>
                  <a:pt x="611611" y="598508"/>
                  <a:pt x="616230" y="594077"/>
                  <a:pt x="620378" y="590118"/>
                </a:cubicBezTo>
                <a:cubicBezTo>
                  <a:pt x="618587" y="587950"/>
                  <a:pt x="616984" y="585970"/>
                  <a:pt x="615005" y="583613"/>
                </a:cubicBezTo>
                <a:cubicBezTo>
                  <a:pt x="610291" y="588327"/>
                  <a:pt x="605955" y="592852"/>
                  <a:pt x="601242" y="597565"/>
                </a:cubicBezTo>
                <a:cubicBezTo>
                  <a:pt x="596717" y="592946"/>
                  <a:pt x="592286" y="588515"/>
                  <a:pt x="587950" y="584179"/>
                </a:cubicBezTo>
                <a:close/>
                <a:moveTo>
                  <a:pt x="305146" y="20362"/>
                </a:moveTo>
                <a:cubicBezTo>
                  <a:pt x="300432" y="24887"/>
                  <a:pt x="295907" y="29317"/>
                  <a:pt x="291665" y="33465"/>
                </a:cubicBezTo>
                <a:cubicBezTo>
                  <a:pt x="293456" y="35539"/>
                  <a:pt x="295153" y="37424"/>
                  <a:pt x="297133" y="39687"/>
                </a:cubicBezTo>
                <a:cubicBezTo>
                  <a:pt x="301752" y="34973"/>
                  <a:pt x="306183" y="30449"/>
                  <a:pt x="310896" y="25641"/>
                </a:cubicBezTo>
                <a:cubicBezTo>
                  <a:pt x="315515" y="30260"/>
                  <a:pt x="319946" y="34785"/>
                  <a:pt x="324471" y="39404"/>
                </a:cubicBezTo>
                <a:cubicBezTo>
                  <a:pt x="326356" y="37424"/>
                  <a:pt x="328147" y="35633"/>
                  <a:pt x="330409" y="33371"/>
                </a:cubicBezTo>
                <a:cubicBezTo>
                  <a:pt x="325790" y="28846"/>
                  <a:pt x="321171" y="24415"/>
                  <a:pt x="316269" y="19608"/>
                </a:cubicBezTo>
                <a:cubicBezTo>
                  <a:pt x="320983" y="14989"/>
                  <a:pt x="325413" y="10558"/>
                  <a:pt x="329750" y="6316"/>
                </a:cubicBezTo>
                <a:cubicBezTo>
                  <a:pt x="327959" y="4336"/>
                  <a:pt x="326356" y="2451"/>
                  <a:pt x="324188" y="0"/>
                </a:cubicBezTo>
                <a:cubicBezTo>
                  <a:pt x="319474" y="4808"/>
                  <a:pt x="315044" y="9333"/>
                  <a:pt x="309953" y="14423"/>
                </a:cubicBezTo>
                <a:cubicBezTo>
                  <a:pt x="305523" y="9710"/>
                  <a:pt x="301186" y="5090"/>
                  <a:pt x="296944" y="566"/>
                </a:cubicBezTo>
                <a:cubicBezTo>
                  <a:pt x="294965" y="2451"/>
                  <a:pt x="293268" y="4148"/>
                  <a:pt x="291005" y="6222"/>
                </a:cubicBezTo>
                <a:cubicBezTo>
                  <a:pt x="295625" y="10841"/>
                  <a:pt x="300149" y="15271"/>
                  <a:pt x="305051" y="20173"/>
                </a:cubicBezTo>
                <a:close/>
                <a:moveTo>
                  <a:pt x="911478" y="298076"/>
                </a:moveTo>
                <a:cubicBezTo>
                  <a:pt x="909781" y="296096"/>
                  <a:pt x="908084" y="294211"/>
                  <a:pt x="906104" y="291948"/>
                </a:cubicBezTo>
                <a:cubicBezTo>
                  <a:pt x="901485" y="296662"/>
                  <a:pt x="897055" y="301186"/>
                  <a:pt x="892341" y="305900"/>
                </a:cubicBezTo>
                <a:cubicBezTo>
                  <a:pt x="887816" y="301281"/>
                  <a:pt x="883386" y="296850"/>
                  <a:pt x="879144" y="292608"/>
                </a:cubicBezTo>
                <a:cubicBezTo>
                  <a:pt x="877070" y="294493"/>
                  <a:pt x="875184" y="296284"/>
                  <a:pt x="872828" y="298453"/>
                </a:cubicBezTo>
                <a:cubicBezTo>
                  <a:pt x="877541" y="303072"/>
                  <a:pt x="881972" y="307408"/>
                  <a:pt x="886779" y="312121"/>
                </a:cubicBezTo>
                <a:cubicBezTo>
                  <a:pt x="882349" y="316552"/>
                  <a:pt x="877824" y="320983"/>
                  <a:pt x="873393" y="325413"/>
                </a:cubicBezTo>
                <a:cubicBezTo>
                  <a:pt x="875184" y="327299"/>
                  <a:pt x="876881" y="329090"/>
                  <a:pt x="879144" y="331446"/>
                </a:cubicBezTo>
                <a:cubicBezTo>
                  <a:pt x="883763" y="326733"/>
                  <a:pt x="888194" y="322208"/>
                  <a:pt x="893190" y="317023"/>
                </a:cubicBezTo>
                <a:cubicBezTo>
                  <a:pt x="897809" y="321737"/>
                  <a:pt x="902239" y="326167"/>
                  <a:pt x="906199" y="330315"/>
                </a:cubicBezTo>
                <a:cubicBezTo>
                  <a:pt x="908084" y="328713"/>
                  <a:pt x="910064" y="327110"/>
                  <a:pt x="912043" y="325413"/>
                </a:cubicBezTo>
                <a:cubicBezTo>
                  <a:pt x="907424" y="320888"/>
                  <a:pt x="902994" y="316458"/>
                  <a:pt x="897903" y="311462"/>
                </a:cubicBezTo>
                <a:cubicBezTo>
                  <a:pt x="902805" y="306654"/>
                  <a:pt x="907330" y="302223"/>
                  <a:pt x="911478" y="298076"/>
                </a:cubicBezTo>
                <a:close/>
                <a:moveTo>
                  <a:pt x="872828" y="590024"/>
                </a:moveTo>
                <a:cubicBezTo>
                  <a:pt x="877541" y="594454"/>
                  <a:pt x="882160" y="598885"/>
                  <a:pt x="887157" y="603598"/>
                </a:cubicBezTo>
                <a:cubicBezTo>
                  <a:pt x="882349" y="608312"/>
                  <a:pt x="877824" y="612742"/>
                  <a:pt x="873393" y="617079"/>
                </a:cubicBezTo>
                <a:cubicBezTo>
                  <a:pt x="875184" y="618964"/>
                  <a:pt x="876881" y="620849"/>
                  <a:pt x="878955" y="623018"/>
                </a:cubicBezTo>
                <a:cubicBezTo>
                  <a:pt x="883480" y="618304"/>
                  <a:pt x="887816" y="613779"/>
                  <a:pt x="892530" y="608972"/>
                </a:cubicBezTo>
                <a:cubicBezTo>
                  <a:pt x="897243" y="613874"/>
                  <a:pt x="901580" y="618398"/>
                  <a:pt x="905916" y="622923"/>
                </a:cubicBezTo>
                <a:cubicBezTo>
                  <a:pt x="908178" y="620755"/>
                  <a:pt x="910064" y="618964"/>
                  <a:pt x="912326" y="616796"/>
                </a:cubicBezTo>
                <a:cubicBezTo>
                  <a:pt x="907613" y="612271"/>
                  <a:pt x="903088" y="607840"/>
                  <a:pt x="897903" y="602844"/>
                </a:cubicBezTo>
                <a:cubicBezTo>
                  <a:pt x="902617" y="598319"/>
                  <a:pt x="907236" y="593983"/>
                  <a:pt x="911478" y="590024"/>
                </a:cubicBezTo>
                <a:cubicBezTo>
                  <a:pt x="909687" y="587950"/>
                  <a:pt x="907990" y="586064"/>
                  <a:pt x="905916" y="583708"/>
                </a:cubicBezTo>
                <a:cubicBezTo>
                  <a:pt x="901391" y="588421"/>
                  <a:pt x="896960" y="592946"/>
                  <a:pt x="892341" y="597754"/>
                </a:cubicBezTo>
                <a:cubicBezTo>
                  <a:pt x="887722" y="593135"/>
                  <a:pt x="883386" y="588610"/>
                  <a:pt x="878861" y="584085"/>
                </a:cubicBezTo>
                <a:cubicBezTo>
                  <a:pt x="876881" y="586064"/>
                  <a:pt x="875184" y="587856"/>
                  <a:pt x="872828" y="590118"/>
                </a:cubicBezTo>
                <a:close/>
              </a:path>
            </a:pathLst>
          </a:custGeom>
          <a:solidFill>
            <a:schemeClr val="accent2"/>
          </a:solidFill>
          <a:ln w="9427" cap="flat">
            <a:noFill/>
            <a:prstDash val="solid"/>
            <a:miter/>
          </a:ln>
        </p:spPr>
        <p:txBody>
          <a:bodyPr rtlCol="0" anchor="ctr"/>
          <a:lstStyle/>
          <a:p>
            <a:endParaRPr lang="en-US" b="0" i="0" dirty="0">
              <a:latin typeface="Oswald" pitchFamily="2" charset="77"/>
            </a:endParaRPr>
          </a:p>
        </p:txBody>
      </p:sp>
    </p:spTree>
    <p:extLst>
      <p:ext uri="{BB962C8B-B14F-4D97-AF65-F5344CB8AC3E}">
        <p14:creationId xmlns:p14="http://schemas.microsoft.com/office/powerpoint/2010/main" val="6367599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07F24674-FD19-2CD1-3535-81B72893F396}"/>
              </a:ext>
            </a:extLst>
          </p:cNvPr>
          <p:cNvSpPr/>
          <p:nvPr userDrawn="1"/>
        </p:nvSpPr>
        <p:spPr>
          <a:xfrm>
            <a:off x="-974089" y="5886897"/>
            <a:ext cx="3237167" cy="3237166"/>
          </a:xfrm>
          <a:prstGeom prst="ellipse">
            <a:avLst/>
          </a:prstGeom>
          <a:gradFill flip="none" rotWithShape="1">
            <a:gsLst>
              <a:gs pos="0">
                <a:schemeClr val="accent2"/>
              </a:gs>
              <a:gs pos="100000">
                <a:schemeClr val="accent1"/>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Oswald" pitchFamily="2" charset="77"/>
            </a:endParaRPr>
          </a:p>
        </p:txBody>
      </p:sp>
      <p:sp>
        <p:nvSpPr>
          <p:cNvPr id="3" name="Content Placeholder 2">
            <a:extLst>
              <a:ext uri="{FF2B5EF4-FFF2-40B4-BE49-F238E27FC236}">
                <a16:creationId xmlns:a16="http://schemas.microsoft.com/office/drawing/2014/main" id="{8AD6AFD1-F254-99E9-45FB-2CE3C527D03C}"/>
              </a:ext>
            </a:extLst>
          </p:cNvPr>
          <p:cNvSpPr>
            <a:spLocks noGrp="1"/>
          </p:cNvSpPr>
          <p:nvPr>
            <p:ph idx="1"/>
          </p:nvPr>
        </p:nvSpPr>
        <p:spPr>
          <a:xfrm>
            <a:off x="838199" y="1825625"/>
            <a:ext cx="10515601" cy="4351338"/>
          </a:xfrm>
          <a:prstGeom prst="rect">
            <a:avLst/>
          </a:prstGeom>
        </p:spPr>
        <p:txBody>
          <a:bodyPr>
            <a:normAutofit/>
          </a:bodyPr>
          <a:lstStyle>
            <a:lvl1pPr>
              <a:buClr>
                <a:schemeClr val="accent2"/>
              </a:buClr>
              <a:defRPr sz="2000">
                <a:latin typeface="Oswald" pitchFamily="2" charset="77"/>
              </a:defRPr>
            </a:lvl1pPr>
            <a:lvl2pPr>
              <a:buClr>
                <a:schemeClr val="accent2"/>
              </a:buClr>
              <a:defRPr sz="1800">
                <a:latin typeface="Oswald" pitchFamily="2" charset="77"/>
              </a:defRPr>
            </a:lvl2pPr>
            <a:lvl3pPr>
              <a:buClr>
                <a:schemeClr val="accent2"/>
              </a:buClr>
              <a:defRPr sz="1600">
                <a:latin typeface="Oswald" pitchFamily="2" charset="77"/>
              </a:defRPr>
            </a:lvl3pPr>
            <a:lvl4pPr>
              <a:buClr>
                <a:schemeClr val="accent2"/>
              </a:buClr>
              <a:defRPr sz="1400">
                <a:latin typeface="Oswald" pitchFamily="2" charset="77"/>
              </a:defRPr>
            </a:lvl4pPr>
            <a:lvl5pPr>
              <a:buClr>
                <a:schemeClr val="accent2"/>
              </a:buClr>
              <a:defRPr sz="1400">
                <a:latin typeface="Oswald"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2FF379-4A1C-086A-1CD0-002871013A32}"/>
              </a:ext>
            </a:extLst>
          </p:cNvPr>
          <p:cNvSpPr>
            <a:spLocks noGrp="1"/>
          </p:cNvSpPr>
          <p:nvPr>
            <p:ph type="dt" sz="half" idx="10"/>
          </p:nvPr>
        </p:nvSpPr>
        <p:spPr/>
        <p:txBody>
          <a:bodyPr/>
          <a:lstStyle>
            <a:lvl1pPr>
              <a:defRPr>
                <a:latin typeface="Oswald" pitchFamily="2" charset="77"/>
              </a:defRPr>
            </a:lvl1pPr>
          </a:lstStyle>
          <a:p>
            <a:r>
              <a:rPr lang="en-US"/>
              <a:t>20XX</a:t>
            </a:r>
            <a:endParaRPr lang="en-US" dirty="0"/>
          </a:p>
        </p:txBody>
      </p:sp>
      <p:sp>
        <p:nvSpPr>
          <p:cNvPr id="5" name="Footer Placeholder 4">
            <a:extLst>
              <a:ext uri="{FF2B5EF4-FFF2-40B4-BE49-F238E27FC236}">
                <a16:creationId xmlns:a16="http://schemas.microsoft.com/office/drawing/2014/main" id="{BACF4A1F-3C46-8D2B-DAEB-172DF8684278}"/>
              </a:ext>
            </a:extLst>
          </p:cNvPr>
          <p:cNvSpPr>
            <a:spLocks noGrp="1"/>
          </p:cNvSpPr>
          <p:nvPr>
            <p:ph type="ftr" sz="quarter" idx="11"/>
          </p:nvPr>
        </p:nvSpPr>
        <p:spPr/>
        <p:txBody>
          <a:bodyPr/>
          <a:lstStyle>
            <a:lvl1pPr>
              <a:defRPr>
                <a:latin typeface="Oswald" pitchFamily="2" charset="77"/>
              </a:defRPr>
            </a:lvl1pPr>
          </a:lstStyle>
          <a:p>
            <a:endParaRPr lang="en-US"/>
          </a:p>
        </p:txBody>
      </p:sp>
      <p:sp>
        <p:nvSpPr>
          <p:cNvPr id="6" name="Slide Number Placeholder 5">
            <a:extLst>
              <a:ext uri="{FF2B5EF4-FFF2-40B4-BE49-F238E27FC236}">
                <a16:creationId xmlns:a16="http://schemas.microsoft.com/office/drawing/2014/main" id="{FBC1D808-CBAA-B9C7-9309-BC4A8CA19769}"/>
              </a:ext>
            </a:extLst>
          </p:cNvPr>
          <p:cNvSpPr>
            <a:spLocks noGrp="1"/>
          </p:cNvSpPr>
          <p:nvPr>
            <p:ph type="sldNum" sz="quarter" idx="12"/>
          </p:nvPr>
        </p:nvSpPr>
        <p:spPr/>
        <p:txBody>
          <a:bodyPr/>
          <a:lstStyle>
            <a:lvl1pPr>
              <a:defRPr>
                <a:latin typeface="Oswald" pitchFamily="2" charset="77"/>
              </a:defRPr>
            </a:lvl1pPr>
          </a:lstStyle>
          <a:p>
            <a:fld id="{92A6C7AB-A877-C342-9CE7-90563939BDE3}" type="slidenum">
              <a:rPr lang="en-US" smtClean="0"/>
              <a:pPr/>
              <a:t>‹#›</a:t>
            </a:fld>
            <a:endParaRPr lang="en-US"/>
          </a:p>
        </p:txBody>
      </p:sp>
      <p:sp>
        <p:nvSpPr>
          <p:cNvPr id="7" name="Graphic 52">
            <a:extLst>
              <a:ext uri="{FF2B5EF4-FFF2-40B4-BE49-F238E27FC236}">
                <a16:creationId xmlns:a16="http://schemas.microsoft.com/office/drawing/2014/main" id="{43BF9992-3081-C848-73E9-3FB76232BC2D}"/>
              </a:ext>
            </a:extLst>
          </p:cNvPr>
          <p:cNvSpPr/>
          <p:nvPr userDrawn="1"/>
        </p:nvSpPr>
        <p:spPr>
          <a:xfrm>
            <a:off x="10635179" y="4657191"/>
            <a:ext cx="912326" cy="915154"/>
          </a:xfrm>
          <a:custGeom>
            <a:avLst/>
            <a:gdLst>
              <a:gd name="connsiteX0" fmla="*/ 587573 w 912326"/>
              <a:gd name="connsiteY0" fmla="*/ 914871 h 915154"/>
              <a:gd name="connsiteX1" fmla="*/ 582199 w 912326"/>
              <a:gd name="connsiteY1" fmla="*/ 909215 h 915154"/>
              <a:gd name="connsiteX2" fmla="*/ 596151 w 912326"/>
              <a:gd name="connsiteY2" fmla="*/ 895546 h 915154"/>
              <a:gd name="connsiteX3" fmla="*/ 582011 w 912326"/>
              <a:gd name="connsiteY3" fmla="*/ 881689 h 915154"/>
              <a:gd name="connsiteX4" fmla="*/ 588044 w 912326"/>
              <a:gd name="connsiteY4" fmla="*/ 876316 h 915154"/>
              <a:gd name="connsiteX5" fmla="*/ 601147 w 912326"/>
              <a:gd name="connsiteY5" fmla="*/ 889890 h 915154"/>
              <a:gd name="connsiteX6" fmla="*/ 614910 w 912326"/>
              <a:gd name="connsiteY6" fmla="*/ 875750 h 915154"/>
              <a:gd name="connsiteX7" fmla="*/ 620944 w 912326"/>
              <a:gd name="connsiteY7" fmla="*/ 882066 h 915154"/>
              <a:gd name="connsiteX8" fmla="*/ 607463 w 912326"/>
              <a:gd name="connsiteY8" fmla="*/ 895264 h 915154"/>
              <a:gd name="connsiteX9" fmla="*/ 621321 w 912326"/>
              <a:gd name="connsiteY9" fmla="*/ 909027 h 915154"/>
              <a:gd name="connsiteX10" fmla="*/ 615476 w 912326"/>
              <a:gd name="connsiteY10" fmla="*/ 914400 h 915154"/>
              <a:gd name="connsiteX11" fmla="*/ 602844 w 912326"/>
              <a:gd name="connsiteY11" fmla="*/ 901485 h 915154"/>
              <a:gd name="connsiteX12" fmla="*/ 588327 w 912326"/>
              <a:gd name="connsiteY12" fmla="*/ 914966 h 915154"/>
              <a:gd name="connsiteX13" fmla="*/ 587761 w 912326"/>
              <a:gd name="connsiteY13" fmla="*/ 914966 h 915154"/>
              <a:gd name="connsiteX14" fmla="*/ 878861 w 912326"/>
              <a:gd name="connsiteY14" fmla="*/ 914871 h 915154"/>
              <a:gd name="connsiteX15" fmla="*/ 892341 w 912326"/>
              <a:gd name="connsiteY15" fmla="*/ 901768 h 915154"/>
              <a:gd name="connsiteX16" fmla="*/ 906104 w 912326"/>
              <a:gd name="connsiteY16" fmla="*/ 914871 h 915154"/>
              <a:gd name="connsiteX17" fmla="*/ 906670 w 912326"/>
              <a:gd name="connsiteY17" fmla="*/ 914871 h 915154"/>
              <a:gd name="connsiteX18" fmla="*/ 912138 w 912326"/>
              <a:gd name="connsiteY18" fmla="*/ 908744 h 915154"/>
              <a:gd name="connsiteX19" fmla="*/ 898280 w 912326"/>
              <a:gd name="connsiteY19" fmla="*/ 895169 h 915154"/>
              <a:gd name="connsiteX20" fmla="*/ 911666 w 912326"/>
              <a:gd name="connsiteY20" fmla="*/ 881972 h 915154"/>
              <a:gd name="connsiteX21" fmla="*/ 905916 w 912326"/>
              <a:gd name="connsiteY21" fmla="*/ 875467 h 915154"/>
              <a:gd name="connsiteX22" fmla="*/ 892247 w 912326"/>
              <a:gd name="connsiteY22" fmla="*/ 889796 h 915154"/>
              <a:gd name="connsiteX23" fmla="*/ 878672 w 912326"/>
              <a:gd name="connsiteY23" fmla="*/ 875939 h 915154"/>
              <a:gd name="connsiteX24" fmla="*/ 872828 w 912326"/>
              <a:gd name="connsiteY24" fmla="*/ 881878 h 915154"/>
              <a:gd name="connsiteX25" fmla="*/ 886874 w 912326"/>
              <a:gd name="connsiteY25" fmla="*/ 895735 h 915154"/>
              <a:gd name="connsiteX26" fmla="*/ 873111 w 912326"/>
              <a:gd name="connsiteY26" fmla="*/ 909121 h 915154"/>
              <a:gd name="connsiteX27" fmla="*/ 878201 w 912326"/>
              <a:gd name="connsiteY27" fmla="*/ 914966 h 915154"/>
              <a:gd name="connsiteX28" fmla="*/ 878767 w 912326"/>
              <a:gd name="connsiteY28" fmla="*/ 914966 h 915154"/>
              <a:gd name="connsiteX29" fmla="*/ 6222 w 912326"/>
              <a:gd name="connsiteY29" fmla="*/ 914871 h 915154"/>
              <a:gd name="connsiteX30" fmla="*/ 20362 w 912326"/>
              <a:gd name="connsiteY30" fmla="*/ 901297 h 915154"/>
              <a:gd name="connsiteX31" fmla="*/ 33654 w 912326"/>
              <a:gd name="connsiteY31" fmla="*/ 914683 h 915154"/>
              <a:gd name="connsiteX32" fmla="*/ 39404 w 912326"/>
              <a:gd name="connsiteY32" fmla="*/ 908744 h 915154"/>
              <a:gd name="connsiteX33" fmla="*/ 25358 w 912326"/>
              <a:gd name="connsiteY33" fmla="*/ 895075 h 915154"/>
              <a:gd name="connsiteX34" fmla="*/ 38838 w 912326"/>
              <a:gd name="connsiteY34" fmla="*/ 881972 h 915154"/>
              <a:gd name="connsiteX35" fmla="*/ 32805 w 912326"/>
              <a:gd name="connsiteY35" fmla="*/ 875656 h 915154"/>
              <a:gd name="connsiteX36" fmla="*/ 19231 w 912326"/>
              <a:gd name="connsiteY36" fmla="*/ 889890 h 915154"/>
              <a:gd name="connsiteX37" fmla="*/ 6033 w 912326"/>
              <a:gd name="connsiteY37" fmla="*/ 876221 h 915154"/>
              <a:gd name="connsiteX38" fmla="*/ 283 w 912326"/>
              <a:gd name="connsiteY38" fmla="*/ 881689 h 915154"/>
              <a:gd name="connsiteX39" fmla="*/ 14329 w 912326"/>
              <a:gd name="connsiteY39" fmla="*/ 895546 h 915154"/>
              <a:gd name="connsiteX40" fmla="*/ 471 w 912326"/>
              <a:gd name="connsiteY40" fmla="*/ 909215 h 915154"/>
              <a:gd name="connsiteX41" fmla="*/ 5750 w 912326"/>
              <a:gd name="connsiteY41" fmla="*/ 914966 h 915154"/>
              <a:gd name="connsiteX42" fmla="*/ 6316 w 912326"/>
              <a:gd name="connsiteY42" fmla="*/ 914966 h 915154"/>
              <a:gd name="connsiteX43" fmla="*/ 324753 w 912326"/>
              <a:gd name="connsiteY43" fmla="*/ 914871 h 915154"/>
              <a:gd name="connsiteX44" fmla="*/ 330315 w 912326"/>
              <a:gd name="connsiteY44" fmla="*/ 908838 h 915154"/>
              <a:gd name="connsiteX45" fmla="*/ 316458 w 912326"/>
              <a:gd name="connsiteY45" fmla="*/ 895075 h 915154"/>
              <a:gd name="connsiteX46" fmla="*/ 330127 w 912326"/>
              <a:gd name="connsiteY46" fmla="*/ 881595 h 915154"/>
              <a:gd name="connsiteX47" fmla="*/ 324188 w 912326"/>
              <a:gd name="connsiteY47" fmla="*/ 875656 h 915154"/>
              <a:gd name="connsiteX48" fmla="*/ 310142 w 912326"/>
              <a:gd name="connsiteY48" fmla="*/ 889890 h 915154"/>
              <a:gd name="connsiteX49" fmla="*/ 296850 w 912326"/>
              <a:gd name="connsiteY49" fmla="*/ 876221 h 915154"/>
              <a:gd name="connsiteX50" fmla="*/ 291005 w 912326"/>
              <a:gd name="connsiteY50" fmla="*/ 881689 h 915154"/>
              <a:gd name="connsiteX51" fmla="*/ 305051 w 912326"/>
              <a:gd name="connsiteY51" fmla="*/ 895641 h 915154"/>
              <a:gd name="connsiteX52" fmla="*/ 291948 w 912326"/>
              <a:gd name="connsiteY52" fmla="*/ 908650 h 915154"/>
              <a:gd name="connsiteX53" fmla="*/ 297133 w 912326"/>
              <a:gd name="connsiteY53" fmla="*/ 915154 h 915154"/>
              <a:gd name="connsiteX54" fmla="*/ 310142 w 912326"/>
              <a:gd name="connsiteY54" fmla="*/ 901768 h 915154"/>
              <a:gd name="connsiteX55" fmla="*/ 324188 w 912326"/>
              <a:gd name="connsiteY55" fmla="*/ 914871 h 915154"/>
              <a:gd name="connsiteX56" fmla="*/ 324753 w 912326"/>
              <a:gd name="connsiteY56" fmla="*/ 914871 h 915154"/>
              <a:gd name="connsiteX57" fmla="*/ 595868 w 912326"/>
              <a:gd name="connsiteY57" fmla="*/ 20079 h 915154"/>
              <a:gd name="connsiteX58" fmla="*/ 582388 w 912326"/>
              <a:gd name="connsiteY58" fmla="*/ 33277 h 915154"/>
              <a:gd name="connsiteX59" fmla="*/ 588421 w 912326"/>
              <a:gd name="connsiteY59" fmla="*/ 39781 h 915154"/>
              <a:gd name="connsiteX60" fmla="*/ 601901 w 912326"/>
              <a:gd name="connsiteY60" fmla="*/ 25358 h 915154"/>
              <a:gd name="connsiteX61" fmla="*/ 615288 w 912326"/>
              <a:gd name="connsiteY61" fmla="*/ 39404 h 915154"/>
              <a:gd name="connsiteX62" fmla="*/ 621321 w 912326"/>
              <a:gd name="connsiteY62" fmla="*/ 33371 h 915154"/>
              <a:gd name="connsiteX63" fmla="*/ 607086 w 912326"/>
              <a:gd name="connsiteY63" fmla="*/ 19419 h 915154"/>
              <a:gd name="connsiteX64" fmla="*/ 620661 w 912326"/>
              <a:gd name="connsiteY64" fmla="*/ 6222 h 915154"/>
              <a:gd name="connsiteX65" fmla="*/ 615193 w 912326"/>
              <a:gd name="connsiteY65" fmla="*/ 377 h 915154"/>
              <a:gd name="connsiteX66" fmla="*/ 601242 w 912326"/>
              <a:gd name="connsiteY66" fmla="*/ 14612 h 915154"/>
              <a:gd name="connsiteX67" fmla="*/ 587667 w 912326"/>
              <a:gd name="connsiteY67" fmla="*/ 660 h 915154"/>
              <a:gd name="connsiteX68" fmla="*/ 581822 w 912326"/>
              <a:gd name="connsiteY68" fmla="*/ 6410 h 915154"/>
              <a:gd name="connsiteX69" fmla="*/ 595774 w 912326"/>
              <a:gd name="connsiteY69" fmla="*/ 20079 h 915154"/>
              <a:gd name="connsiteX70" fmla="*/ 39687 w 912326"/>
              <a:gd name="connsiteY70" fmla="*/ 325036 h 915154"/>
              <a:gd name="connsiteX71" fmla="*/ 25358 w 912326"/>
              <a:gd name="connsiteY71" fmla="*/ 311273 h 915154"/>
              <a:gd name="connsiteX72" fmla="*/ 38838 w 912326"/>
              <a:gd name="connsiteY72" fmla="*/ 297887 h 915154"/>
              <a:gd name="connsiteX73" fmla="*/ 33088 w 912326"/>
              <a:gd name="connsiteY73" fmla="*/ 291948 h 915154"/>
              <a:gd name="connsiteX74" fmla="*/ 19136 w 912326"/>
              <a:gd name="connsiteY74" fmla="*/ 306088 h 915154"/>
              <a:gd name="connsiteX75" fmla="*/ 5939 w 912326"/>
              <a:gd name="connsiteY75" fmla="*/ 292514 h 915154"/>
              <a:gd name="connsiteX76" fmla="*/ 0 w 912326"/>
              <a:gd name="connsiteY76" fmla="*/ 298264 h 915154"/>
              <a:gd name="connsiteX77" fmla="*/ 14234 w 912326"/>
              <a:gd name="connsiteY77" fmla="*/ 311933 h 915154"/>
              <a:gd name="connsiteX78" fmla="*/ 566 w 912326"/>
              <a:gd name="connsiteY78" fmla="*/ 325319 h 915154"/>
              <a:gd name="connsiteX79" fmla="*/ 6033 w 912326"/>
              <a:gd name="connsiteY79" fmla="*/ 331164 h 915154"/>
              <a:gd name="connsiteX80" fmla="*/ 19702 w 912326"/>
              <a:gd name="connsiteY80" fmla="*/ 317401 h 915154"/>
              <a:gd name="connsiteX81" fmla="*/ 33182 w 912326"/>
              <a:gd name="connsiteY81" fmla="*/ 331164 h 915154"/>
              <a:gd name="connsiteX82" fmla="*/ 39687 w 912326"/>
              <a:gd name="connsiteY82" fmla="*/ 325036 h 915154"/>
              <a:gd name="connsiteX83" fmla="*/ 329844 w 912326"/>
              <a:gd name="connsiteY83" fmla="*/ 298170 h 915154"/>
              <a:gd name="connsiteX84" fmla="*/ 324094 w 912326"/>
              <a:gd name="connsiteY84" fmla="*/ 291854 h 915154"/>
              <a:gd name="connsiteX85" fmla="*/ 310425 w 912326"/>
              <a:gd name="connsiteY85" fmla="*/ 306371 h 915154"/>
              <a:gd name="connsiteX86" fmla="*/ 296944 w 912326"/>
              <a:gd name="connsiteY86" fmla="*/ 292514 h 915154"/>
              <a:gd name="connsiteX87" fmla="*/ 291005 w 912326"/>
              <a:gd name="connsiteY87" fmla="*/ 298453 h 915154"/>
              <a:gd name="connsiteX88" fmla="*/ 305051 w 912326"/>
              <a:gd name="connsiteY88" fmla="*/ 312404 h 915154"/>
              <a:gd name="connsiteX89" fmla="*/ 291665 w 912326"/>
              <a:gd name="connsiteY89" fmla="*/ 325508 h 915154"/>
              <a:gd name="connsiteX90" fmla="*/ 297133 w 912326"/>
              <a:gd name="connsiteY90" fmla="*/ 331446 h 915154"/>
              <a:gd name="connsiteX91" fmla="*/ 310707 w 912326"/>
              <a:gd name="connsiteY91" fmla="*/ 317495 h 915154"/>
              <a:gd name="connsiteX92" fmla="*/ 323999 w 912326"/>
              <a:gd name="connsiteY92" fmla="*/ 331069 h 915154"/>
              <a:gd name="connsiteX93" fmla="*/ 330315 w 912326"/>
              <a:gd name="connsiteY93" fmla="*/ 325413 h 915154"/>
              <a:gd name="connsiteX94" fmla="*/ 316175 w 912326"/>
              <a:gd name="connsiteY94" fmla="*/ 311650 h 915154"/>
              <a:gd name="connsiteX95" fmla="*/ 329844 w 912326"/>
              <a:gd name="connsiteY95" fmla="*/ 298264 h 915154"/>
              <a:gd name="connsiteX96" fmla="*/ 19419 w 912326"/>
              <a:gd name="connsiteY96" fmla="*/ 598131 h 915154"/>
              <a:gd name="connsiteX97" fmla="*/ 6127 w 912326"/>
              <a:gd name="connsiteY97" fmla="*/ 584273 h 915154"/>
              <a:gd name="connsiteX98" fmla="*/ 283 w 912326"/>
              <a:gd name="connsiteY98" fmla="*/ 589929 h 915154"/>
              <a:gd name="connsiteX99" fmla="*/ 14329 w 912326"/>
              <a:gd name="connsiteY99" fmla="*/ 603504 h 915154"/>
              <a:gd name="connsiteX100" fmla="*/ 754 w 912326"/>
              <a:gd name="connsiteY100" fmla="*/ 616796 h 915154"/>
              <a:gd name="connsiteX101" fmla="*/ 6316 w 912326"/>
              <a:gd name="connsiteY101" fmla="*/ 623112 h 915154"/>
              <a:gd name="connsiteX102" fmla="*/ 20173 w 912326"/>
              <a:gd name="connsiteY102" fmla="*/ 609066 h 915154"/>
              <a:gd name="connsiteX103" fmla="*/ 33371 w 912326"/>
              <a:gd name="connsiteY103" fmla="*/ 622546 h 915154"/>
              <a:gd name="connsiteX104" fmla="*/ 39593 w 912326"/>
              <a:gd name="connsiteY104" fmla="*/ 616796 h 915154"/>
              <a:gd name="connsiteX105" fmla="*/ 25452 w 912326"/>
              <a:gd name="connsiteY105" fmla="*/ 603127 h 915154"/>
              <a:gd name="connsiteX106" fmla="*/ 39216 w 912326"/>
              <a:gd name="connsiteY106" fmla="*/ 589552 h 915154"/>
              <a:gd name="connsiteX107" fmla="*/ 33182 w 912326"/>
              <a:gd name="connsiteY107" fmla="*/ 583425 h 915154"/>
              <a:gd name="connsiteX108" fmla="*/ 19513 w 912326"/>
              <a:gd name="connsiteY108" fmla="*/ 598036 h 915154"/>
              <a:gd name="connsiteX109" fmla="*/ 297133 w 912326"/>
              <a:gd name="connsiteY109" fmla="*/ 584179 h 915154"/>
              <a:gd name="connsiteX110" fmla="*/ 291383 w 912326"/>
              <a:gd name="connsiteY110" fmla="*/ 589929 h 915154"/>
              <a:gd name="connsiteX111" fmla="*/ 305240 w 912326"/>
              <a:gd name="connsiteY111" fmla="*/ 603598 h 915154"/>
              <a:gd name="connsiteX112" fmla="*/ 291665 w 912326"/>
              <a:gd name="connsiteY112" fmla="*/ 616796 h 915154"/>
              <a:gd name="connsiteX113" fmla="*/ 297227 w 912326"/>
              <a:gd name="connsiteY113" fmla="*/ 622923 h 915154"/>
              <a:gd name="connsiteX114" fmla="*/ 310896 w 912326"/>
              <a:gd name="connsiteY114" fmla="*/ 609066 h 915154"/>
              <a:gd name="connsiteX115" fmla="*/ 324565 w 912326"/>
              <a:gd name="connsiteY115" fmla="*/ 622829 h 915154"/>
              <a:gd name="connsiteX116" fmla="*/ 330504 w 912326"/>
              <a:gd name="connsiteY116" fmla="*/ 616702 h 915154"/>
              <a:gd name="connsiteX117" fmla="*/ 316364 w 912326"/>
              <a:gd name="connsiteY117" fmla="*/ 603033 h 915154"/>
              <a:gd name="connsiteX118" fmla="*/ 330221 w 912326"/>
              <a:gd name="connsiteY118" fmla="*/ 589552 h 915154"/>
              <a:gd name="connsiteX119" fmla="*/ 324659 w 912326"/>
              <a:gd name="connsiteY119" fmla="*/ 583896 h 915154"/>
              <a:gd name="connsiteX120" fmla="*/ 310519 w 912326"/>
              <a:gd name="connsiteY120" fmla="*/ 598131 h 915154"/>
              <a:gd name="connsiteX121" fmla="*/ 297227 w 912326"/>
              <a:gd name="connsiteY121" fmla="*/ 584179 h 915154"/>
              <a:gd name="connsiteX122" fmla="*/ 19985 w 912326"/>
              <a:gd name="connsiteY122" fmla="*/ 25547 h 915154"/>
              <a:gd name="connsiteX123" fmla="*/ 33465 w 912326"/>
              <a:gd name="connsiteY123" fmla="*/ 39404 h 915154"/>
              <a:gd name="connsiteX124" fmla="*/ 39310 w 912326"/>
              <a:gd name="connsiteY124" fmla="*/ 33465 h 915154"/>
              <a:gd name="connsiteX125" fmla="*/ 25264 w 912326"/>
              <a:gd name="connsiteY125" fmla="*/ 19608 h 915154"/>
              <a:gd name="connsiteX126" fmla="*/ 39027 w 912326"/>
              <a:gd name="connsiteY126" fmla="*/ 6316 h 915154"/>
              <a:gd name="connsiteX127" fmla="*/ 33182 w 912326"/>
              <a:gd name="connsiteY127" fmla="*/ 283 h 915154"/>
              <a:gd name="connsiteX128" fmla="*/ 19231 w 912326"/>
              <a:gd name="connsiteY128" fmla="*/ 14517 h 915154"/>
              <a:gd name="connsiteX129" fmla="*/ 5939 w 912326"/>
              <a:gd name="connsiteY129" fmla="*/ 943 h 915154"/>
              <a:gd name="connsiteX130" fmla="*/ 189 w 912326"/>
              <a:gd name="connsiteY130" fmla="*/ 6410 h 915154"/>
              <a:gd name="connsiteX131" fmla="*/ 14234 w 912326"/>
              <a:gd name="connsiteY131" fmla="*/ 20173 h 915154"/>
              <a:gd name="connsiteX132" fmla="*/ 566 w 912326"/>
              <a:gd name="connsiteY132" fmla="*/ 33559 h 915154"/>
              <a:gd name="connsiteX133" fmla="*/ 6410 w 912326"/>
              <a:gd name="connsiteY133" fmla="*/ 39687 h 915154"/>
              <a:gd name="connsiteX134" fmla="*/ 20079 w 912326"/>
              <a:gd name="connsiteY134" fmla="*/ 25452 h 915154"/>
              <a:gd name="connsiteX135" fmla="*/ 615476 w 912326"/>
              <a:gd name="connsiteY135" fmla="*/ 330787 h 915154"/>
              <a:gd name="connsiteX136" fmla="*/ 621132 w 912326"/>
              <a:gd name="connsiteY136" fmla="*/ 325319 h 915154"/>
              <a:gd name="connsiteX137" fmla="*/ 606992 w 912326"/>
              <a:gd name="connsiteY137" fmla="*/ 311367 h 915154"/>
              <a:gd name="connsiteX138" fmla="*/ 620567 w 912326"/>
              <a:gd name="connsiteY138" fmla="*/ 298453 h 915154"/>
              <a:gd name="connsiteX139" fmla="*/ 615099 w 912326"/>
              <a:gd name="connsiteY139" fmla="*/ 291854 h 915154"/>
              <a:gd name="connsiteX140" fmla="*/ 601336 w 912326"/>
              <a:gd name="connsiteY140" fmla="*/ 305900 h 915154"/>
              <a:gd name="connsiteX141" fmla="*/ 588233 w 912326"/>
              <a:gd name="connsiteY141" fmla="*/ 292702 h 915154"/>
              <a:gd name="connsiteX142" fmla="*/ 581728 w 912326"/>
              <a:gd name="connsiteY142" fmla="*/ 298170 h 915154"/>
              <a:gd name="connsiteX143" fmla="*/ 595774 w 912326"/>
              <a:gd name="connsiteY143" fmla="*/ 311839 h 915154"/>
              <a:gd name="connsiteX144" fmla="*/ 582105 w 912326"/>
              <a:gd name="connsiteY144" fmla="*/ 325319 h 915154"/>
              <a:gd name="connsiteX145" fmla="*/ 587761 w 912326"/>
              <a:gd name="connsiteY145" fmla="*/ 330881 h 915154"/>
              <a:gd name="connsiteX146" fmla="*/ 601619 w 912326"/>
              <a:gd name="connsiteY146" fmla="*/ 316646 h 915154"/>
              <a:gd name="connsiteX147" fmla="*/ 615382 w 912326"/>
              <a:gd name="connsiteY147" fmla="*/ 330598 h 915154"/>
              <a:gd name="connsiteX148" fmla="*/ 887062 w 912326"/>
              <a:gd name="connsiteY148" fmla="*/ 20173 h 915154"/>
              <a:gd name="connsiteX149" fmla="*/ 873393 w 912326"/>
              <a:gd name="connsiteY149" fmla="*/ 33465 h 915154"/>
              <a:gd name="connsiteX150" fmla="*/ 878861 w 912326"/>
              <a:gd name="connsiteY150" fmla="*/ 39593 h 915154"/>
              <a:gd name="connsiteX151" fmla="*/ 892624 w 912326"/>
              <a:gd name="connsiteY151" fmla="*/ 25641 h 915154"/>
              <a:gd name="connsiteX152" fmla="*/ 906199 w 912326"/>
              <a:gd name="connsiteY152" fmla="*/ 39498 h 915154"/>
              <a:gd name="connsiteX153" fmla="*/ 912043 w 912326"/>
              <a:gd name="connsiteY153" fmla="*/ 33371 h 915154"/>
              <a:gd name="connsiteX154" fmla="*/ 897997 w 912326"/>
              <a:gd name="connsiteY154" fmla="*/ 19796 h 915154"/>
              <a:gd name="connsiteX155" fmla="*/ 911855 w 912326"/>
              <a:gd name="connsiteY155" fmla="*/ 6222 h 915154"/>
              <a:gd name="connsiteX156" fmla="*/ 905916 w 912326"/>
              <a:gd name="connsiteY156" fmla="*/ 189 h 915154"/>
              <a:gd name="connsiteX157" fmla="*/ 892247 w 912326"/>
              <a:gd name="connsiteY157" fmla="*/ 14800 h 915154"/>
              <a:gd name="connsiteX158" fmla="*/ 878955 w 912326"/>
              <a:gd name="connsiteY158" fmla="*/ 660 h 915154"/>
              <a:gd name="connsiteX159" fmla="*/ 873016 w 912326"/>
              <a:gd name="connsiteY159" fmla="*/ 6410 h 915154"/>
              <a:gd name="connsiteX160" fmla="*/ 887157 w 912326"/>
              <a:gd name="connsiteY160" fmla="*/ 20173 h 915154"/>
              <a:gd name="connsiteX161" fmla="*/ 588044 w 912326"/>
              <a:gd name="connsiteY161" fmla="*/ 584273 h 915154"/>
              <a:gd name="connsiteX162" fmla="*/ 581728 w 912326"/>
              <a:gd name="connsiteY162" fmla="*/ 590118 h 915154"/>
              <a:gd name="connsiteX163" fmla="*/ 595868 w 912326"/>
              <a:gd name="connsiteY163" fmla="*/ 603598 h 915154"/>
              <a:gd name="connsiteX164" fmla="*/ 582105 w 912326"/>
              <a:gd name="connsiteY164" fmla="*/ 617079 h 915154"/>
              <a:gd name="connsiteX165" fmla="*/ 587761 w 912326"/>
              <a:gd name="connsiteY165" fmla="*/ 622829 h 915154"/>
              <a:gd name="connsiteX166" fmla="*/ 601336 w 912326"/>
              <a:gd name="connsiteY166" fmla="*/ 608689 h 915154"/>
              <a:gd name="connsiteX167" fmla="*/ 615099 w 912326"/>
              <a:gd name="connsiteY167" fmla="*/ 622640 h 915154"/>
              <a:gd name="connsiteX168" fmla="*/ 621038 w 912326"/>
              <a:gd name="connsiteY168" fmla="*/ 616984 h 915154"/>
              <a:gd name="connsiteX169" fmla="*/ 606898 w 912326"/>
              <a:gd name="connsiteY169" fmla="*/ 603127 h 915154"/>
              <a:gd name="connsiteX170" fmla="*/ 620378 w 912326"/>
              <a:gd name="connsiteY170" fmla="*/ 590118 h 915154"/>
              <a:gd name="connsiteX171" fmla="*/ 615005 w 912326"/>
              <a:gd name="connsiteY171" fmla="*/ 583613 h 915154"/>
              <a:gd name="connsiteX172" fmla="*/ 601242 w 912326"/>
              <a:gd name="connsiteY172" fmla="*/ 597565 h 915154"/>
              <a:gd name="connsiteX173" fmla="*/ 587950 w 912326"/>
              <a:gd name="connsiteY173" fmla="*/ 584179 h 915154"/>
              <a:gd name="connsiteX174" fmla="*/ 305146 w 912326"/>
              <a:gd name="connsiteY174" fmla="*/ 20362 h 915154"/>
              <a:gd name="connsiteX175" fmla="*/ 291665 w 912326"/>
              <a:gd name="connsiteY175" fmla="*/ 33465 h 915154"/>
              <a:gd name="connsiteX176" fmla="*/ 297133 w 912326"/>
              <a:gd name="connsiteY176" fmla="*/ 39687 h 915154"/>
              <a:gd name="connsiteX177" fmla="*/ 310896 w 912326"/>
              <a:gd name="connsiteY177" fmla="*/ 25641 h 915154"/>
              <a:gd name="connsiteX178" fmla="*/ 324471 w 912326"/>
              <a:gd name="connsiteY178" fmla="*/ 39404 h 915154"/>
              <a:gd name="connsiteX179" fmla="*/ 330409 w 912326"/>
              <a:gd name="connsiteY179" fmla="*/ 33371 h 915154"/>
              <a:gd name="connsiteX180" fmla="*/ 316269 w 912326"/>
              <a:gd name="connsiteY180" fmla="*/ 19608 h 915154"/>
              <a:gd name="connsiteX181" fmla="*/ 329750 w 912326"/>
              <a:gd name="connsiteY181" fmla="*/ 6316 h 915154"/>
              <a:gd name="connsiteX182" fmla="*/ 324188 w 912326"/>
              <a:gd name="connsiteY182" fmla="*/ 0 h 915154"/>
              <a:gd name="connsiteX183" fmla="*/ 309953 w 912326"/>
              <a:gd name="connsiteY183" fmla="*/ 14423 h 915154"/>
              <a:gd name="connsiteX184" fmla="*/ 296944 w 912326"/>
              <a:gd name="connsiteY184" fmla="*/ 566 h 915154"/>
              <a:gd name="connsiteX185" fmla="*/ 291005 w 912326"/>
              <a:gd name="connsiteY185" fmla="*/ 6222 h 915154"/>
              <a:gd name="connsiteX186" fmla="*/ 305051 w 912326"/>
              <a:gd name="connsiteY186" fmla="*/ 20173 h 915154"/>
              <a:gd name="connsiteX187" fmla="*/ 911478 w 912326"/>
              <a:gd name="connsiteY187" fmla="*/ 298076 h 915154"/>
              <a:gd name="connsiteX188" fmla="*/ 906104 w 912326"/>
              <a:gd name="connsiteY188" fmla="*/ 291948 h 915154"/>
              <a:gd name="connsiteX189" fmla="*/ 892341 w 912326"/>
              <a:gd name="connsiteY189" fmla="*/ 305900 h 915154"/>
              <a:gd name="connsiteX190" fmla="*/ 879144 w 912326"/>
              <a:gd name="connsiteY190" fmla="*/ 292608 h 915154"/>
              <a:gd name="connsiteX191" fmla="*/ 872828 w 912326"/>
              <a:gd name="connsiteY191" fmla="*/ 298453 h 915154"/>
              <a:gd name="connsiteX192" fmla="*/ 886779 w 912326"/>
              <a:gd name="connsiteY192" fmla="*/ 312121 h 915154"/>
              <a:gd name="connsiteX193" fmla="*/ 873393 w 912326"/>
              <a:gd name="connsiteY193" fmla="*/ 325413 h 915154"/>
              <a:gd name="connsiteX194" fmla="*/ 879144 w 912326"/>
              <a:gd name="connsiteY194" fmla="*/ 331446 h 915154"/>
              <a:gd name="connsiteX195" fmla="*/ 893190 w 912326"/>
              <a:gd name="connsiteY195" fmla="*/ 317023 h 915154"/>
              <a:gd name="connsiteX196" fmla="*/ 906199 w 912326"/>
              <a:gd name="connsiteY196" fmla="*/ 330315 h 915154"/>
              <a:gd name="connsiteX197" fmla="*/ 912043 w 912326"/>
              <a:gd name="connsiteY197" fmla="*/ 325413 h 915154"/>
              <a:gd name="connsiteX198" fmla="*/ 897903 w 912326"/>
              <a:gd name="connsiteY198" fmla="*/ 311462 h 915154"/>
              <a:gd name="connsiteX199" fmla="*/ 911478 w 912326"/>
              <a:gd name="connsiteY199" fmla="*/ 298076 h 915154"/>
              <a:gd name="connsiteX200" fmla="*/ 872828 w 912326"/>
              <a:gd name="connsiteY200" fmla="*/ 590024 h 915154"/>
              <a:gd name="connsiteX201" fmla="*/ 887157 w 912326"/>
              <a:gd name="connsiteY201" fmla="*/ 603598 h 915154"/>
              <a:gd name="connsiteX202" fmla="*/ 873393 w 912326"/>
              <a:gd name="connsiteY202" fmla="*/ 617079 h 915154"/>
              <a:gd name="connsiteX203" fmla="*/ 878955 w 912326"/>
              <a:gd name="connsiteY203" fmla="*/ 623018 h 915154"/>
              <a:gd name="connsiteX204" fmla="*/ 892530 w 912326"/>
              <a:gd name="connsiteY204" fmla="*/ 608972 h 915154"/>
              <a:gd name="connsiteX205" fmla="*/ 905916 w 912326"/>
              <a:gd name="connsiteY205" fmla="*/ 622923 h 915154"/>
              <a:gd name="connsiteX206" fmla="*/ 912326 w 912326"/>
              <a:gd name="connsiteY206" fmla="*/ 616796 h 915154"/>
              <a:gd name="connsiteX207" fmla="*/ 897903 w 912326"/>
              <a:gd name="connsiteY207" fmla="*/ 602844 h 915154"/>
              <a:gd name="connsiteX208" fmla="*/ 911478 w 912326"/>
              <a:gd name="connsiteY208" fmla="*/ 590024 h 915154"/>
              <a:gd name="connsiteX209" fmla="*/ 905916 w 912326"/>
              <a:gd name="connsiteY209" fmla="*/ 583708 h 915154"/>
              <a:gd name="connsiteX210" fmla="*/ 892341 w 912326"/>
              <a:gd name="connsiteY210" fmla="*/ 597754 h 915154"/>
              <a:gd name="connsiteX211" fmla="*/ 878861 w 912326"/>
              <a:gd name="connsiteY211" fmla="*/ 584085 h 915154"/>
              <a:gd name="connsiteX212" fmla="*/ 872828 w 912326"/>
              <a:gd name="connsiteY212" fmla="*/ 590118 h 915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912326" h="915154">
                <a:moveTo>
                  <a:pt x="587573" y="914871"/>
                </a:moveTo>
                <a:cubicBezTo>
                  <a:pt x="585876" y="912986"/>
                  <a:pt x="584085" y="911195"/>
                  <a:pt x="582199" y="909215"/>
                </a:cubicBezTo>
                <a:cubicBezTo>
                  <a:pt x="586819" y="904690"/>
                  <a:pt x="591343" y="900166"/>
                  <a:pt x="596151" y="895546"/>
                </a:cubicBezTo>
                <a:cubicBezTo>
                  <a:pt x="591249" y="890739"/>
                  <a:pt x="586724" y="886308"/>
                  <a:pt x="582011" y="881689"/>
                </a:cubicBezTo>
                <a:cubicBezTo>
                  <a:pt x="584085" y="879804"/>
                  <a:pt x="585970" y="878107"/>
                  <a:pt x="588044" y="876316"/>
                </a:cubicBezTo>
                <a:cubicBezTo>
                  <a:pt x="592286" y="880652"/>
                  <a:pt x="596622" y="885271"/>
                  <a:pt x="601147" y="889890"/>
                </a:cubicBezTo>
                <a:cubicBezTo>
                  <a:pt x="606049" y="884894"/>
                  <a:pt x="610386" y="880369"/>
                  <a:pt x="614910" y="875750"/>
                </a:cubicBezTo>
                <a:cubicBezTo>
                  <a:pt x="617173" y="878107"/>
                  <a:pt x="618870" y="879992"/>
                  <a:pt x="620944" y="882066"/>
                </a:cubicBezTo>
                <a:cubicBezTo>
                  <a:pt x="616607" y="886308"/>
                  <a:pt x="612082" y="890739"/>
                  <a:pt x="607463" y="895264"/>
                </a:cubicBezTo>
                <a:cubicBezTo>
                  <a:pt x="612082" y="899883"/>
                  <a:pt x="616607" y="904313"/>
                  <a:pt x="621321" y="909027"/>
                </a:cubicBezTo>
                <a:cubicBezTo>
                  <a:pt x="619153" y="911006"/>
                  <a:pt x="617361" y="912703"/>
                  <a:pt x="615476" y="914400"/>
                </a:cubicBezTo>
                <a:cubicBezTo>
                  <a:pt x="611234" y="910064"/>
                  <a:pt x="606803" y="905539"/>
                  <a:pt x="602844" y="901485"/>
                </a:cubicBezTo>
                <a:cubicBezTo>
                  <a:pt x="597659" y="906293"/>
                  <a:pt x="592946" y="910629"/>
                  <a:pt x="588327" y="914966"/>
                </a:cubicBezTo>
                <a:lnTo>
                  <a:pt x="587761" y="914966"/>
                </a:lnTo>
                <a:close/>
                <a:moveTo>
                  <a:pt x="878861" y="914871"/>
                </a:moveTo>
                <a:cubicBezTo>
                  <a:pt x="883386" y="910441"/>
                  <a:pt x="888005" y="906010"/>
                  <a:pt x="892341" y="901768"/>
                </a:cubicBezTo>
                <a:cubicBezTo>
                  <a:pt x="896866" y="906104"/>
                  <a:pt x="901485" y="910535"/>
                  <a:pt x="906104" y="914871"/>
                </a:cubicBezTo>
                <a:lnTo>
                  <a:pt x="906670" y="914871"/>
                </a:lnTo>
                <a:cubicBezTo>
                  <a:pt x="908367" y="912986"/>
                  <a:pt x="910158" y="911006"/>
                  <a:pt x="912138" y="908744"/>
                </a:cubicBezTo>
                <a:cubicBezTo>
                  <a:pt x="907424" y="904219"/>
                  <a:pt x="902899" y="899789"/>
                  <a:pt x="898280" y="895169"/>
                </a:cubicBezTo>
                <a:cubicBezTo>
                  <a:pt x="902899" y="890644"/>
                  <a:pt x="907424" y="886214"/>
                  <a:pt x="911666" y="881972"/>
                </a:cubicBezTo>
                <a:cubicBezTo>
                  <a:pt x="909781" y="879898"/>
                  <a:pt x="908084" y="877918"/>
                  <a:pt x="905916" y="875467"/>
                </a:cubicBezTo>
                <a:cubicBezTo>
                  <a:pt x="901297" y="880275"/>
                  <a:pt x="896960" y="884800"/>
                  <a:pt x="892247" y="889796"/>
                </a:cubicBezTo>
                <a:cubicBezTo>
                  <a:pt x="887628" y="885083"/>
                  <a:pt x="883197" y="880558"/>
                  <a:pt x="878672" y="875939"/>
                </a:cubicBezTo>
                <a:cubicBezTo>
                  <a:pt x="876787" y="877918"/>
                  <a:pt x="874996" y="879709"/>
                  <a:pt x="872828" y="881878"/>
                </a:cubicBezTo>
                <a:cubicBezTo>
                  <a:pt x="877447" y="886402"/>
                  <a:pt x="881972" y="890833"/>
                  <a:pt x="886874" y="895735"/>
                </a:cubicBezTo>
                <a:cubicBezTo>
                  <a:pt x="882160" y="900260"/>
                  <a:pt x="877730" y="904690"/>
                  <a:pt x="873111" y="909121"/>
                </a:cubicBezTo>
                <a:cubicBezTo>
                  <a:pt x="874902" y="911195"/>
                  <a:pt x="876599" y="913080"/>
                  <a:pt x="878201" y="914966"/>
                </a:cubicBezTo>
                <a:lnTo>
                  <a:pt x="878767" y="914966"/>
                </a:lnTo>
                <a:close/>
                <a:moveTo>
                  <a:pt x="6222" y="914871"/>
                </a:moveTo>
                <a:cubicBezTo>
                  <a:pt x="10841" y="910441"/>
                  <a:pt x="15366" y="906010"/>
                  <a:pt x="20362" y="901297"/>
                </a:cubicBezTo>
                <a:cubicBezTo>
                  <a:pt x="24604" y="905633"/>
                  <a:pt x="29035" y="910064"/>
                  <a:pt x="33654" y="914683"/>
                </a:cubicBezTo>
                <a:cubicBezTo>
                  <a:pt x="35539" y="912797"/>
                  <a:pt x="37236" y="911006"/>
                  <a:pt x="39404" y="908744"/>
                </a:cubicBezTo>
                <a:cubicBezTo>
                  <a:pt x="34785" y="904219"/>
                  <a:pt x="30260" y="899789"/>
                  <a:pt x="25358" y="895075"/>
                </a:cubicBezTo>
                <a:cubicBezTo>
                  <a:pt x="30072" y="890456"/>
                  <a:pt x="34596" y="886025"/>
                  <a:pt x="38838" y="881972"/>
                </a:cubicBezTo>
                <a:cubicBezTo>
                  <a:pt x="36953" y="879992"/>
                  <a:pt x="35162" y="878107"/>
                  <a:pt x="32805" y="875656"/>
                </a:cubicBezTo>
                <a:cubicBezTo>
                  <a:pt x="28375" y="880275"/>
                  <a:pt x="24038" y="884800"/>
                  <a:pt x="19231" y="889890"/>
                </a:cubicBezTo>
                <a:cubicBezTo>
                  <a:pt x="14706" y="885177"/>
                  <a:pt x="10369" y="880652"/>
                  <a:pt x="6033" y="876221"/>
                </a:cubicBezTo>
                <a:cubicBezTo>
                  <a:pt x="4148" y="878013"/>
                  <a:pt x="2262" y="879804"/>
                  <a:pt x="283" y="881689"/>
                </a:cubicBezTo>
                <a:cubicBezTo>
                  <a:pt x="4996" y="886308"/>
                  <a:pt x="9427" y="890739"/>
                  <a:pt x="14329" y="895546"/>
                </a:cubicBezTo>
                <a:cubicBezTo>
                  <a:pt x="9615" y="900166"/>
                  <a:pt x="5090" y="904690"/>
                  <a:pt x="471" y="909215"/>
                </a:cubicBezTo>
                <a:cubicBezTo>
                  <a:pt x="2357" y="911195"/>
                  <a:pt x="4054" y="913080"/>
                  <a:pt x="5750" y="914966"/>
                </a:cubicBezTo>
                <a:lnTo>
                  <a:pt x="6316" y="914966"/>
                </a:lnTo>
                <a:close/>
                <a:moveTo>
                  <a:pt x="324753" y="914871"/>
                </a:moveTo>
                <a:cubicBezTo>
                  <a:pt x="326545" y="912986"/>
                  <a:pt x="328241" y="911006"/>
                  <a:pt x="330315" y="908838"/>
                </a:cubicBezTo>
                <a:cubicBezTo>
                  <a:pt x="325696" y="904219"/>
                  <a:pt x="321171" y="899789"/>
                  <a:pt x="316458" y="895075"/>
                </a:cubicBezTo>
                <a:cubicBezTo>
                  <a:pt x="320983" y="890550"/>
                  <a:pt x="325508" y="886120"/>
                  <a:pt x="330127" y="881595"/>
                </a:cubicBezTo>
                <a:cubicBezTo>
                  <a:pt x="328241" y="879709"/>
                  <a:pt x="326450" y="877918"/>
                  <a:pt x="324188" y="875656"/>
                </a:cubicBezTo>
                <a:cubicBezTo>
                  <a:pt x="319569" y="880275"/>
                  <a:pt x="315138" y="884800"/>
                  <a:pt x="310142" y="889890"/>
                </a:cubicBezTo>
                <a:cubicBezTo>
                  <a:pt x="305523" y="885177"/>
                  <a:pt x="301092" y="880652"/>
                  <a:pt x="296850" y="876221"/>
                </a:cubicBezTo>
                <a:cubicBezTo>
                  <a:pt x="294965" y="878013"/>
                  <a:pt x="293079" y="879709"/>
                  <a:pt x="291005" y="881689"/>
                </a:cubicBezTo>
                <a:cubicBezTo>
                  <a:pt x="295719" y="886308"/>
                  <a:pt x="300149" y="890739"/>
                  <a:pt x="305051" y="895641"/>
                </a:cubicBezTo>
                <a:cubicBezTo>
                  <a:pt x="300432" y="900260"/>
                  <a:pt x="295907" y="904690"/>
                  <a:pt x="291948" y="908650"/>
                </a:cubicBezTo>
                <a:cubicBezTo>
                  <a:pt x="293645" y="910724"/>
                  <a:pt x="295153" y="912703"/>
                  <a:pt x="297133" y="915154"/>
                </a:cubicBezTo>
                <a:cubicBezTo>
                  <a:pt x="301846" y="910346"/>
                  <a:pt x="306183" y="905822"/>
                  <a:pt x="310142" y="901768"/>
                </a:cubicBezTo>
                <a:cubicBezTo>
                  <a:pt x="314950" y="906199"/>
                  <a:pt x="319569" y="910535"/>
                  <a:pt x="324188" y="914871"/>
                </a:cubicBezTo>
                <a:lnTo>
                  <a:pt x="324753" y="914871"/>
                </a:lnTo>
                <a:close/>
                <a:moveTo>
                  <a:pt x="595868" y="20079"/>
                </a:moveTo>
                <a:cubicBezTo>
                  <a:pt x="591249" y="24604"/>
                  <a:pt x="586724" y="29035"/>
                  <a:pt x="582388" y="33277"/>
                </a:cubicBezTo>
                <a:cubicBezTo>
                  <a:pt x="584368" y="35351"/>
                  <a:pt x="586064" y="37236"/>
                  <a:pt x="588421" y="39781"/>
                </a:cubicBezTo>
                <a:cubicBezTo>
                  <a:pt x="592852" y="35068"/>
                  <a:pt x="597188" y="30449"/>
                  <a:pt x="601901" y="25358"/>
                </a:cubicBezTo>
                <a:cubicBezTo>
                  <a:pt x="606521" y="30166"/>
                  <a:pt x="610857" y="34691"/>
                  <a:pt x="615288" y="39404"/>
                </a:cubicBezTo>
                <a:cubicBezTo>
                  <a:pt x="617267" y="37424"/>
                  <a:pt x="619058" y="35633"/>
                  <a:pt x="621321" y="33371"/>
                </a:cubicBezTo>
                <a:cubicBezTo>
                  <a:pt x="616607" y="28752"/>
                  <a:pt x="612082" y="24321"/>
                  <a:pt x="607086" y="19419"/>
                </a:cubicBezTo>
                <a:cubicBezTo>
                  <a:pt x="611705" y="14894"/>
                  <a:pt x="616230" y="10558"/>
                  <a:pt x="620661" y="6222"/>
                </a:cubicBezTo>
                <a:cubicBezTo>
                  <a:pt x="618870" y="4242"/>
                  <a:pt x="617173" y="2451"/>
                  <a:pt x="615193" y="377"/>
                </a:cubicBezTo>
                <a:cubicBezTo>
                  <a:pt x="610574" y="5090"/>
                  <a:pt x="606144" y="9521"/>
                  <a:pt x="601242" y="14612"/>
                </a:cubicBezTo>
                <a:cubicBezTo>
                  <a:pt x="596622" y="9804"/>
                  <a:pt x="592192" y="5279"/>
                  <a:pt x="587667" y="660"/>
                </a:cubicBezTo>
                <a:cubicBezTo>
                  <a:pt x="585782" y="2545"/>
                  <a:pt x="584085" y="4242"/>
                  <a:pt x="581822" y="6410"/>
                </a:cubicBezTo>
                <a:cubicBezTo>
                  <a:pt x="586536" y="11029"/>
                  <a:pt x="591061" y="15460"/>
                  <a:pt x="595774" y="20079"/>
                </a:cubicBezTo>
                <a:close/>
                <a:moveTo>
                  <a:pt x="39687" y="325036"/>
                </a:moveTo>
                <a:cubicBezTo>
                  <a:pt x="34879" y="320417"/>
                  <a:pt x="30354" y="315986"/>
                  <a:pt x="25358" y="311273"/>
                </a:cubicBezTo>
                <a:cubicBezTo>
                  <a:pt x="29977" y="306748"/>
                  <a:pt x="34408" y="302318"/>
                  <a:pt x="38838" y="297887"/>
                </a:cubicBezTo>
                <a:cubicBezTo>
                  <a:pt x="37047" y="296002"/>
                  <a:pt x="35351" y="294211"/>
                  <a:pt x="33088" y="291948"/>
                </a:cubicBezTo>
                <a:cubicBezTo>
                  <a:pt x="28469" y="296567"/>
                  <a:pt x="24038" y="301092"/>
                  <a:pt x="19136" y="306088"/>
                </a:cubicBezTo>
                <a:cubicBezTo>
                  <a:pt x="14612" y="301469"/>
                  <a:pt x="10181" y="296944"/>
                  <a:pt x="5939" y="292514"/>
                </a:cubicBezTo>
                <a:cubicBezTo>
                  <a:pt x="4054" y="294305"/>
                  <a:pt x="2262" y="296096"/>
                  <a:pt x="0" y="298264"/>
                </a:cubicBezTo>
                <a:cubicBezTo>
                  <a:pt x="4713" y="302789"/>
                  <a:pt x="9238" y="307125"/>
                  <a:pt x="14234" y="311933"/>
                </a:cubicBezTo>
                <a:cubicBezTo>
                  <a:pt x="9521" y="316552"/>
                  <a:pt x="4996" y="320983"/>
                  <a:pt x="566" y="325319"/>
                </a:cubicBezTo>
                <a:cubicBezTo>
                  <a:pt x="2357" y="327204"/>
                  <a:pt x="4054" y="329090"/>
                  <a:pt x="6033" y="331164"/>
                </a:cubicBezTo>
                <a:cubicBezTo>
                  <a:pt x="10652" y="326545"/>
                  <a:pt x="15083" y="322020"/>
                  <a:pt x="19702" y="317401"/>
                </a:cubicBezTo>
                <a:cubicBezTo>
                  <a:pt x="24321" y="322114"/>
                  <a:pt x="28752" y="326639"/>
                  <a:pt x="33182" y="331164"/>
                </a:cubicBezTo>
                <a:cubicBezTo>
                  <a:pt x="35539" y="328995"/>
                  <a:pt x="37330" y="327204"/>
                  <a:pt x="39687" y="325036"/>
                </a:cubicBezTo>
                <a:close/>
                <a:moveTo>
                  <a:pt x="329844" y="298170"/>
                </a:moveTo>
                <a:cubicBezTo>
                  <a:pt x="328053" y="296190"/>
                  <a:pt x="326356" y="294305"/>
                  <a:pt x="324094" y="291854"/>
                </a:cubicBezTo>
                <a:cubicBezTo>
                  <a:pt x="319569" y="296662"/>
                  <a:pt x="315232" y="301281"/>
                  <a:pt x="310425" y="306371"/>
                </a:cubicBezTo>
                <a:cubicBezTo>
                  <a:pt x="305711" y="301469"/>
                  <a:pt x="301281" y="297039"/>
                  <a:pt x="296944" y="292514"/>
                </a:cubicBezTo>
                <a:cubicBezTo>
                  <a:pt x="295059" y="294399"/>
                  <a:pt x="293268" y="296190"/>
                  <a:pt x="291005" y="298453"/>
                </a:cubicBezTo>
                <a:cubicBezTo>
                  <a:pt x="295625" y="302978"/>
                  <a:pt x="300149" y="307408"/>
                  <a:pt x="305051" y="312404"/>
                </a:cubicBezTo>
                <a:cubicBezTo>
                  <a:pt x="300432" y="316835"/>
                  <a:pt x="295907" y="321265"/>
                  <a:pt x="291665" y="325508"/>
                </a:cubicBezTo>
                <a:cubicBezTo>
                  <a:pt x="293456" y="327393"/>
                  <a:pt x="295153" y="329278"/>
                  <a:pt x="297133" y="331446"/>
                </a:cubicBezTo>
                <a:cubicBezTo>
                  <a:pt x="301658" y="326733"/>
                  <a:pt x="306088" y="322208"/>
                  <a:pt x="310707" y="317495"/>
                </a:cubicBezTo>
                <a:cubicBezTo>
                  <a:pt x="315327" y="322302"/>
                  <a:pt x="319757" y="326827"/>
                  <a:pt x="323999" y="331069"/>
                </a:cubicBezTo>
                <a:cubicBezTo>
                  <a:pt x="326262" y="329090"/>
                  <a:pt x="328147" y="327299"/>
                  <a:pt x="330315" y="325413"/>
                </a:cubicBezTo>
                <a:cubicBezTo>
                  <a:pt x="325602" y="320888"/>
                  <a:pt x="321171" y="316552"/>
                  <a:pt x="316175" y="311650"/>
                </a:cubicBezTo>
                <a:cubicBezTo>
                  <a:pt x="320983" y="306937"/>
                  <a:pt x="325508" y="302506"/>
                  <a:pt x="329844" y="298264"/>
                </a:cubicBezTo>
                <a:close/>
                <a:moveTo>
                  <a:pt x="19419" y="598131"/>
                </a:moveTo>
                <a:cubicBezTo>
                  <a:pt x="14706" y="593229"/>
                  <a:pt x="10369" y="588704"/>
                  <a:pt x="6127" y="584273"/>
                </a:cubicBezTo>
                <a:cubicBezTo>
                  <a:pt x="4242" y="586159"/>
                  <a:pt x="2451" y="587856"/>
                  <a:pt x="283" y="589929"/>
                </a:cubicBezTo>
                <a:cubicBezTo>
                  <a:pt x="4808" y="594360"/>
                  <a:pt x="9427" y="598696"/>
                  <a:pt x="14329" y="603504"/>
                </a:cubicBezTo>
                <a:cubicBezTo>
                  <a:pt x="9521" y="608217"/>
                  <a:pt x="4996" y="612742"/>
                  <a:pt x="754" y="616796"/>
                </a:cubicBezTo>
                <a:cubicBezTo>
                  <a:pt x="2545" y="618870"/>
                  <a:pt x="4242" y="620755"/>
                  <a:pt x="6316" y="623112"/>
                </a:cubicBezTo>
                <a:cubicBezTo>
                  <a:pt x="10935" y="618398"/>
                  <a:pt x="15366" y="613874"/>
                  <a:pt x="20173" y="609066"/>
                </a:cubicBezTo>
                <a:cubicBezTo>
                  <a:pt x="24698" y="613685"/>
                  <a:pt x="29035" y="618116"/>
                  <a:pt x="33371" y="622546"/>
                </a:cubicBezTo>
                <a:cubicBezTo>
                  <a:pt x="35445" y="620661"/>
                  <a:pt x="37236" y="618964"/>
                  <a:pt x="39593" y="616796"/>
                </a:cubicBezTo>
                <a:cubicBezTo>
                  <a:pt x="34973" y="612271"/>
                  <a:pt x="30354" y="607840"/>
                  <a:pt x="25452" y="603127"/>
                </a:cubicBezTo>
                <a:cubicBezTo>
                  <a:pt x="30166" y="598414"/>
                  <a:pt x="34691" y="593983"/>
                  <a:pt x="39216" y="589552"/>
                </a:cubicBezTo>
                <a:cubicBezTo>
                  <a:pt x="37330" y="587667"/>
                  <a:pt x="35539" y="585876"/>
                  <a:pt x="33182" y="583425"/>
                </a:cubicBezTo>
                <a:cubicBezTo>
                  <a:pt x="28752" y="588233"/>
                  <a:pt x="24321" y="592852"/>
                  <a:pt x="19513" y="598036"/>
                </a:cubicBezTo>
                <a:close/>
                <a:moveTo>
                  <a:pt x="297133" y="584179"/>
                </a:moveTo>
                <a:cubicBezTo>
                  <a:pt x="295153" y="586159"/>
                  <a:pt x="293362" y="587950"/>
                  <a:pt x="291383" y="589929"/>
                </a:cubicBezTo>
                <a:cubicBezTo>
                  <a:pt x="295813" y="594360"/>
                  <a:pt x="300338" y="598791"/>
                  <a:pt x="305240" y="603598"/>
                </a:cubicBezTo>
                <a:cubicBezTo>
                  <a:pt x="300527" y="608217"/>
                  <a:pt x="296002" y="612648"/>
                  <a:pt x="291665" y="616796"/>
                </a:cubicBezTo>
                <a:cubicBezTo>
                  <a:pt x="293551" y="618870"/>
                  <a:pt x="295248" y="620755"/>
                  <a:pt x="297227" y="622923"/>
                </a:cubicBezTo>
                <a:cubicBezTo>
                  <a:pt x="301846" y="618304"/>
                  <a:pt x="306183" y="613779"/>
                  <a:pt x="310896" y="609066"/>
                </a:cubicBezTo>
                <a:cubicBezTo>
                  <a:pt x="315515" y="613685"/>
                  <a:pt x="319946" y="618210"/>
                  <a:pt x="324565" y="622829"/>
                </a:cubicBezTo>
                <a:cubicBezTo>
                  <a:pt x="326545" y="620755"/>
                  <a:pt x="328241" y="618964"/>
                  <a:pt x="330504" y="616702"/>
                </a:cubicBezTo>
                <a:cubicBezTo>
                  <a:pt x="325885" y="612271"/>
                  <a:pt x="321360" y="607840"/>
                  <a:pt x="316364" y="603033"/>
                </a:cubicBezTo>
                <a:cubicBezTo>
                  <a:pt x="321077" y="598414"/>
                  <a:pt x="325602" y="594077"/>
                  <a:pt x="330221" y="589552"/>
                </a:cubicBezTo>
                <a:cubicBezTo>
                  <a:pt x="328336" y="587573"/>
                  <a:pt x="326545" y="585782"/>
                  <a:pt x="324659" y="583896"/>
                </a:cubicBezTo>
                <a:cubicBezTo>
                  <a:pt x="320040" y="588515"/>
                  <a:pt x="315609" y="592946"/>
                  <a:pt x="310519" y="598131"/>
                </a:cubicBezTo>
                <a:cubicBezTo>
                  <a:pt x="305806" y="593135"/>
                  <a:pt x="301469" y="588610"/>
                  <a:pt x="297227" y="584179"/>
                </a:cubicBezTo>
                <a:close/>
                <a:moveTo>
                  <a:pt x="19985" y="25547"/>
                </a:moveTo>
                <a:cubicBezTo>
                  <a:pt x="24604" y="30260"/>
                  <a:pt x="28940" y="34785"/>
                  <a:pt x="33465" y="39404"/>
                </a:cubicBezTo>
                <a:cubicBezTo>
                  <a:pt x="35445" y="37424"/>
                  <a:pt x="37142" y="35633"/>
                  <a:pt x="39310" y="33465"/>
                </a:cubicBezTo>
                <a:cubicBezTo>
                  <a:pt x="34691" y="28940"/>
                  <a:pt x="30166" y="24510"/>
                  <a:pt x="25264" y="19608"/>
                </a:cubicBezTo>
                <a:cubicBezTo>
                  <a:pt x="29977" y="15083"/>
                  <a:pt x="34502" y="10652"/>
                  <a:pt x="39027" y="6316"/>
                </a:cubicBezTo>
                <a:cubicBezTo>
                  <a:pt x="37142" y="4336"/>
                  <a:pt x="35351" y="2545"/>
                  <a:pt x="33182" y="283"/>
                </a:cubicBezTo>
                <a:cubicBezTo>
                  <a:pt x="28563" y="4996"/>
                  <a:pt x="24133" y="9521"/>
                  <a:pt x="19231" y="14517"/>
                </a:cubicBezTo>
                <a:cubicBezTo>
                  <a:pt x="14612" y="9804"/>
                  <a:pt x="10181" y="5373"/>
                  <a:pt x="5939" y="943"/>
                </a:cubicBezTo>
                <a:cubicBezTo>
                  <a:pt x="4054" y="2734"/>
                  <a:pt x="2262" y="4431"/>
                  <a:pt x="189" y="6410"/>
                </a:cubicBezTo>
                <a:cubicBezTo>
                  <a:pt x="4808" y="10935"/>
                  <a:pt x="9333" y="15366"/>
                  <a:pt x="14234" y="20173"/>
                </a:cubicBezTo>
                <a:cubicBezTo>
                  <a:pt x="9521" y="24792"/>
                  <a:pt x="4902" y="29317"/>
                  <a:pt x="566" y="33559"/>
                </a:cubicBezTo>
                <a:cubicBezTo>
                  <a:pt x="2357" y="35445"/>
                  <a:pt x="4054" y="37236"/>
                  <a:pt x="6410" y="39687"/>
                </a:cubicBezTo>
                <a:cubicBezTo>
                  <a:pt x="10935" y="34973"/>
                  <a:pt x="15271" y="30449"/>
                  <a:pt x="20079" y="25452"/>
                </a:cubicBezTo>
                <a:close/>
                <a:moveTo>
                  <a:pt x="615476" y="330787"/>
                </a:moveTo>
                <a:cubicBezTo>
                  <a:pt x="617361" y="328995"/>
                  <a:pt x="619153" y="327299"/>
                  <a:pt x="621132" y="325319"/>
                </a:cubicBezTo>
                <a:cubicBezTo>
                  <a:pt x="616513" y="320700"/>
                  <a:pt x="611988" y="316269"/>
                  <a:pt x="606992" y="311367"/>
                </a:cubicBezTo>
                <a:cubicBezTo>
                  <a:pt x="611800" y="306842"/>
                  <a:pt x="616419" y="302412"/>
                  <a:pt x="620567" y="298453"/>
                </a:cubicBezTo>
                <a:cubicBezTo>
                  <a:pt x="618681" y="296190"/>
                  <a:pt x="617079" y="294211"/>
                  <a:pt x="615099" y="291854"/>
                </a:cubicBezTo>
                <a:cubicBezTo>
                  <a:pt x="610386" y="296662"/>
                  <a:pt x="605955" y="301092"/>
                  <a:pt x="601336" y="305900"/>
                </a:cubicBezTo>
                <a:cubicBezTo>
                  <a:pt x="596811" y="301281"/>
                  <a:pt x="592380" y="296850"/>
                  <a:pt x="588233" y="292702"/>
                </a:cubicBezTo>
                <a:cubicBezTo>
                  <a:pt x="586064" y="294493"/>
                  <a:pt x="584085" y="296190"/>
                  <a:pt x="581728" y="298170"/>
                </a:cubicBezTo>
                <a:cubicBezTo>
                  <a:pt x="586536" y="302883"/>
                  <a:pt x="591061" y="307314"/>
                  <a:pt x="595774" y="311839"/>
                </a:cubicBezTo>
                <a:cubicBezTo>
                  <a:pt x="591155" y="316364"/>
                  <a:pt x="586724" y="320888"/>
                  <a:pt x="582105" y="325319"/>
                </a:cubicBezTo>
                <a:cubicBezTo>
                  <a:pt x="583991" y="327204"/>
                  <a:pt x="585782" y="328995"/>
                  <a:pt x="587761" y="330881"/>
                </a:cubicBezTo>
                <a:cubicBezTo>
                  <a:pt x="592286" y="326262"/>
                  <a:pt x="596622" y="321831"/>
                  <a:pt x="601619" y="316646"/>
                </a:cubicBezTo>
                <a:cubicBezTo>
                  <a:pt x="606615" y="321643"/>
                  <a:pt x="610951" y="326167"/>
                  <a:pt x="615382" y="330598"/>
                </a:cubicBezTo>
                <a:close/>
                <a:moveTo>
                  <a:pt x="887062" y="20173"/>
                </a:moveTo>
                <a:cubicBezTo>
                  <a:pt x="882255" y="24792"/>
                  <a:pt x="877730" y="29317"/>
                  <a:pt x="873393" y="33465"/>
                </a:cubicBezTo>
                <a:cubicBezTo>
                  <a:pt x="875279" y="35539"/>
                  <a:pt x="876881" y="37424"/>
                  <a:pt x="878861" y="39593"/>
                </a:cubicBezTo>
                <a:cubicBezTo>
                  <a:pt x="883480" y="34879"/>
                  <a:pt x="887911" y="30354"/>
                  <a:pt x="892624" y="25641"/>
                </a:cubicBezTo>
                <a:cubicBezTo>
                  <a:pt x="897243" y="30354"/>
                  <a:pt x="901674" y="34879"/>
                  <a:pt x="906199" y="39498"/>
                </a:cubicBezTo>
                <a:cubicBezTo>
                  <a:pt x="908178" y="37424"/>
                  <a:pt x="909969" y="35633"/>
                  <a:pt x="912043" y="33371"/>
                </a:cubicBezTo>
                <a:cubicBezTo>
                  <a:pt x="907518" y="28940"/>
                  <a:pt x="902899" y="24510"/>
                  <a:pt x="897997" y="19796"/>
                </a:cubicBezTo>
                <a:cubicBezTo>
                  <a:pt x="902711" y="15083"/>
                  <a:pt x="907236" y="10747"/>
                  <a:pt x="911855" y="6222"/>
                </a:cubicBezTo>
                <a:cubicBezTo>
                  <a:pt x="909969" y="4336"/>
                  <a:pt x="908178" y="2545"/>
                  <a:pt x="905916" y="189"/>
                </a:cubicBezTo>
                <a:cubicBezTo>
                  <a:pt x="901485" y="4902"/>
                  <a:pt x="897149" y="9615"/>
                  <a:pt x="892247" y="14800"/>
                </a:cubicBezTo>
                <a:cubicBezTo>
                  <a:pt x="887534" y="9804"/>
                  <a:pt x="883197" y="5279"/>
                  <a:pt x="878955" y="660"/>
                </a:cubicBezTo>
                <a:cubicBezTo>
                  <a:pt x="876976" y="2545"/>
                  <a:pt x="875279" y="4242"/>
                  <a:pt x="873016" y="6410"/>
                </a:cubicBezTo>
                <a:cubicBezTo>
                  <a:pt x="877635" y="10935"/>
                  <a:pt x="882160" y="15366"/>
                  <a:pt x="887157" y="20173"/>
                </a:cubicBezTo>
                <a:close/>
                <a:moveTo>
                  <a:pt x="588044" y="584273"/>
                </a:moveTo>
                <a:cubicBezTo>
                  <a:pt x="585970" y="586159"/>
                  <a:pt x="584085" y="587856"/>
                  <a:pt x="581728" y="590118"/>
                </a:cubicBezTo>
                <a:cubicBezTo>
                  <a:pt x="586536" y="594643"/>
                  <a:pt x="591061" y="599073"/>
                  <a:pt x="595868" y="603598"/>
                </a:cubicBezTo>
                <a:cubicBezTo>
                  <a:pt x="591155" y="608217"/>
                  <a:pt x="586630" y="612648"/>
                  <a:pt x="582105" y="617079"/>
                </a:cubicBezTo>
                <a:cubicBezTo>
                  <a:pt x="583991" y="618964"/>
                  <a:pt x="585782" y="620755"/>
                  <a:pt x="587761" y="622829"/>
                </a:cubicBezTo>
                <a:cubicBezTo>
                  <a:pt x="592192" y="618210"/>
                  <a:pt x="596528" y="613685"/>
                  <a:pt x="601336" y="608689"/>
                </a:cubicBezTo>
                <a:cubicBezTo>
                  <a:pt x="606238" y="613685"/>
                  <a:pt x="610763" y="618210"/>
                  <a:pt x="615099" y="622640"/>
                </a:cubicBezTo>
                <a:cubicBezTo>
                  <a:pt x="617173" y="620661"/>
                  <a:pt x="618964" y="618964"/>
                  <a:pt x="621038" y="616984"/>
                </a:cubicBezTo>
                <a:cubicBezTo>
                  <a:pt x="616324" y="612365"/>
                  <a:pt x="611894" y="607935"/>
                  <a:pt x="606898" y="603127"/>
                </a:cubicBezTo>
                <a:cubicBezTo>
                  <a:pt x="611611" y="598508"/>
                  <a:pt x="616230" y="594077"/>
                  <a:pt x="620378" y="590118"/>
                </a:cubicBezTo>
                <a:cubicBezTo>
                  <a:pt x="618587" y="587950"/>
                  <a:pt x="616984" y="585970"/>
                  <a:pt x="615005" y="583613"/>
                </a:cubicBezTo>
                <a:cubicBezTo>
                  <a:pt x="610291" y="588327"/>
                  <a:pt x="605955" y="592852"/>
                  <a:pt x="601242" y="597565"/>
                </a:cubicBezTo>
                <a:cubicBezTo>
                  <a:pt x="596717" y="592946"/>
                  <a:pt x="592286" y="588515"/>
                  <a:pt x="587950" y="584179"/>
                </a:cubicBezTo>
                <a:close/>
                <a:moveTo>
                  <a:pt x="305146" y="20362"/>
                </a:moveTo>
                <a:cubicBezTo>
                  <a:pt x="300432" y="24887"/>
                  <a:pt x="295907" y="29317"/>
                  <a:pt x="291665" y="33465"/>
                </a:cubicBezTo>
                <a:cubicBezTo>
                  <a:pt x="293456" y="35539"/>
                  <a:pt x="295153" y="37424"/>
                  <a:pt x="297133" y="39687"/>
                </a:cubicBezTo>
                <a:cubicBezTo>
                  <a:pt x="301752" y="34973"/>
                  <a:pt x="306183" y="30449"/>
                  <a:pt x="310896" y="25641"/>
                </a:cubicBezTo>
                <a:cubicBezTo>
                  <a:pt x="315515" y="30260"/>
                  <a:pt x="319946" y="34785"/>
                  <a:pt x="324471" y="39404"/>
                </a:cubicBezTo>
                <a:cubicBezTo>
                  <a:pt x="326356" y="37424"/>
                  <a:pt x="328147" y="35633"/>
                  <a:pt x="330409" y="33371"/>
                </a:cubicBezTo>
                <a:cubicBezTo>
                  <a:pt x="325790" y="28846"/>
                  <a:pt x="321171" y="24415"/>
                  <a:pt x="316269" y="19608"/>
                </a:cubicBezTo>
                <a:cubicBezTo>
                  <a:pt x="320983" y="14989"/>
                  <a:pt x="325413" y="10558"/>
                  <a:pt x="329750" y="6316"/>
                </a:cubicBezTo>
                <a:cubicBezTo>
                  <a:pt x="327959" y="4336"/>
                  <a:pt x="326356" y="2451"/>
                  <a:pt x="324188" y="0"/>
                </a:cubicBezTo>
                <a:cubicBezTo>
                  <a:pt x="319474" y="4808"/>
                  <a:pt x="315044" y="9333"/>
                  <a:pt x="309953" y="14423"/>
                </a:cubicBezTo>
                <a:cubicBezTo>
                  <a:pt x="305523" y="9710"/>
                  <a:pt x="301186" y="5090"/>
                  <a:pt x="296944" y="566"/>
                </a:cubicBezTo>
                <a:cubicBezTo>
                  <a:pt x="294965" y="2451"/>
                  <a:pt x="293268" y="4148"/>
                  <a:pt x="291005" y="6222"/>
                </a:cubicBezTo>
                <a:cubicBezTo>
                  <a:pt x="295625" y="10841"/>
                  <a:pt x="300149" y="15271"/>
                  <a:pt x="305051" y="20173"/>
                </a:cubicBezTo>
                <a:close/>
                <a:moveTo>
                  <a:pt x="911478" y="298076"/>
                </a:moveTo>
                <a:cubicBezTo>
                  <a:pt x="909781" y="296096"/>
                  <a:pt x="908084" y="294211"/>
                  <a:pt x="906104" y="291948"/>
                </a:cubicBezTo>
                <a:cubicBezTo>
                  <a:pt x="901485" y="296662"/>
                  <a:pt x="897055" y="301186"/>
                  <a:pt x="892341" y="305900"/>
                </a:cubicBezTo>
                <a:cubicBezTo>
                  <a:pt x="887816" y="301281"/>
                  <a:pt x="883386" y="296850"/>
                  <a:pt x="879144" y="292608"/>
                </a:cubicBezTo>
                <a:cubicBezTo>
                  <a:pt x="877070" y="294493"/>
                  <a:pt x="875184" y="296284"/>
                  <a:pt x="872828" y="298453"/>
                </a:cubicBezTo>
                <a:cubicBezTo>
                  <a:pt x="877541" y="303072"/>
                  <a:pt x="881972" y="307408"/>
                  <a:pt x="886779" y="312121"/>
                </a:cubicBezTo>
                <a:cubicBezTo>
                  <a:pt x="882349" y="316552"/>
                  <a:pt x="877824" y="320983"/>
                  <a:pt x="873393" y="325413"/>
                </a:cubicBezTo>
                <a:cubicBezTo>
                  <a:pt x="875184" y="327299"/>
                  <a:pt x="876881" y="329090"/>
                  <a:pt x="879144" y="331446"/>
                </a:cubicBezTo>
                <a:cubicBezTo>
                  <a:pt x="883763" y="326733"/>
                  <a:pt x="888194" y="322208"/>
                  <a:pt x="893190" y="317023"/>
                </a:cubicBezTo>
                <a:cubicBezTo>
                  <a:pt x="897809" y="321737"/>
                  <a:pt x="902239" y="326167"/>
                  <a:pt x="906199" y="330315"/>
                </a:cubicBezTo>
                <a:cubicBezTo>
                  <a:pt x="908084" y="328713"/>
                  <a:pt x="910064" y="327110"/>
                  <a:pt x="912043" y="325413"/>
                </a:cubicBezTo>
                <a:cubicBezTo>
                  <a:pt x="907424" y="320888"/>
                  <a:pt x="902994" y="316458"/>
                  <a:pt x="897903" y="311462"/>
                </a:cubicBezTo>
                <a:cubicBezTo>
                  <a:pt x="902805" y="306654"/>
                  <a:pt x="907330" y="302223"/>
                  <a:pt x="911478" y="298076"/>
                </a:cubicBezTo>
                <a:close/>
                <a:moveTo>
                  <a:pt x="872828" y="590024"/>
                </a:moveTo>
                <a:cubicBezTo>
                  <a:pt x="877541" y="594454"/>
                  <a:pt x="882160" y="598885"/>
                  <a:pt x="887157" y="603598"/>
                </a:cubicBezTo>
                <a:cubicBezTo>
                  <a:pt x="882349" y="608312"/>
                  <a:pt x="877824" y="612742"/>
                  <a:pt x="873393" y="617079"/>
                </a:cubicBezTo>
                <a:cubicBezTo>
                  <a:pt x="875184" y="618964"/>
                  <a:pt x="876881" y="620849"/>
                  <a:pt x="878955" y="623018"/>
                </a:cubicBezTo>
                <a:cubicBezTo>
                  <a:pt x="883480" y="618304"/>
                  <a:pt x="887816" y="613779"/>
                  <a:pt x="892530" y="608972"/>
                </a:cubicBezTo>
                <a:cubicBezTo>
                  <a:pt x="897243" y="613874"/>
                  <a:pt x="901580" y="618398"/>
                  <a:pt x="905916" y="622923"/>
                </a:cubicBezTo>
                <a:cubicBezTo>
                  <a:pt x="908178" y="620755"/>
                  <a:pt x="910064" y="618964"/>
                  <a:pt x="912326" y="616796"/>
                </a:cubicBezTo>
                <a:cubicBezTo>
                  <a:pt x="907613" y="612271"/>
                  <a:pt x="903088" y="607840"/>
                  <a:pt x="897903" y="602844"/>
                </a:cubicBezTo>
                <a:cubicBezTo>
                  <a:pt x="902617" y="598319"/>
                  <a:pt x="907236" y="593983"/>
                  <a:pt x="911478" y="590024"/>
                </a:cubicBezTo>
                <a:cubicBezTo>
                  <a:pt x="909687" y="587950"/>
                  <a:pt x="907990" y="586064"/>
                  <a:pt x="905916" y="583708"/>
                </a:cubicBezTo>
                <a:cubicBezTo>
                  <a:pt x="901391" y="588421"/>
                  <a:pt x="896960" y="592946"/>
                  <a:pt x="892341" y="597754"/>
                </a:cubicBezTo>
                <a:cubicBezTo>
                  <a:pt x="887722" y="593135"/>
                  <a:pt x="883386" y="588610"/>
                  <a:pt x="878861" y="584085"/>
                </a:cubicBezTo>
                <a:cubicBezTo>
                  <a:pt x="876881" y="586064"/>
                  <a:pt x="875184" y="587856"/>
                  <a:pt x="872828" y="590118"/>
                </a:cubicBezTo>
                <a:close/>
              </a:path>
            </a:pathLst>
          </a:custGeom>
          <a:solidFill>
            <a:schemeClr val="accent2"/>
          </a:solidFill>
          <a:ln w="9427" cap="flat">
            <a:noFill/>
            <a:prstDash val="solid"/>
            <a:miter/>
          </a:ln>
        </p:spPr>
        <p:txBody>
          <a:bodyPr rtlCol="0" anchor="ctr"/>
          <a:lstStyle/>
          <a:p>
            <a:endParaRPr lang="en-US" b="0" i="0" dirty="0">
              <a:latin typeface="Oswald" pitchFamily="2" charset="77"/>
            </a:endParaRPr>
          </a:p>
        </p:txBody>
      </p:sp>
      <p:sp>
        <p:nvSpPr>
          <p:cNvPr id="8" name="Round Diagonal Corner Rectangle 7">
            <a:extLst>
              <a:ext uri="{FF2B5EF4-FFF2-40B4-BE49-F238E27FC236}">
                <a16:creationId xmlns:a16="http://schemas.microsoft.com/office/drawing/2014/main" id="{549B6F1E-1F08-96F0-BE79-71ABBFE32B7B}"/>
              </a:ext>
            </a:extLst>
          </p:cNvPr>
          <p:cNvSpPr/>
          <p:nvPr userDrawn="1"/>
        </p:nvSpPr>
        <p:spPr>
          <a:xfrm>
            <a:off x="7171927" y="2967151"/>
            <a:ext cx="3656956" cy="4538329"/>
          </a:xfrm>
          <a:prstGeom prst="round2DiagRect">
            <a:avLst>
              <a:gd name="adj1" fmla="val 16667"/>
              <a:gd name="adj2" fmla="val 0"/>
            </a:avLst>
          </a:prstGeom>
          <a:noFill/>
          <a:ln>
            <a:gradFill flip="none" rotWithShape="1">
              <a:gsLst>
                <a:gs pos="0">
                  <a:schemeClr val="accent2"/>
                </a:gs>
                <a:gs pos="100000">
                  <a:schemeClr val="accent3"/>
                </a:gs>
              </a:gsLst>
              <a:lin ang="81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Oswald" pitchFamily="2" charset="77"/>
            </a:endParaRPr>
          </a:p>
        </p:txBody>
      </p:sp>
      <p:sp>
        <p:nvSpPr>
          <p:cNvPr id="9" name="Oval 8">
            <a:extLst>
              <a:ext uri="{FF2B5EF4-FFF2-40B4-BE49-F238E27FC236}">
                <a16:creationId xmlns:a16="http://schemas.microsoft.com/office/drawing/2014/main" id="{60502363-60DC-D80A-61AD-8B25C3C35DED}"/>
              </a:ext>
            </a:extLst>
          </p:cNvPr>
          <p:cNvSpPr/>
          <p:nvPr userDrawn="1"/>
        </p:nvSpPr>
        <p:spPr>
          <a:xfrm>
            <a:off x="8861905" y="2828651"/>
            <a:ext cx="277000" cy="276999"/>
          </a:xfrm>
          <a:prstGeom prst="ellipse">
            <a:avLst/>
          </a:prstGeom>
          <a:solidFill>
            <a:schemeClr val="tx1"/>
          </a:solidFill>
          <a:ln w="63500">
            <a:gradFill flip="none" rotWithShape="1">
              <a:gsLst>
                <a:gs pos="0">
                  <a:schemeClr val="accent2"/>
                </a:gs>
                <a:gs pos="99000">
                  <a:schemeClr val="accent3"/>
                </a:gs>
              </a:gsLst>
              <a:lin ang="81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Oswald" pitchFamily="2" charset="77"/>
            </a:endParaRPr>
          </a:p>
        </p:txBody>
      </p:sp>
      <p:sp>
        <p:nvSpPr>
          <p:cNvPr id="11" name="Title Placeholder 1">
            <a:extLst>
              <a:ext uri="{FF2B5EF4-FFF2-40B4-BE49-F238E27FC236}">
                <a16:creationId xmlns:a16="http://schemas.microsoft.com/office/drawing/2014/main" id="{E2CCA723-6CC6-69E8-58FF-1C1541D195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393539394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1" name="Oval 10">
            <a:extLst>
              <a:ext uri="{FF2B5EF4-FFF2-40B4-BE49-F238E27FC236}">
                <a16:creationId xmlns:a16="http://schemas.microsoft.com/office/drawing/2014/main" id="{758CFA02-8FF7-890F-1805-E384FFBC0C8E}"/>
              </a:ext>
            </a:extLst>
          </p:cNvPr>
          <p:cNvSpPr/>
          <p:nvPr userDrawn="1"/>
        </p:nvSpPr>
        <p:spPr>
          <a:xfrm>
            <a:off x="7456233" y="6069981"/>
            <a:ext cx="7377367" cy="7377365"/>
          </a:xfrm>
          <a:prstGeom prst="ellipse">
            <a:avLst/>
          </a:prstGeom>
          <a:gradFill flip="none" rotWithShape="1">
            <a:gsLst>
              <a:gs pos="0">
                <a:schemeClr val="accent2"/>
              </a:gs>
              <a:gs pos="100000">
                <a:schemeClr val="accent1"/>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9" name="Oval 8">
            <a:extLst>
              <a:ext uri="{FF2B5EF4-FFF2-40B4-BE49-F238E27FC236}">
                <a16:creationId xmlns:a16="http://schemas.microsoft.com/office/drawing/2014/main" id="{4E44CE32-3AD8-D4E4-5F7E-F689F5BA2C19}"/>
              </a:ext>
            </a:extLst>
          </p:cNvPr>
          <p:cNvSpPr/>
          <p:nvPr userDrawn="1"/>
        </p:nvSpPr>
        <p:spPr>
          <a:xfrm>
            <a:off x="2745723" y="-10721645"/>
            <a:ext cx="13261976" cy="13261929"/>
          </a:xfrm>
          <a:prstGeom prst="ellipse">
            <a:avLst/>
          </a:prstGeom>
          <a:noFill/>
          <a:ln w="50800">
            <a:gradFill flip="none" rotWithShape="1">
              <a:gsLst>
                <a:gs pos="0">
                  <a:schemeClr val="accent2"/>
                </a:gs>
                <a:gs pos="99000">
                  <a:schemeClr val="accent3"/>
                </a:gs>
              </a:gsLst>
              <a:lin ang="8100000" scaled="1"/>
              <a:tileRect/>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10" name="Oval 9">
            <a:extLst>
              <a:ext uri="{FF2B5EF4-FFF2-40B4-BE49-F238E27FC236}">
                <a16:creationId xmlns:a16="http://schemas.microsoft.com/office/drawing/2014/main" id="{904112B2-F614-E97E-0433-B88D6267476C}"/>
              </a:ext>
            </a:extLst>
          </p:cNvPr>
          <p:cNvSpPr/>
          <p:nvPr userDrawn="1"/>
        </p:nvSpPr>
        <p:spPr>
          <a:xfrm>
            <a:off x="3117850" y="-10345684"/>
            <a:ext cx="12517721" cy="12517716"/>
          </a:xfrm>
          <a:prstGeom prst="ellipse">
            <a:avLst/>
          </a:prstGeom>
          <a:gradFill flip="none" rotWithShape="1">
            <a:gsLst>
              <a:gs pos="0">
                <a:schemeClr val="accent2"/>
              </a:gs>
              <a:gs pos="100000">
                <a:schemeClr val="accent1"/>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3" name="Text Placeholder 2">
            <a:extLst>
              <a:ext uri="{FF2B5EF4-FFF2-40B4-BE49-F238E27FC236}">
                <a16:creationId xmlns:a16="http://schemas.microsoft.com/office/drawing/2014/main" id="{0B515FD6-82C1-F27F-AB17-2E2DD041039E}"/>
              </a:ext>
            </a:extLst>
          </p:cNvPr>
          <p:cNvSpPr>
            <a:spLocks noGrp="1"/>
          </p:cNvSpPr>
          <p:nvPr>
            <p:ph type="body" idx="1"/>
          </p:nvPr>
        </p:nvSpPr>
        <p:spPr>
          <a:xfrm>
            <a:off x="831850" y="1790700"/>
            <a:ext cx="10515600" cy="4381756"/>
          </a:xfrm>
          <a:prstGeom prst="rect">
            <a:avLst/>
          </a:prstGeom>
        </p:spPr>
        <p:txBody>
          <a:bodyPr>
            <a:normAutofit/>
          </a:bodyPr>
          <a:lstStyle>
            <a:lvl1pPr marL="0" indent="0">
              <a:buNone/>
              <a:defRPr sz="1600">
                <a:solidFill>
                  <a:schemeClr val="bg1"/>
                </a:solidFill>
                <a:latin typeface="Oswa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34668E-504D-8D1B-8AC9-3E387BF0B1BA}"/>
              </a:ext>
            </a:extLst>
          </p:cNvPr>
          <p:cNvSpPr>
            <a:spLocks noGrp="1"/>
          </p:cNvSpPr>
          <p:nvPr>
            <p:ph type="dt" sz="half" idx="10"/>
          </p:nvPr>
        </p:nvSpPr>
        <p:spPr/>
        <p:txBody>
          <a:bodyPr/>
          <a:lstStyle>
            <a:lvl1pPr>
              <a:defRPr>
                <a:solidFill>
                  <a:schemeClr val="bg1"/>
                </a:solidFill>
                <a:latin typeface="Oswald" pitchFamily="2" charset="77"/>
              </a:defRPr>
            </a:lvl1pPr>
          </a:lstStyle>
          <a:p>
            <a:r>
              <a:rPr lang="en-US"/>
              <a:t>20XX</a:t>
            </a:r>
            <a:endParaRPr lang="en-US" dirty="0"/>
          </a:p>
        </p:txBody>
      </p:sp>
      <p:sp>
        <p:nvSpPr>
          <p:cNvPr id="5" name="Footer Placeholder 4">
            <a:extLst>
              <a:ext uri="{FF2B5EF4-FFF2-40B4-BE49-F238E27FC236}">
                <a16:creationId xmlns:a16="http://schemas.microsoft.com/office/drawing/2014/main" id="{BB5369F0-13E7-3987-C328-EA939F9601E5}"/>
              </a:ext>
            </a:extLst>
          </p:cNvPr>
          <p:cNvSpPr>
            <a:spLocks noGrp="1"/>
          </p:cNvSpPr>
          <p:nvPr>
            <p:ph type="ftr" sz="quarter" idx="11"/>
          </p:nvPr>
        </p:nvSpPr>
        <p:spPr/>
        <p:txBody>
          <a:bodyPr/>
          <a:lstStyle>
            <a:lvl1pPr>
              <a:defRPr>
                <a:solidFill>
                  <a:schemeClr val="bg1"/>
                </a:solidFill>
                <a:latin typeface="Oswald" pitchFamily="2" charset="77"/>
              </a:defRPr>
            </a:lvl1pPr>
          </a:lstStyle>
          <a:p>
            <a:endParaRPr lang="en-US"/>
          </a:p>
        </p:txBody>
      </p:sp>
      <p:sp>
        <p:nvSpPr>
          <p:cNvPr id="6" name="Slide Number Placeholder 5">
            <a:extLst>
              <a:ext uri="{FF2B5EF4-FFF2-40B4-BE49-F238E27FC236}">
                <a16:creationId xmlns:a16="http://schemas.microsoft.com/office/drawing/2014/main" id="{76047604-23FB-3B77-51A9-FC577F45E9D1}"/>
              </a:ext>
            </a:extLst>
          </p:cNvPr>
          <p:cNvSpPr>
            <a:spLocks noGrp="1"/>
          </p:cNvSpPr>
          <p:nvPr>
            <p:ph type="sldNum" sz="quarter" idx="12"/>
          </p:nvPr>
        </p:nvSpPr>
        <p:spPr/>
        <p:txBody>
          <a:bodyPr/>
          <a:lstStyle>
            <a:lvl1pPr>
              <a:defRPr>
                <a:solidFill>
                  <a:schemeClr val="bg1"/>
                </a:solidFill>
                <a:latin typeface="Oswald" pitchFamily="2" charset="77"/>
              </a:defRPr>
            </a:lvl1pPr>
          </a:lstStyle>
          <a:p>
            <a:fld id="{92A6C7AB-A877-C342-9CE7-90563939BDE3}" type="slidenum">
              <a:rPr lang="en-US" smtClean="0"/>
              <a:pPr/>
              <a:t>‹#›</a:t>
            </a:fld>
            <a:endParaRPr lang="en-US"/>
          </a:p>
        </p:txBody>
      </p:sp>
      <p:sp>
        <p:nvSpPr>
          <p:cNvPr id="12" name="Oval 11">
            <a:extLst>
              <a:ext uri="{FF2B5EF4-FFF2-40B4-BE49-F238E27FC236}">
                <a16:creationId xmlns:a16="http://schemas.microsoft.com/office/drawing/2014/main" id="{585F50FC-551D-76C8-903E-BB679267815C}"/>
              </a:ext>
            </a:extLst>
          </p:cNvPr>
          <p:cNvSpPr/>
          <p:nvPr userDrawn="1"/>
        </p:nvSpPr>
        <p:spPr>
          <a:xfrm>
            <a:off x="838200" y="1085914"/>
            <a:ext cx="420882" cy="420880"/>
          </a:xfrm>
          <a:prstGeom prst="ellipse">
            <a:avLst/>
          </a:prstGeom>
          <a:noFill/>
          <a:ln w="25400">
            <a:gradFill flip="none" rotWithShape="1">
              <a:gsLst>
                <a:gs pos="0">
                  <a:schemeClr val="accent2"/>
                </a:gs>
                <a:gs pos="99000">
                  <a:schemeClr val="accent1"/>
                </a:gs>
              </a:gsLst>
              <a:lin ang="81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13" name="Graphic 52">
            <a:extLst>
              <a:ext uri="{FF2B5EF4-FFF2-40B4-BE49-F238E27FC236}">
                <a16:creationId xmlns:a16="http://schemas.microsoft.com/office/drawing/2014/main" id="{91762E88-561B-3864-3BB8-7082BF9F9AE0}"/>
              </a:ext>
            </a:extLst>
          </p:cNvPr>
          <p:cNvSpPr/>
          <p:nvPr userDrawn="1"/>
        </p:nvSpPr>
        <p:spPr>
          <a:xfrm>
            <a:off x="7698274" y="3681769"/>
            <a:ext cx="912326" cy="915154"/>
          </a:xfrm>
          <a:custGeom>
            <a:avLst/>
            <a:gdLst>
              <a:gd name="connsiteX0" fmla="*/ 587573 w 912326"/>
              <a:gd name="connsiteY0" fmla="*/ 914871 h 915154"/>
              <a:gd name="connsiteX1" fmla="*/ 582199 w 912326"/>
              <a:gd name="connsiteY1" fmla="*/ 909215 h 915154"/>
              <a:gd name="connsiteX2" fmla="*/ 596151 w 912326"/>
              <a:gd name="connsiteY2" fmla="*/ 895546 h 915154"/>
              <a:gd name="connsiteX3" fmla="*/ 582011 w 912326"/>
              <a:gd name="connsiteY3" fmla="*/ 881689 h 915154"/>
              <a:gd name="connsiteX4" fmla="*/ 588044 w 912326"/>
              <a:gd name="connsiteY4" fmla="*/ 876316 h 915154"/>
              <a:gd name="connsiteX5" fmla="*/ 601147 w 912326"/>
              <a:gd name="connsiteY5" fmla="*/ 889890 h 915154"/>
              <a:gd name="connsiteX6" fmla="*/ 614910 w 912326"/>
              <a:gd name="connsiteY6" fmla="*/ 875750 h 915154"/>
              <a:gd name="connsiteX7" fmla="*/ 620944 w 912326"/>
              <a:gd name="connsiteY7" fmla="*/ 882066 h 915154"/>
              <a:gd name="connsiteX8" fmla="*/ 607463 w 912326"/>
              <a:gd name="connsiteY8" fmla="*/ 895264 h 915154"/>
              <a:gd name="connsiteX9" fmla="*/ 621321 w 912326"/>
              <a:gd name="connsiteY9" fmla="*/ 909027 h 915154"/>
              <a:gd name="connsiteX10" fmla="*/ 615476 w 912326"/>
              <a:gd name="connsiteY10" fmla="*/ 914400 h 915154"/>
              <a:gd name="connsiteX11" fmla="*/ 602844 w 912326"/>
              <a:gd name="connsiteY11" fmla="*/ 901485 h 915154"/>
              <a:gd name="connsiteX12" fmla="*/ 588327 w 912326"/>
              <a:gd name="connsiteY12" fmla="*/ 914966 h 915154"/>
              <a:gd name="connsiteX13" fmla="*/ 587761 w 912326"/>
              <a:gd name="connsiteY13" fmla="*/ 914966 h 915154"/>
              <a:gd name="connsiteX14" fmla="*/ 878861 w 912326"/>
              <a:gd name="connsiteY14" fmla="*/ 914871 h 915154"/>
              <a:gd name="connsiteX15" fmla="*/ 892341 w 912326"/>
              <a:gd name="connsiteY15" fmla="*/ 901768 h 915154"/>
              <a:gd name="connsiteX16" fmla="*/ 906104 w 912326"/>
              <a:gd name="connsiteY16" fmla="*/ 914871 h 915154"/>
              <a:gd name="connsiteX17" fmla="*/ 906670 w 912326"/>
              <a:gd name="connsiteY17" fmla="*/ 914871 h 915154"/>
              <a:gd name="connsiteX18" fmla="*/ 912138 w 912326"/>
              <a:gd name="connsiteY18" fmla="*/ 908744 h 915154"/>
              <a:gd name="connsiteX19" fmla="*/ 898280 w 912326"/>
              <a:gd name="connsiteY19" fmla="*/ 895169 h 915154"/>
              <a:gd name="connsiteX20" fmla="*/ 911666 w 912326"/>
              <a:gd name="connsiteY20" fmla="*/ 881972 h 915154"/>
              <a:gd name="connsiteX21" fmla="*/ 905916 w 912326"/>
              <a:gd name="connsiteY21" fmla="*/ 875467 h 915154"/>
              <a:gd name="connsiteX22" fmla="*/ 892247 w 912326"/>
              <a:gd name="connsiteY22" fmla="*/ 889796 h 915154"/>
              <a:gd name="connsiteX23" fmla="*/ 878672 w 912326"/>
              <a:gd name="connsiteY23" fmla="*/ 875939 h 915154"/>
              <a:gd name="connsiteX24" fmla="*/ 872828 w 912326"/>
              <a:gd name="connsiteY24" fmla="*/ 881878 h 915154"/>
              <a:gd name="connsiteX25" fmla="*/ 886874 w 912326"/>
              <a:gd name="connsiteY25" fmla="*/ 895735 h 915154"/>
              <a:gd name="connsiteX26" fmla="*/ 873111 w 912326"/>
              <a:gd name="connsiteY26" fmla="*/ 909121 h 915154"/>
              <a:gd name="connsiteX27" fmla="*/ 878201 w 912326"/>
              <a:gd name="connsiteY27" fmla="*/ 914966 h 915154"/>
              <a:gd name="connsiteX28" fmla="*/ 878767 w 912326"/>
              <a:gd name="connsiteY28" fmla="*/ 914966 h 915154"/>
              <a:gd name="connsiteX29" fmla="*/ 6222 w 912326"/>
              <a:gd name="connsiteY29" fmla="*/ 914871 h 915154"/>
              <a:gd name="connsiteX30" fmla="*/ 20362 w 912326"/>
              <a:gd name="connsiteY30" fmla="*/ 901297 h 915154"/>
              <a:gd name="connsiteX31" fmla="*/ 33654 w 912326"/>
              <a:gd name="connsiteY31" fmla="*/ 914683 h 915154"/>
              <a:gd name="connsiteX32" fmla="*/ 39404 w 912326"/>
              <a:gd name="connsiteY32" fmla="*/ 908744 h 915154"/>
              <a:gd name="connsiteX33" fmla="*/ 25358 w 912326"/>
              <a:gd name="connsiteY33" fmla="*/ 895075 h 915154"/>
              <a:gd name="connsiteX34" fmla="*/ 38838 w 912326"/>
              <a:gd name="connsiteY34" fmla="*/ 881972 h 915154"/>
              <a:gd name="connsiteX35" fmla="*/ 32805 w 912326"/>
              <a:gd name="connsiteY35" fmla="*/ 875656 h 915154"/>
              <a:gd name="connsiteX36" fmla="*/ 19231 w 912326"/>
              <a:gd name="connsiteY36" fmla="*/ 889890 h 915154"/>
              <a:gd name="connsiteX37" fmla="*/ 6033 w 912326"/>
              <a:gd name="connsiteY37" fmla="*/ 876221 h 915154"/>
              <a:gd name="connsiteX38" fmla="*/ 283 w 912326"/>
              <a:gd name="connsiteY38" fmla="*/ 881689 h 915154"/>
              <a:gd name="connsiteX39" fmla="*/ 14329 w 912326"/>
              <a:gd name="connsiteY39" fmla="*/ 895546 h 915154"/>
              <a:gd name="connsiteX40" fmla="*/ 471 w 912326"/>
              <a:gd name="connsiteY40" fmla="*/ 909215 h 915154"/>
              <a:gd name="connsiteX41" fmla="*/ 5750 w 912326"/>
              <a:gd name="connsiteY41" fmla="*/ 914966 h 915154"/>
              <a:gd name="connsiteX42" fmla="*/ 6316 w 912326"/>
              <a:gd name="connsiteY42" fmla="*/ 914966 h 915154"/>
              <a:gd name="connsiteX43" fmla="*/ 324753 w 912326"/>
              <a:gd name="connsiteY43" fmla="*/ 914871 h 915154"/>
              <a:gd name="connsiteX44" fmla="*/ 330315 w 912326"/>
              <a:gd name="connsiteY44" fmla="*/ 908838 h 915154"/>
              <a:gd name="connsiteX45" fmla="*/ 316458 w 912326"/>
              <a:gd name="connsiteY45" fmla="*/ 895075 h 915154"/>
              <a:gd name="connsiteX46" fmla="*/ 330127 w 912326"/>
              <a:gd name="connsiteY46" fmla="*/ 881595 h 915154"/>
              <a:gd name="connsiteX47" fmla="*/ 324188 w 912326"/>
              <a:gd name="connsiteY47" fmla="*/ 875656 h 915154"/>
              <a:gd name="connsiteX48" fmla="*/ 310142 w 912326"/>
              <a:gd name="connsiteY48" fmla="*/ 889890 h 915154"/>
              <a:gd name="connsiteX49" fmla="*/ 296850 w 912326"/>
              <a:gd name="connsiteY49" fmla="*/ 876221 h 915154"/>
              <a:gd name="connsiteX50" fmla="*/ 291005 w 912326"/>
              <a:gd name="connsiteY50" fmla="*/ 881689 h 915154"/>
              <a:gd name="connsiteX51" fmla="*/ 305051 w 912326"/>
              <a:gd name="connsiteY51" fmla="*/ 895641 h 915154"/>
              <a:gd name="connsiteX52" fmla="*/ 291948 w 912326"/>
              <a:gd name="connsiteY52" fmla="*/ 908650 h 915154"/>
              <a:gd name="connsiteX53" fmla="*/ 297133 w 912326"/>
              <a:gd name="connsiteY53" fmla="*/ 915154 h 915154"/>
              <a:gd name="connsiteX54" fmla="*/ 310142 w 912326"/>
              <a:gd name="connsiteY54" fmla="*/ 901768 h 915154"/>
              <a:gd name="connsiteX55" fmla="*/ 324188 w 912326"/>
              <a:gd name="connsiteY55" fmla="*/ 914871 h 915154"/>
              <a:gd name="connsiteX56" fmla="*/ 324753 w 912326"/>
              <a:gd name="connsiteY56" fmla="*/ 914871 h 915154"/>
              <a:gd name="connsiteX57" fmla="*/ 595868 w 912326"/>
              <a:gd name="connsiteY57" fmla="*/ 20079 h 915154"/>
              <a:gd name="connsiteX58" fmla="*/ 582388 w 912326"/>
              <a:gd name="connsiteY58" fmla="*/ 33277 h 915154"/>
              <a:gd name="connsiteX59" fmla="*/ 588421 w 912326"/>
              <a:gd name="connsiteY59" fmla="*/ 39781 h 915154"/>
              <a:gd name="connsiteX60" fmla="*/ 601901 w 912326"/>
              <a:gd name="connsiteY60" fmla="*/ 25358 h 915154"/>
              <a:gd name="connsiteX61" fmla="*/ 615288 w 912326"/>
              <a:gd name="connsiteY61" fmla="*/ 39404 h 915154"/>
              <a:gd name="connsiteX62" fmla="*/ 621321 w 912326"/>
              <a:gd name="connsiteY62" fmla="*/ 33371 h 915154"/>
              <a:gd name="connsiteX63" fmla="*/ 607086 w 912326"/>
              <a:gd name="connsiteY63" fmla="*/ 19419 h 915154"/>
              <a:gd name="connsiteX64" fmla="*/ 620661 w 912326"/>
              <a:gd name="connsiteY64" fmla="*/ 6222 h 915154"/>
              <a:gd name="connsiteX65" fmla="*/ 615193 w 912326"/>
              <a:gd name="connsiteY65" fmla="*/ 377 h 915154"/>
              <a:gd name="connsiteX66" fmla="*/ 601242 w 912326"/>
              <a:gd name="connsiteY66" fmla="*/ 14612 h 915154"/>
              <a:gd name="connsiteX67" fmla="*/ 587667 w 912326"/>
              <a:gd name="connsiteY67" fmla="*/ 660 h 915154"/>
              <a:gd name="connsiteX68" fmla="*/ 581822 w 912326"/>
              <a:gd name="connsiteY68" fmla="*/ 6410 h 915154"/>
              <a:gd name="connsiteX69" fmla="*/ 595774 w 912326"/>
              <a:gd name="connsiteY69" fmla="*/ 20079 h 915154"/>
              <a:gd name="connsiteX70" fmla="*/ 39687 w 912326"/>
              <a:gd name="connsiteY70" fmla="*/ 325036 h 915154"/>
              <a:gd name="connsiteX71" fmla="*/ 25358 w 912326"/>
              <a:gd name="connsiteY71" fmla="*/ 311273 h 915154"/>
              <a:gd name="connsiteX72" fmla="*/ 38838 w 912326"/>
              <a:gd name="connsiteY72" fmla="*/ 297887 h 915154"/>
              <a:gd name="connsiteX73" fmla="*/ 33088 w 912326"/>
              <a:gd name="connsiteY73" fmla="*/ 291948 h 915154"/>
              <a:gd name="connsiteX74" fmla="*/ 19136 w 912326"/>
              <a:gd name="connsiteY74" fmla="*/ 306088 h 915154"/>
              <a:gd name="connsiteX75" fmla="*/ 5939 w 912326"/>
              <a:gd name="connsiteY75" fmla="*/ 292514 h 915154"/>
              <a:gd name="connsiteX76" fmla="*/ 0 w 912326"/>
              <a:gd name="connsiteY76" fmla="*/ 298264 h 915154"/>
              <a:gd name="connsiteX77" fmla="*/ 14234 w 912326"/>
              <a:gd name="connsiteY77" fmla="*/ 311933 h 915154"/>
              <a:gd name="connsiteX78" fmla="*/ 566 w 912326"/>
              <a:gd name="connsiteY78" fmla="*/ 325319 h 915154"/>
              <a:gd name="connsiteX79" fmla="*/ 6033 w 912326"/>
              <a:gd name="connsiteY79" fmla="*/ 331164 h 915154"/>
              <a:gd name="connsiteX80" fmla="*/ 19702 w 912326"/>
              <a:gd name="connsiteY80" fmla="*/ 317401 h 915154"/>
              <a:gd name="connsiteX81" fmla="*/ 33182 w 912326"/>
              <a:gd name="connsiteY81" fmla="*/ 331164 h 915154"/>
              <a:gd name="connsiteX82" fmla="*/ 39687 w 912326"/>
              <a:gd name="connsiteY82" fmla="*/ 325036 h 915154"/>
              <a:gd name="connsiteX83" fmla="*/ 329844 w 912326"/>
              <a:gd name="connsiteY83" fmla="*/ 298170 h 915154"/>
              <a:gd name="connsiteX84" fmla="*/ 324094 w 912326"/>
              <a:gd name="connsiteY84" fmla="*/ 291854 h 915154"/>
              <a:gd name="connsiteX85" fmla="*/ 310425 w 912326"/>
              <a:gd name="connsiteY85" fmla="*/ 306371 h 915154"/>
              <a:gd name="connsiteX86" fmla="*/ 296944 w 912326"/>
              <a:gd name="connsiteY86" fmla="*/ 292514 h 915154"/>
              <a:gd name="connsiteX87" fmla="*/ 291005 w 912326"/>
              <a:gd name="connsiteY87" fmla="*/ 298453 h 915154"/>
              <a:gd name="connsiteX88" fmla="*/ 305051 w 912326"/>
              <a:gd name="connsiteY88" fmla="*/ 312404 h 915154"/>
              <a:gd name="connsiteX89" fmla="*/ 291665 w 912326"/>
              <a:gd name="connsiteY89" fmla="*/ 325508 h 915154"/>
              <a:gd name="connsiteX90" fmla="*/ 297133 w 912326"/>
              <a:gd name="connsiteY90" fmla="*/ 331446 h 915154"/>
              <a:gd name="connsiteX91" fmla="*/ 310707 w 912326"/>
              <a:gd name="connsiteY91" fmla="*/ 317495 h 915154"/>
              <a:gd name="connsiteX92" fmla="*/ 323999 w 912326"/>
              <a:gd name="connsiteY92" fmla="*/ 331069 h 915154"/>
              <a:gd name="connsiteX93" fmla="*/ 330315 w 912326"/>
              <a:gd name="connsiteY93" fmla="*/ 325413 h 915154"/>
              <a:gd name="connsiteX94" fmla="*/ 316175 w 912326"/>
              <a:gd name="connsiteY94" fmla="*/ 311650 h 915154"/>
              <a:gd name="connsiteX95" fmla="*/ 329844 w 912326"/>
              <a:gd name="connsiteY95" fmla="*/ 298264 h 915154"/>
              <a:gd name="connsiteX96" fmla="*/ 19419 w 912326"/>
              <a:gd name="connsiteY96" fmla="*/ 598131 h 915154"/>
              <a:gd name="connsiteX97" fmla="*/ 6127 w 912326"/>
              <a:gd name="connsiteY97" fmla="*/ 584273 h 915154"/>
              <a:gd name="connsiteX98" fmla="*/ 283 w 912326"/>
              <a:gd name="connsiteY98" fmla="*/ 589929 h 915154"/>
              <a:gd name="connsiteX99" fmla="*/ 14329 w 912326"/>
              <a:gd name="connsiteY99" fmla="*/ 603504 h 915154"/>
              <a:gd name="connsiteX100" fmla="*/ 754 w 912326"/>
              <a:gd name="connsiteY100" fmla="*/ 616796 h 915154"/>
              <a:gd name="connsiteX101" fmla="*/ 6316 w 912326"/>
              <a:gd name="connsiteY101" fmla="*/ 623112 h 915154"/>
              <a:gd name="connsiteX102" fmla="*/ 20173 w 912326"/>
              <a:gd name="connsiteY102" fmla="*/ 609066 h 915154"/>
              <a:gd name="connsiteX103" fmla="*/ 33371 w 912326"/>
              <a:gd name="connsiteY103" fmla="*/ 622546 h 915154"/>
              <a:gd name="connsiteX104" fmla="*/ 39593 w 912326"/>
              <a:gd name="connsiteY104" fmla="*/ 616796 h 915154"/>
              <a:gd name="connsiteX105" fmla="*/ 25452 w 912326"/>
              <a:gd name="connsiteY105" fmla="*/ 603127 h 915154"/>
              <a:gd name="connsiteX106" fmla="*/ 39216 w 912326"/>
              <a:gd name="connsiteY106" fmla="*/ 589552 h 915154"/>
              <a:gd name="connsiteX107" fmla="*/ 33182 w 912326"/>
              <a:gd name="connsiteY107" fmla="*/ 583425 h 915154"/>
              <a:gd name="connsiteX108" fmla="*/ 19513 w 912326"/>
              <a:gd name="connsiteY108" fmla="*/ 598036 h 915154"/>
              <a:gd name="connsiteX109" fmla="*/ 297133 w 912326"/>
              <a:gd name="connsiteY109" fmla="*/ 584179 h 915154"/>
              <a:gd name="connsiteX110" fmla="*/ 291383 w 912326"/>
              <a:gd name="connsiteY110" fmla="*/ 589929 h 915154"/>
              <a:gd name="connsiteX111" fmla="*/ 305240 w 912326"/>
              <a:gd name="connsiteY111" fmla="*/ 603598 h 915154"/>
              <a:gd name="connsiteX112" fmla="*/ 291665 w 912326"/>
              <a:gd name="connsiteY112" fmla="*/ 616796 h 915154"/>
              <a:gd name="connsiteX113" fmla="*/ 297227 w 912326"/>
              <a:gd name="connsiteY113" fmla="*/ 622923 h 915154"/>
              <a:gd name="connsiteX114" fmla="*/ 310896 w 912326"/>
              <a:gd name="connsiteY114" fmla="*/ 609066 h 915154"/>
              <a:gd name="connsiteX115" fmla="*/ 324565 w 912326"/>
              <a:gd name="connsiteY115" fmla="*/ 622829 h 915154"/>
              <a:gd name="connsiteX116" fmla="*/ 330504 w 912326"/>
              <a:gd name="connsiteY116" fmla="*/ 616702 h 915154"/>
              <a:gd name="connsiteX117" fmla="*/ 316364 w 912326"/>
              <a:gd name="connsiteY117" fmla="*/ 603033 h 915154"/>
              <a:gd name="connsiteX118" fmla="*/ 330221 w 912326"/>
              <a:gd name="connsiteY118" fmla="*/ 589552 h 915154"/>
              <a:gd name="connsiteX119" fmla="*/ 324659 w 912326"/>
              <a:gd name="connsiteY119" fmla="*/ 583896 h 915154"/>
              <a:gd name="connsiteX120" fmla="*/ 310519 w 912326"/>
              <a:gd name="connsiteY120" fmla="*/ 598131 h 915154"/>
              <a:gd name="connsiteX121" fmla="*/ 297227 w 912326"/>
              <a:gd name="connsiteY121" fmla="*/ 584179 h 915154"/>
              <a:gd name="connsiteX122" fmla="*/ 19985 w 912326"/>
              <a:gd name="connsiteY122" fmla="*/ 25547 h 915154"/>
              <a:gd name="connsiteX123" fmla="*/ 33465 w 912326"/>
              <a:gd name="connsiteY123" fmla="*/ 39404 h 915154"/>
              <a:gd name="connsiteX124" fmla="*/ 39310 w 912326"/>
              <a:gd name="connsiteY124" fmla="*/ 33465 h 915154"/>
              <a:gd name="connsiteX125" fmla="*/ 25264 w 912326"/>
              <a:gd name="connsiteY125" fmla="*/ 19608 h 915154"/>
              <a:gd name="connsiteX126" fmla="*/ 39027 w 912326"/>
              <a:gd name="connsiteY126" fmla="*/ 6316 h 915154"/>
              <a:gd name="connsiteX127" fmla="*/ 33182 w 912326"/>
              <a:gd name="connsiteY127" fmla="*/ 283 h 915154"/>
              <a:gd name="connsiteX128" fmla="*/ 19231 w 912326"/>
              <a:gd name="connsiteY128" fmla="*/ 14517 h 915154"/>
              <a:gd name="connsiteX129" fmla="*/ 5939 w 912326"/>
              <a:gd name="connsiteY129" fmla="*/ 943 h 915154"/>
              <a:gd name="connsiteX130" fmla="*/ 189 w 912326"/>
              <a:gd name="connsiteY130" fmla="*/ 6410 h 915154"/>
              <a:gd name="connsiteX131" fmla="*/ 14234 w 912326"/>
              <a:gd name="connsiteY131" fmla="*/ 20173 h 915154"/>
              <a:gd name="connsiteX132" fmla="*/ 566 w 912326"/>
              <a:gd name="connsiteY132" fmla="*/ 33559 h 915154"/>
              <a:gd name="connsiteX133" fmla="*/ 6410 w 912326"/>
              <a:gd name="connsiteY133" fmla="*/ 39687 h 915154"/>
              <a:gd name="connsiteX134" fmla="*/ 20079 w 912326"/>
              <a:gd name="connsiteY134" fmla="*/ 25452 h 915154"/>
              <a:gd name="connsiteX135" fmla="*/ 615476 w 912326"/>
              <a:gd name="connsiteY135" fmla="*/ 330787 h 915154"/>
              <a:gd name="connsiteX136" fmla="*/ 621132 w 912326"/>
              <a:gd name="connsiteY136" fmla="*/ 325319 h 915154"/>
              <a:gd name="connsiteX137" fmla="*/ 606992 w 912326"/>
              <a:gd name="connsiteY137" fmla="*/ 311367 h 915154"/>
              <a:gd name="connsiteX138" fmla="*/ 620567 w 912326"/>
              <a:gd name="connsiteY138" fmla="*/ 298453 h 915154"/>
              <a:gd name="connsiteX139" fmla="*/ 615099 w 912326"/>
              <a:gd name="connsiteY139" fmla="*/ 291854 h 915154"/>
              <a:gd name="connsiteX140" fmla="*/ 601336 w 912326"/>
              <a:gd name="connsiteY140" fmla="*/ 305900 h 915154"/>
              <a:gd name="connsiteX141" fmla="*/ 588233 w 912326"/>
              <a:gd name="connsiteY141" fmla="*/ 292702 h 915154"/>
              <a:gd name="connsiteX142" fmla="*/ 581728 w 912326"/>
              <a:gd name="connsiteY142" fmla="*/ 298170 h 915154"/>
              <a:gd name="connsiteX143" fmla="*/ 595774 w 912326"/>
              <a:gd name="connsiteY143" fmla="*/ 311839 h 915154"/>
              <a:gd name="connsiteX144" fmla="*/ 582105 w 912326"/>
              <a:gd name="connsiteY144" fmla="*/ 325319 h 915154"/>
              <a:gd name="connsiteX145" fmla="*/ 587761 w 912326"/>
              <a:gd name="connsiteY145" fmla="*/ 330881 h 915154"/>
              <a:gd name="connsiteX146" fmla="*/ 601619 w 912326"/>
              <a:gd name="connsiteY146" fmla="*/ 316646 h 915154"/>
              <a:gd name="connsiteX147" fmla="*/ 615382 w 912326"/>
              <a:gd name="connsiteY147" fmla="*/ 330598 h 915154"/>
              <a:gd name="connsiteX148" fmla="*/ 887062 w 912326"/>
              <a:gd name="connsiteY148" fmla="*/ 20173 h 915154"/>
              <a:gd name="connsiteX149" fmla="*/ 873393 w 912326"/>
              <a:gd name="connsiteY149" fmla="*/ 33465 h 915154"/>
              <a:gd name="connsiteX150" fmla="*/ 878861 w 912326"/>
              <a:gd name="connsiteY150" fmla="*/ 39593 h 915154"/>
              <a:gd name="connsiteX151" fmla="*/ 892624 w 912326"/>
              <a:gd name="connsiteY151" fmla="*/ 25641 h 915154"/>
              <a:gd name="connsiteX152" fmla="*/ 906199 w 912326"/>
              <a:gd name="connsiteY152" fmla="*/ 39498 h 915154"/>
              <a:gd name="connsiteX153" fmla="*/ 912043 w 912326"/>
              <a:gd name="connsiteY153" fmla="*/ 33371 h 915154"/>
              <a:gd name="connsiteX154" fmla="*/ 897997 w 912326"/>
              <a:gd name="connsiteY154" fmla="*/ 19796 h 915154"/>
              <a:gd name="connsiteX155" fmla="*/ 911855 w 912326"/>
              <a:gd name="connsiteY155" fmla="*/ 6222 h 915154"/>
              <a:gd name="connsiteX156" fmla="*/ 905916 w 912326"/>
              <a:gd name="connsiteY156" fmla="*/ 189 h 915154"/>
              <a:gd name="connsiteX157" fmla="*/ 892247 w 912326"/>
              <a:gd name="connsiteY157" fmla="*/ 14800 h 915154"/>
              <a:gd name="connsiteX158" fmla="*/ 878955 w 912326"/>
              <a:gd name="connsiteY158" fmla="*/ 660 h 915154"/>
              <a:gd name="connsiteX159" fmla="*/ 873016 w 912326"/>
              <a:gd name="connsiteY159" fmla="*/ 6410 h 915154"/>
              <a:gd name="connsiteX160" fmla="*/ 887157 w 912326"/>
              <a:gd name="connsiteY160" fmla="*/ 20173 h 915154"/>
              <a:gd name="connsiteX161" fmla="*/ 588044 w 912326"/>
              <a:gd name="connsiteY161" fmla="*/ 584273 h 915154"/>
              <a:gd name="connsiteX162" fmla="*/ 581728 w 912326"/>
              <a:gd name="connsiteY162" fmla="*/ 590118 h 915154"/>
              <a:gd name="connsiteX163" fmla="*/ 595868 w 912326"/>
              <a:gd name="connsiteY163" fmla="*/ 603598 h 915154"/>
              <a:gd name="connsiteX164" fmla="*/ 582105 w 912326"/>
              <a:gd name="connsiteY164" fmla="*/ 617079 h 915154"/>
              <a:gd name="connsiteX165" fmla="*/ 587761 w 912326"/>
              <a:gd name="connsiteY165" fmla="*/ 622829 h 915154"/>
              <a:gd name="connsiteX166" fmla="*/ 601336 w 912326"/>
              <a:gd name="connsiteY166" fmla="*/ 608689 h 915154"/>
              <a:gd name="connsiteX167" fmla="*/ 615099 w 912326"/>
              <a:gd name="connsiteY167" fmla="*/ 622640 h 915154"/>
              <a:gd name="connsiteX168" fmla="*/ 621038 w 912326"/>
              <a:gd name="connsiteY168" fmla="*/ 616984 h 915154"/>
              <a:gd name="connsiteX169" fmla="*/ 606898 w 912326"/>
              <a:gd name="connsiteY169" fmla="*/ 603127 h 915154"/>
              <a:gd name="connsiteX170" fmla="*/ 620378 w 912326"/>
              <a:gd name="connsiteY170" fmla="*/ 590118 h 915154"/>
              <a:gd name="connsiteX171" fmla="*/ 615005 w 912326"/>
              <a:gd name="connsiteY171" fmla="*/ 583613 h 915154"/>
              <a:gd name="connsiteX172" fmla="*/ 601242 w 912326"/>
              <a:gd name="connsiteY172" fmla="*/ 597565 h 915154"/>
              <a:gd name="connsiteX173" fmla="*/ 587950 w 912326"/>
              <a:gd name="connsiteY173" fmla="*/ 584179 h 915154"/>
              <a:gd name="connsiteX174" fmla="*/ 305146 w 912326"/>
              <a:gd name="connsiteY174" fmla="*/ 20362 h 915154"/>
              <a:gd name="connsiteX175" fmla="*/ 291665 w 912326"/>
              <a:gd name="connsiteY175" fmla="*/ 33465 h 915154"/>
              <a:gd name="connsiteX176" fmla="*/ 297133 w 912326"/>
              <a:gd name="connsiteY176" fmla="*/ 39687 h 915154"/>
              <a:gd name="connsiteX177" fmla="*/ 310896 w 912326"/>
              <a:gd name="connsiteY177" fmla="*/ 25641 h 915154"/>
              <a:gd name="connsiteX178" fmla="*/ 324471 w 912326"/>
              <a:gd name="connsiteY178" fmla="*/ 39404 h 915154"/>
              <a:gd name="connsiteX179" fmla="*/ 330409 w 912326"/>
              <a:gd name="connsiteY179" fmla="*/ 33371 h 915154"/>
              <a:gd name="connsiteX180" fmla="*/ 316269 w 912326"/>
              <a:gd name="connsiteY180" fmla="*/ 19608 h 915154"/>
              <a:gd name="connsiteX181" fmla="*/ 329750 w 912326"/>
              <a:gd name="connsiteY181" fmla="*/ 6316 h 915154"/>
              <a:gd name="connsiteX182" fmla="*/ 324188 w 912326"/>
              <a:gd name="connsiteY182" fmla="*/ 0 h 915154"/>
              <a:gd name="connsiteX183" fmla="*/ 309953 w 912326"/>
              <a:gd name="connsiteY183" fmla="*/ 14423 h 915154"/>
              <a:gd name="connsiteX184" fmla="*/ 296944 w 912326"/>
              <a:gd name="connsiteY184" fmla="*/ 566 h 915154"/>
              <a:gd name="connsiteX185" fmla="*/ 291005 w 912326"/>
              <a:gd name="connsiteY185" fmla="*/ 6222 h 915154"/>
              <a:gd name="connsiteX186" fmla="*/ 305051 w 912326"/>
              <a:gd name="connsiteY186" fmla="*/ 20173 h 915154"/>
              <a:gd name="connsiteX187" fmla="*/ 911478 w 912326"/>
              <a:gd name="connsiteY187" fmla="*/ 298076 h 915154"/>
              <a:gd name="connsiteX188" fmla="*/ 906104 w 912326"/>
              <a:gd name="connsiteY188" fmla="*/ 291948 h 915154"/>
              <a:gd name="connsiteX189" fmla="*/ 892341 w 912326"/>
              <a:gd name="connsiteY189" fmla="*/ 305900 h 915154"/>
              <a:gd name="connsiteX190" fmla="*/ 879144 w 912326"/>
              <a:gd name="connsiteY190" fmla="*/ 292608 h 915154"/>
              <a:gd name="connsiteX191" fmla="*/ 872828 w 912326"/>
              <a:gd name="connsiteY191" fmla="*/ 298453 h 915154"/>
              <a:gd name="connsiteX192" fmla="*/ 886779 w 912326"/>
              <a:gd name="connsiteY192" fmla="*/ 312121 h 915154"/>
              <a:gd name="connsiteX193" fmla="*/ 873393 w 912326"/>
              <a:gd name="connsiteY193" fmla="*/ 325413 h 915154"/>
              <a:gd name="connsiteX194" fmla="*/ 879144 w 912326"/>
              <a:gd name="connsiteY194" fmla="*/ 331446 h 915154"/>
              <a:gd name="connsiteX195" fmla="*/ 893190 w 912326"/>
              <a:gd name="connsiteY195" fmla="*/ 317023 h 915154"/>
              <a:gd name="connsiteX196" fmla="*/ 906199 w 912326"/>
              <a:gd name="connsiteY196" fmla="*/ 330315 h 915154"/>
              <a:gd name="connsiteX197" fmla="*/ 912043 w 912326"/>
              <a:gd name="connsiteY197" fmla="*/ 325413 h 915154"/>
              <a:gd name="connsiteX198" fmla="*/ 897903 w 912326"/>
              <a:gd name="connsiteY198" fmla="*/ 311462 h 915154"/>
              <a:gd name="connsiteX199" fmla="*/ 911478 w 912326"/>
              <a:gd name="connsiteY199" fmla="*/ 298076 h 915154"/>
              <a:gd name="connsiteX200" fmla="*/ 872828 w 912326"/>
              <a:gd name="connsiteY200" fmla="*/ 590024 h 915154"/>
              <a:gd name="connsiteX201" fmla="*/ 887157 w 912326"/>
              <a:gd name="connsiteY201" fmla="*/ 603598 h 915154"/>
              <a:gd name="connsiteX202" fmla="*/ 873393 w 912326"/>
              <a:gd name="connsiteY202" fmla="*/ 617079 h 915154"/>
              <a:gd name="connsiteX203" fmla="*/ 878955 w 912326"/>
              <a:gd name="connsiteY203" fmla="*/ 623018 h 915154"/>
              <a:gd name="connsiteX204" fmla="*/ 892530 w 912326"/>
              <a:gd name="connsiteY204" fmla="*/ 608972 h 915154"/>
              <a:gd name="connsiteX205" fmla="*/ 905916 w 912326"/>
              <a:gd name="connsiteY205" fmla="*/ 622923 h 915154"/>
              <a:gd name="connsiteX206" fmla="*/ 912326 w 912326"/>
              <a:gd name="connsiteY206" fmla="*/ 616796 h 915154"/>
              <a:gd name="connsiteX207" fmla="*/ 897903 w 912326"/>
              <a:gd name="connsiteY207" fmla="*/ 602844 h 915154"/>
              <a:gd name="connsiteX208" fmla="*/ 911478 w 912326"/>
              <a:gd name="connsiteY208" fmla="*/ 590024 h 915154"/>
              <a:gd name="connsiteX209" fmla="*/ 905916 w 912326"/>
              <a:gd name="connsiteY209" fmla="*/ 583708 h 915154"/>
              <a:gd name="connsiteX210" fmla="*/ 892341 w 912326"/>
              <a:gd name="connsiteY210" fmla="*/ 597754 h 915154"/>
              <a:gd name="connsiteX211" fmla="*/ 878861 w 912326"/>
              <a:gd name="connsiteY211" fmla="*/ 584085 h 915154"/>
              <a:gd name="connsiteX212" fmla="*/ 872828 w 912326"/>
              <a:gd name="connsiteY212" fmla="*/ 590118 h 915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912326" h="915154">
                <a:moveTo>
                  <a:pt x="587573" y="914871"/>
                </a:moveTo>
                <a:cubicBezTo>
                  <a:pt x="585876" y="912986"/>
                  <a:pt x="584085" y="911195"/>
                  <a:pt x="582199" y="909215"/>
                </a:cubicBezTo>
                <a:cubicBezTo>
                  <a:pt x="586819" y="904690"/>
                  <a:pt x="591343" y="900166"/>
                  <a:pt x="596151" y="895546"/>
                </a:cubicBezTo>
                <a:cubicBezTo>
                  <a:pt x="591249" y="890739"/>
                  <a:pt x="586724" y="886308"/>
                  <a:pt x="582011" y="881689"/>
                </a:cubicBezTo>
                <a:cubicBezTo>
                  <a:pt x="584085" y="879804"/>
                  <a:pt x="585970" y="878107"/>
                  <a:pt x="588044" y="876316"/>
                </a:cubicBezTo>
                <a:cubicBezTo>
                  <a:pt x="592286" y="880652"/>
                  <a:pt x="596622" y="885271"/>
                  <a:pt x="601147" y="889890"/>
                </a:cubicBezTo>
                <a:cubicBezTo>
                  <a:pt x="606049" y="884894"/>
                  <a:pt x="610386" y="880369"/>
                  <a:pt x="614910" y="875750"/>
                </a:cubicBezTo>
                <a:cubicBezTo>
                  <a:pt x="617173" y="878107"/>
                  <a:pt x="618870" y="879992"/>
                  <a:pt x="620944" y="882066"/>
                </a:cubicBezTo>
                <a:cubicBezTo>
                  <a:pt x="616607" y="886308"/>
                  <a:pt x="612082" y="890739"/>
                  <a:pt x="607463" y="895264"/>
                </a:cubicBezTo>
                <a:cubicBezTo>
                  <a:pt x="612082" y="899883"/>
                  <a:pt x="616607" y="904313"/>
                  <a:pt x="621321" y="909027"/>
                </a:cubicBezTo>
                <a:cubicBezTo>
                  <a:pt x="619153" y="911006"/>
                  <a:pt x="617361" y="912703"/>
                  <a:pt x="615476" y="914400"/>
                </a:cubicBezTo>
                <a:cubicBezTo>
                  <a:pt x="611234" y="910064"/>
                  <a:pt x="606803" y="905539"/>
                  <a:pt x="602844" y="901485"/>
                </a:cubicBezTo>
                <a:cubicBezTo>
                  <a:pt x="597659" y="906293"/>
                  <a:pt x="592946" y="910629"/>
                  <a:pt x="588327" y="914966"/>
                </a:cubicBezTo>
                <a:lnTo>
                  <a:pt x="587761" y="914966"/>
                </a:lnTo>
                <a:close/>
                <a:moveTo>
                  <a:pt x="878861" y="914871"/>
                </a:moveTo>
                <a:cubicBezTo>
                  <a:pt x="883386" y="910441"/>
                  <a:pt x="888005" y="906010"/>
                  <a:pt x="892341" y="901768"/>
                </a:cubicBezTo>
                <a:cubicBezTo>
                  <a:pt x="896866" y="906104"/>
                  <a:pt x="901485" y="910535"/>
                  <a:pt x="906104" y="914871"/>
                </a:cubicBezTo>
                <a:lnTo>
                  <a:pt x="906670" y="914871"/>
                </a:lnTo>
                <a:cubicBezTo>
                  <a:pt x="908367" y="912986"/>
                  <a:pt x="910158" y="911006"/>
                  <a:pt x="912138" y="908744"/>
                </a:cubicBezTo>
                <a:cubicBezTo>
                  <a:pt x="907424" y="904219"/>
                  <a:pt x="902899" y="899789"/>
                  <a:pt x="898280" y="895169"/>
                </a:cubicBezTo>
                <a:cubicBezTo>
                  <a:pt x="902899" y="890644"/>
                  <a:pt x="907424" y="886214"/>
                  <a:pt x="911666" y="881972"/>
                </a:cubicBezTo>
                <a:cubicBezTo>
                  <a:pt x="909781" y="879898"/>
                  <a:pt x="908084" y="877918"/>
                  <a:pt x="905916" y="875467"/>
                </a:cubicBezTo>
                <a:cubicBezTo>
                  <a:pt x="901297" y="880275"/>
                  <a:pt x="896960" y="884800"/>
                  <a:pt x="892247" y="889796"/>
                </a:cubicBezTo>
                <a:cubicBezTo>
                  <a:pt x="887628" y="885083"/>
                  <a:pt x="883197" y="880558"/>
                  <a:pt x="878672" y="875939"/>
                </a:cubicBezTo>
                <a:cubicBezTo>
                  <a:pt x="876787" y="877918"/>
                  <a:pt x="874996" y="879709"/>
                  <a:pt x="872828" y="881878"/>
                </a:cubicBezTo>
                <a:cubicBezTo>
                  <a:pt x="877447" y="886402"/>
                  <a:pt x="881972" y="890833"/>
                  <a:pt x="886874" y="895735"/>
                </a:cubicBezTo>
                <a:cubicBezTo>
                  <a:pt x="882160" y="900260"/>
                  <a:pt x="877730" y="904690"/>
                  <a:pt x="873111" y="909121"/>
                </a:cubicBezTo>
                <a:cubicBezTo>
                  <a:pt x="874902" y="911195"/>
                  <a:pt x="876599" y="913080"/>
                  <a:pt x="878201" y="914966"/>
                </a:cubicBezTo>
                <a:lnTo>
                  <a:pt x="878767" y="914966"/>
                </a:lnTo>
                <a:close/>
                <a:moveTo>
                  <a:pt x="6222" y="914871"/>
                </a:moveTo>
                <a:cubicBezTo>
                  <a:pt x="10841" y="910441"/>
                  <a:pt x="15366" y="906010"/>
                  <a:pt x="20362" y="901297"/>
                </a:cubicBezTo>
                <a:cubicBezTo>
                  <a:pt x="24604" y="905633"/>
                  <a:pt x="29035" y="910064"/>
                  <a:pt x="33654" y="914683"/>
                </a:cubicBezTo>
                <a:cubicBezTo>
                  <a:pt x="35539" y="912797"/>
                  <a:pt x="37236" y="911006"/>
                  <a:pt x="39404" y="908744"/>
                </a:cubicBezTo>
                <a:cubicBezTo>
                  <a:pt x="34785" y="904219"/>
                  <a:pt x="30260" y="899789"/>
                  <a:pt x="25358" y="895075"/>
                </a:cubicBezTo>
                <a:cubicBezTo>
                  <a:pt x="30072" y="890456"/>
                  <a:pt x="34596" y="886025"/>
                  <a:pt x="38838" y="881972"/>
                </a:cubicBezTo>
                <a:cubicBezTo>
                  <a:pt x="36953" y="879992"/>
                  <a:pt x="35162" y="878107"/>
                  <a:pt x="32805" y="875656"/>
                </a:cubicBezTo>
                <a:cubicBezTo>
                  <a:pt x="28375" y="880275"/>
                  <a:pt x="24038" y="884800"/>
                  <a:pt x="19231" y="889890"/>
                </a:cubicBezTo>
                <a:cubicBezTo>
                  <a:pt x="14706" y="885177"/>
                  <a:pt x="10369" y="880652"/>
                  <a:pt x="6033" y="876221"/>
                </a:cubicBezTo>
                <a:cubicBezTo>
                  <a:pt x="4148" y="878013"/>
                  <a:pt x="2262" y="879804"/>
                  <a:pt x="283" y="881689"/>
                </a:cubicBezTo>
                <a:cubicBezTo>
                  <a:pt x="4996" y="886308"/>
                  <a:pt x="9427" y="890739"/>
                  <a:pt x="14329" y="895546"/>
                </a:cubicBezTo>
                <a:cubicBezTo>
                  <a:pt x="9615" y="900166"/>
                  <a:pt x="5090" y="904690"/>
                  <a:pt x="471" y="909215"/>
                </a:cubicBezTo>
                <a:cubicBezTo>
                  <a:pt x="2357" y="911195"/>
                  <a:pt x="4054" y="913080"/>
                  <a:pt x="5750" y="914966"/>
                </a:cubicBezTo>
                <a:lnTo>
                  <a:pt x="6316" y="914966"/>
                </a:lnTo>
                <a:close/>
                <a:moveTo>
                  <a:pt x="324753" y="914871"/>
                </a:moveTo>
                <a:cubicBezTo>
                  <a:pt x="326545" y="912986"/>
                  <a:pt x="328241" y="911006"/>
                  <a:pt x="330315" y="908838"/>
                </a:cubicBezTo>
                <a:cubicBezTo>
                  <a:pt x="325696" y="904219"/>
                  <a:pt x="321171" y="899789"/>
                  <a:pt x="316458" y="895075"/>
                </a:cubicBezTo>
                <a:cubicBezTo>
                  <a:pt x="320983" y="890550"/>
                  <a:pt x="325508" y="886120"/>
                  <a:pt x="330127" y="881595"/>
                </a:cubicBezTo>
                <a:cubicBezTo>
                  <a:pt x="328241" y="879709"/>
                  <a:pt x="326450" y="877918"/>
                  <a:pt x="324188" y="875656"/>
                </a:cubicBezTo>
                <a:cubicBezTo>
                  <a:pt x="319569" y="880275"/>
                  <a:pt x="315138" y="884800"/>
                  <a:pt x="310142" y="889890"/>
                </a:cubicBezTo>
                <a:cubicBezTo>
                  <a:pt x="305523" y="885177"/>
                  <a:pt x="301092" y="880652"/>
                  <a:pt x="296850" y="876221"/>
                </a:cubicBezTo>
                <a:cubicBezTo>
                  <a:pt x="294965" y="878013"/>
                  <a:pt x="293079" y="879709"/>
                  <a:pt x="291005" y="881689"/>
                </a:cubicBezTo>
                <a:cubicBezTo>
                  <a:pt x="295719" y="886308"/>
                  <a:pt x="300149" y="890739"/>
                  <a:pt x="305051" y="895641"/>
                </a:cubicBezTo>
                <a:cubicBezTo>
                  <a:pt x="300432" y="900260"/>
                  <a:pt x="295907" y="904690"/>
                  <a:pt x="291948" y="908650"/>
                </a:cubicBezTo>
                <a:cubicBezTo>
                  <a:pt x="293645" y="910724"/>
                  <a:pt x="295153" y="912703"/>
                  <a:pt x="297133" y="915154"/>
                </a:cubicBezTo>
                <a:cubicBezTo>
                  <a:pt x="301846" y="910346"/>
                  <a:pt x="306183" y="905822"/>
                  <a:pt x="310142" y="901768"/>
                </a:cubicBezTo>
                <a:cubicBezTo>
                  <a:pt x="314950" y="906199"/>
                  <a:pt x="319569" y="910535"/>
                  <a:pt x="324188" y="914871"/>
                </a:cubicBezTo>
                <a:lnTo>
                  <a:pt x="324753" y="914871"/>
                </a:lnTo>
                <a:close/>
                <a:moveTo>
                  <a:pt x="595868" y="20079"/>
                </a:moveTo>
                <a:cubicBezTo>
                  <a:pt x="591249" y="24604"/>
                  <a:pt x="586724" y="29035"/>
                  <a:pt x="582388" y="33277"/>
                </a:cubicBezTo>
                <a:cubicBezTo>
                  <a:pt x="584368" y="35351"/>
                  <a:pt x="586064" y="37236"/>
                  <a:pt x="588421" y="39781"/>
                </a:cubicBezTo>
                <a:cubicBezTo>
                  <a:pt x="592852" y="35068"/>
                  <a:pt x="597188" y="30449"/>
                  <a:pt x="601901" y="25358"/>
                </a:cubicBezTo>
                <a:cubicBezTo>
                  <a:pt x="606521" y="30166"/>
                  <a:pt x="610857" y="34691"/>
                  <a:pt x="615288" y="39404"/>
                </a:cubicBezTo>
                <a:cubicBezTo>
                  <a:pt x="617267" y="37424"/>
                  <a:pt x="619058" y="35633"/>
                  <a:pt x="621321" y="33371"/>
                </a:cubicBezTo>
                <a:cubicBezTo>
                  <a:pt x="616607" y="28752"/>
                  <a:pt x="612082" y="24321"/>
                  <a:pt x="607086" y="19419"/>
                </a:cubicBezTo>
                <a:cubicBezTo>
                  <a:pt x="611705" y="14894"/>
                  <a:pt x="616230" y="10558"/>
                  <a:pt x="620661" y="6222"/>
                </a:cubicBezTo>
                <a:cubicBezTo>
                  <a:pt x="618870" y="4242"/>
                  <a:pt x="617173" y="2451"/>
                  <a:pt x="615193" y="377"/>
                </a:cubicBezTo>
                <a:cubicBezTo>
                  <a:pt x="610574" y="5090"/>
                  <a:pt x="606144" y="9521"/>
                  <a:pt x="601242" y="14612"/>
                </a:cubicBezTo>
                <a:cubicBezTo>
                  <a:pt x="596622" y="9804"/>
                  <a:pt x="592192" y="5279"/>
                  <a:pt x="587667" y="660"/>
                </a:cubicBezTo>
                <a:cubicBezTo>
                  <a:pt x="585782" y="2545"/>
                  <a:pt x="584085" y="4242"/>
                  <a:pt x="581822" y="6410"/>
                </a:cubicBezTo>
                <a:cubicBezTo>
                  <a:pt x="586536" y="11029"/>
                  <a:pt x="591061" y="15460"/>
                  <a:pt x="595774" y="20079"/>
                </a:cubicBezTo>
                <a:close/>
                <a:moveTo>
                  <a:pt x="39687" y="325036"/>
                </a:moveTo>
                <a:cubicBezTo>
                  <a:pt x="34879" y="320417"/>
                  <a:pt x="30354" y="315986"/>
                  <a:pt x="25358" y="311273"/>
                </a:cubicBezTo>
                <a:cubicBezTo>
                  <a:pt x="29977" y="306748"/>
                  <a:pt x="34408" y="302318"/>
                  <a:pt x="38838" y="297887"/>
                </a:cubicBezTo>
                <a:cubicBezTo>
                  <a:pt x="37047" y="296002"/>
                  <a:pt x="35351" y="294211"/>
                  <a:pt x="33088" y="291948"/>
                </a:cubicBezTo>
                <a:cubicBezTo>
                  <a:pt x="28469" y="296567"/>
                  <a:pt x="24038" y="301092"/>
                  <a:pt x="19136" y="306088"/>
                </a:cubicBezTo>
                <a:cubicBezTo>
                  <a:pt x="14612" y="301469"/>
                  <a:pt x="10181" y="296944"/>
                  <a:pt x="5939" y="292514"/>
                </a:cubicBezTo>
                <a:cubicBezTo>
                  <a:pt x="4054" y="294305"/>
                  <a:pt x="2262" y="296096"/>
                  <a:pt x="0" y="298264"/>
                </a:cubicBezTo>
                <a:cubicBezTo>
                  <a:pt x="4713" y="302789"/>
                  <a:pt x="9238" y="307125"/>
                  <a:pt x="14234" y="311933"/>
                </a:cubicBezTo>
                <a:cubicBezTo>
                  <a:pt x="9521" y="316552"/>
                  <a:pt x="4996" y="320983"/>
                  <a:pt x="566" y="325319"/>
                </a:cubicBezTo>
                <a:cubicBezTo>
                  <a:pt x="2357" y="327204"/>
                  <a:pt x="4054" y="329090"/>
                  <a:pt x="6033" y="331164"/>
                </a:cubicBezTo>
                <a:cubicBezTo>
                  <a:pt x="10652" y="326545"/>
                  <a:pt x="15083" y="322020"/>
                  <a:pt x="19702" y="317401"/>
                </a:cubicBezTo>
                <a:cubicBezTo>
                  <a:pt x="24321" y="322114"/>
                  <a:pt x="28752" y="326639"/>
                  <a:pt x="33182" y="331164"/>
                </a:cubicBezTo>
                <a:cubicBezTo>
                  <a:pt x="35539" y="328995"/>
                  <a:pt x="37330" y="327204"/>
                  <a:pt x="39687" y="325036"/>
                </a:cubicBezTo>
                <a:close/>
                <a:moveTo>
                  <a:pt x="329844" y="298170"/>
                </a:moveTo>
                <a:cubicBezTo>
                  <a:pt x="328053" y="296190"/>
                  <a:pt x="326356" y="294305"/>
                  <a:pt x="324094" y="291854"/>
                </a:cubicBezTo>
                <a:cubicBezTo>
                  <a:pt x="319569" y="296662"/>
                  <a:pt x="315232" y="301281"/>
                  <a:pt x="310425" y="306371"/>
                </a:cubicBezTo>
                <a:cubicBezTo>
                  <a:pt x="305711" y="301469"/>
                  <a:pt x="301281" y="297039"/>
                  <a:pt x="296944" y="292514"/>
                </a:cubicBezTo>
                <a:cubicBezTo>
                  <a:pt x="295059" y="294399"/>
                  <a:pt x="293268" y="296190"/>
                  <a:pt x="291005" y="298453"/>
                </a:cubicBezTo>
                <a:cubicBezTo>
                  <a:pt x="295625" y="302978"/>
                  <a:pt x="300149" y="307408"/>
                  <a:pt x="305051" y="312404"/>
                </a:cubicBezTo>
                <a:cubicBezTo>
                  <a:pt x="300432" y="316835"/>
                  <a:pt x="295907" y="321265"/>
                  <a:pt x="291665" y="325508"/>
                </a:cubicBezTo>
                <a:cubicBezTo>
                  <a:pt x="293456" y="327393"/>
                  <a:pt x="295153" y="329278"/>
                  <a:pt x="297133" y="331446"/>
                </a:cubicBezTo>
                <a:cubicBezTo>
                  <a:pt x="301658" y="326733"/>
                  <a:pt x="306088" y="322208"/>
                  <a:pt x="310707" y="317495"/>
                </a:cubicBezTo>
                <a:cubicBezTo>
                  <a:pt x="315327" y="322302"/>
                  <a:pt x="319757" y="326827"/>
                  <a:pt x="323999" y="331069"/>
                </a:cubicBezTo>
                <a:cubicBezTo>
                  <a:pt x="326262" y="329090"/>
                  <a:pt x="328147" y="327299"/>
                  <a:pt x="330315" y="325413"/>
                </a:cubicBezTo>
                <a:cubicBezTo>
                  <a:pt x="325602" y="320888"/>
                  <a:pt x="321171" y="316552"/>
                  <a:pt x="316175" y="311650"/>
                </a:cubicBezTo>
                <a:cubicBezTo>
                  <a:pt x="320983" y="306937"/>
                  <a:pt x="325508" y="302506"/>
                  <a:pt x="329844" y="298264"/>
                </a:cubicBezTo>
                <a:close/>
                <a:moveTo>
                  <a:pt x="19419" y="598131"/>
                </a:moveTo>
                <a:cubicBezTo>
                  <a:pt x="14706" y="593229"/>
                  <a:pt x="10369" y="588704"/>
                  <a:pt x="6127" y="584273"/>
                </a:cubicBezTo>
                <a:cubicBezTo>
                  <a:pt x="4242" y="586159"/>
                  <a:pt x="2451" y="587856"/>
                  <a:pt x="283" y="589929"/>
                </a:cubicBezTo>
                <a:cubicBezTo>
                  <a:pt x="4808" y="594360"/>
                  <a:pt x="9427" y="598696"/>
                  <a:pt x="14329" y="603504"/>
                </a:cubicBezTo>
                <a:cubicBezTo>
                  <a:pt x="9521" y="608217"/>
                  <a:pt x="4996" y="612742"/>
                  <a:pt x="754" y="616796"/>
                </a:cubicBezTo>
                <a:cubicBezTo>
                  <a:pt x="2545" y="618870"/>
                  <a:pt x="4242" y="620755"/>
                  <a:pt x="6316" y="623112"/>
                </a:cubicBezTo>
                <a:cubicBezTo>
                  <a:pt x="10935" y="618398"/>
                  <a:pt x="15366" y="613874"/>
                  <a:pt x="20173" y="609066"/>
                </a:cubicBezTo>
                <a:cubicBezTo>
                  <a:pt x="24698" y="613685"/>
                  <a:pt x="29035" y="618116"/>
                  <a:pt x="33371" y="622546"/>
                </a:cubicBezTo>
                <a:cubicBezTo>
                  <a:pt x="35445" y="620661"/>
                  <a:pt x="37236" y="618964"/>
                  <a:pt x="39593" y="616796"/>
                </a:cubicBezTo>
                <a:cubicBezTo>
                  <a:pt x="34973" y="612271"/>
                  <a:pt x="30354" y="607840"/>
                  <a:pt x="25452" y="603127"/>
                </a:cubicBezTo>
                <a:cubicBezTo>
                  <a:pt x="30166" y="598414"/>
                  <a:pt x="34691" y="593983"/>
                  <a:pt x="39216" y="589552"/>
                </a:cubicBezTo>
                <a:cubicBezTo>
                  <a:pt x="37330" y="587667"/>
                  <a:pt x="35539" y="585876"/>
                  <a:pt x="33182" y="583425"/>
                </a:cubicBezTo>
                <a:cubicBezTo>
                  <a:pt x="28752" y="588233"/>
                  <a:pt x="24321" y="592852"/>
                  <a:pt x="19513" y="598036"/>
                </a:cubicBezTo>
                <a:close/>
                <a:moveTo>
                  <a:pt x="297133" y="584179"/>
                </a:moveTo>
                <a:cubicBezTo>
                  <a:pt x="295153" y="586159"/>
                  <a:pt x="293362" y="587950"/>
                  <a:pt x="291383" y="589929"/>
                </a:cubicBezTo>
                <a:cubicBezTo>
                  <a:pt x="295813" y="594360"/>
                  <a:pt x="300338" y="598791"/>
                  <a:pt x="305240" y="603598"/>
                </a:cubicBezTo>
                <a:cubicBezTo>
                  <a:pt x="300527" y="608217"/>
                  <a:pt x="296002" y="612648"/>
                  <a:pt x="291665" y="616796"/>
                </a:cubicBezTo>
                <a:cubicBezTo>
                  <a:pt x="293551" y="618870"/>
                  <a:pt x="295248" y="620755"/>
                  <a:pt x="297227" y="622923"/>
                </a:cubicBezTo>
                <a:cubicBezTo>
                  <a:pt x="301846" y="618304"/>
                  <a:pt x="306183" y="613779"/>
                  <a:pt x="310896" y="609066"/>
                </a:cubicBezTo>
                <a:cubicBezTo>
                  <a:pt x="315515" y="613685"/>
                  <a:pt x="319946" y="618210"/>
                  <a:pt x="324565" y="622829"/>
                </a:cubicBezTo>
                <a:cubicBezTo>
                  <a:pt x="326545" y="620755"/>
                  <a:pt x="328241" y="618964"/>
                  <a:pt x="330504" y="616702"/>
                </a:cubicBezTo>
                <a:cubicBezTo>
                  <a:pt x="325885" y="612271"/>
                  <a:pt x="321360" y="607840"/>
                  <a:pt x="316364" y="603033"/>
                </a:cubicBezTo>
                <a:cubicBezTo>
                  <a:pt x="321077" y="598414"/>
                  <a:pt x="325602" y="594077"/>
                  <a:pt x="330221" y="589552"/>
                </a:cubicBezTo>
                <a:cubicBezTo>
                  <a:pt x="328336" y="587573"/>
                  <a:pt x="326545" y="585782"/>
                  <a:pt x="324659" y="583896"/>
                </a:cubicBezTo>
                <a:cubicBezTo>
                  <a:pt x="320040" y="588515"/>
                  <a:pt x="315609" y="592946"/>
                  <a:pt x="310519" y="598131"/>
                </a:cubicBezTo>
                <a:cubicBezTo>
                  <a:pt x="305806" y="593135"/>
                  <a:pt x="301469" y="588610"/>
                  <a:pt x="297227" y="584179"/>
                </a:cubicBezTo>
                <a:close/>
                <a:moveTo>
                  <a:pt x="19985" y="25547"/>
                </a:moveTo>
                <a:cubicBezTo>
                  <a:pt x="24604" y="30260"/>
                  <a:pt x="28940" y="34785"/>
                  <a:pt x="33465" y="39404"/>
                </a:cubicBezTo>
                <a:cubicBezTo>
                  <a:pt x="35445" y="37424"/>
                  <a:pt x="37142" y="35633"/>
                  <a:pt x="39310" y="33465"/>
                </a:cubicBezTo>
                <a:cubicBezTo>
                  <a:pt x="34691" y="28940"/>
                  <a:pt x="30166" y="24510"/>
                  <a:pt x="25264" y="19608"/>
                </a:cubicBezTo>
                <a:cubicBezTo>
                  <a:pt x="29977" y="15083"/>
                  <a:pt x="34502" y="10652"/>
                  <a:pt x="39027" y="6316"/>
                </a:cubicBezTo>
                <a:cubicBezTo>
                  <a:pt x="37142" y="4336"/>
                  <a:pt x="35351" y="2545"/>
                  <a:pt x="33182" y="283"/>
                </a:cubicBezTo>
                <a:cubicBezTo>
                  <a:pt x="28563" y="4996"/>
                  <a:pt x="24133" y="9521"/>
                  <a:pt x="19231" y="14517"/>
                </a:cubicBezTo>
                <a:cubicBezTo>
                  <a:pt x="14612" y="9804"/>
                  <a:pt x="10181" y="5373"/>
                  <a:pt x="5939" y="943"/>
                </a:cubicBezTo>
                <a:cubicBezTo>
                  <a:pt x="4054" y="2734"/>
                  <a:pt x="2262" y="4431"/>
                  <a:pt x="189" y="6410"/>
                </a:cubicBezTo>
                <a:cubicBezTo>
                  <a:pt x="4808" y="10935"/>
                  <a:pt x="9333" y="15366"/>
                  <a:pt x="14234" y="20173"/>
                </a:cubicBezTo>
                <a:cubicBezTo>
                  <a:pt x="9521" y="24792"/>
                  <a:pt x="4902" y="29317"/>
                  <a:pt x="566" y="33559"/>
                </a:cubicBezTo>
                <a:cubicBezTo>
                  <a:pt x="2357" y="35445"/>
                  <a:pt x="4054" y="37236"/>
                  <a:pt x="6410" y="39687"/>
                </a:cubicBezTo>
                <a:cubicBezTo>
                  <a:pt x="10935" y="34973"/>
                  <a:pt x="15271" y="30449"/>
                  <a:pt x="20079" y="25452"/>
                </a:cubicBezTo>
                <a:close/>
                <a:moveTo>
                  <a:pt x="615476" y="330787"/>
                </a:moveTo>
                <a:cubicBezTo>
                  <a:pt x="617361" y="328995"/>
                  <a:pt x="619153" y="327299"/>
                  <a:pt x="621132" y="325319"/>
                </a:cubicBezTo>
                <a:cubicBezTo>
                  <a:pt x="616513" y="320700"/>
                  <a:pt x="611988" y="316269"/>
                  <a:pt x="606992" y="311367"/>
                </a:cubicBezTo>
                <a:cubicBezTo>
                  <a:pt x="611800" y="306842"/>
                  <a:pt x="616419" y="302412"/>
                  <a:pt x="620567" y="298453"/>
                </a:cubicBezTo>
                <a:cubicBezTo>
                  <a:pt x="618681" y="296190"/>
                  <a:pt x="617079" y="294211"/>
                  <a:pt x="615099" y="291854"/>
                </a:cubicBezTo>
                <a:cubicBezTo>
                  <a:pt x="610386" y="296662"/>
                  <a:pt x="605955" y="301092"/>
                  <a:pt x="601336" y="305900"/>
                </a:cubicBezTo>
                <a:cubicBezTo>
                  <a:pt x="596811" y="301281"/>
                  <a:pt x="592380" y="296850"/>
                  <a:pt x="588233" y="292702"/>
                </a:cubicBezTo>
                <a:cubicBezTo>
                  <a:pt x="586064" y="294493"/>
                  <a:pt x="584085" y="296190"/>
                  <a:pt x="581728" y="298170"/>
                </a:cubicBezTo>
                <a:cubicBezTo>
                  <a:pt x="586536" y="302883"/>
                  <a:pt x="591061" y="307314"/>
                  <a:pt x="595774" y="311839"/>
                </a:cubicBezTo>
                <a:cubicBezTo>
                  <a:pt x="591155" y="316364"/>
                  <a:pt x="586724" y="320888"/>
                  <a:pt x="582105" y="325319"/>
                </a:cubicBezTo>
                <a:cubicBezTo>
                  <a:pt x="583991" y="327204"/>
                  <a:pt x="585782" y="328995"/>
                  <a:pt x="587761" y="330881"/>
                </a:cubicBezTo>
                <a:cubicBezTo>
                  <a:pt x="592286" y="326262"/>
                  <a:pt x="596622" y="321831"/>
                  <a:pt x="601619" y="316646"/>
                </a:cubicBezTo>
                <a:cubicBezTo>
                  <a:pt x="606615" y="321643"/>
                  <a:pt x="610951" y="326167"/>
                  <a:pt x="615382" y="330598"/>
                </a:cubicBezTo>
                <a:close/>
                <a:moveTo>
                  <a:pt x="887062" y="20173"/>
                </a:moveTo>
                <a:cubicBezTo>
                  <a:pt x="882255" y="24792"/>
                  <a:pt x="877730" y="29317"/>
                  <a:pt x="873393" y="33465"/>
                </a:cubicBezTo>
                <a:cubicBezTo>
                  <a:pt x="875279" y="35539"/>
                  <a:pt x="876881" y="37424"/>
                  <a:pt x="878861" y="39593"/>
                </a:cubicBezTo>
                <a:cubicBezTo>
                  <a:pt x="883480" y="34879"/>
                  <a:pt x="887911" y="30354"/>
                  <a:pt x="892624" y="25641"/>
                </a:cubicBezTo>
                <a:cubicBezTo>
                  <a:pt x="897243" y="30354"/>
                  <a:pt x="901674" y="34879"/>
                  <a:pt x="906199" y="39498"/>
                </a:cubicBezTo>
                <a:cubicBezTo>
                  <a:pt x="908178" y="37424"/>
                  <a:pt x="909969" y="35633"/>
                  <a:pt x="912043" y="33371"/>
                </a:cubicBezTo>
                <a:cubicBezTo>
                  <a:pt x="907518" y="28940"/>
                  <a:pt x="902899" y="24510"/>
                  <a:pt x="897997" y="19796"/>
                </a:cubicBezTo>
                <a:cubicBezTo>
                  <a:pt x="902711" y="15083"/>
                  <a:pt x="907236" y="10747"/>
                  <a:pt x="911855" y="6222"/>
                </a:cubicBezTo>
                <a:cubicBezTo>
                  <a:pt x="909969" y="4336"/>
                  <a:pt x="908178" y="2545"/>
                  <a:pt x="905916" y="189"/>
                </a:cubicBezTo>
                <a:cubicBezTo>
                  <a:pt x="901485" y="4902"/>
                  <a:pt x="897149" y="9615"/>
                  <a:pt x="892247" y="14800"/>
                </a:cubicBezTo>
                <a:cubicBezTo>
                  <a:pt x="887534" y="9804"/>
                  <a:pt x="883197" y="5279"/>
                  <a:pt x="878955" y="660"/>
                </a:cubicBezTo>
                <a:cubicBezTo>
                  <a:pt x="876976" y="2545"/>
                  <a:pt x="875279" y="4242"/>
                  <a:pt x="873016" y="6410"/>
                </a:cubicBezTo>
                <a:cubicBezTo>
                  <a:pt x="877635" y="10935"/>
                  <a:pt x="882160" y="15366"/>
                  <a:pt x="887157" y="20173"/>
                </a:cubicBezTo>
                <a:close/>
                <a:moveTo>
                  <a:pt x="588044" y="584273"/>
                </a:moveTo>
                <a:cubicBezTo>
                  <a:pt x="585970" y="586159"/>
                  <a:pt x="584085" y="587856"/>
                  <a:pt x="581728" y="590118"/>
                </a:cubicBezTo>
                <a:cubicBezTo>
                  <a:pt x="586536" y="594643"/>
                  <a:pt x="591061" y="599073"/>
                  <a:pt x="595868" y="603598"/>
                </a:cubicBezTo>
                <a:cubicBezTo>
                  <a:pt x="591155" y="608217"/>
                  <a:pt x="586630" y="612648"/>
                  <a:pt x="582105" y="617079"/>
                </a:cubicBezTo>
                <a:cubicBezTo>
                  <a:pt x="583991" y="618964"/>
                  <a:pt x="585782" y="620755"/>
                  <a:pt x="587761" y="622829"/>
                </a:cubicBezTo>
                <a:cubicBezTo>
                  <a:pt x="592192" y="618210"/>
                  <a:pt x="596528" y="613685"/>
                  <a:pt x="601336" y="608689"/>
                </a:cubicBezTo>
                <a:cubicBezTo>
                  <a:pt x="606238" y="613685"/>
                  <a:pt x="610763" y="618210"/>
                  <a:pt x="615099" y="622640"/>
                </a:cubicBezTo>
                <a:cubicBezTo>
                  <a:pt x="617173" y="620661"/>
                  <a:pt x="618964" y="618964"/>
                  <a:pt x="621038" y="616984"/>
                </a:cubicBezTo>
                <a:cubicBezTo>
                  <a:pt x="616324" y="612365"/>
                  <a:pt x="611894" y="607935"/>
                  <a:pt x="606898" y="603127"/>
                </a:cubicBezTo>
                <a:cubicBezTo>
                  <a:pt x="611611" y="598508"/>
                  <a:pt x="616230" y="594077"/>
                  <a:pt x="620378" y="590118"/>
                </a:cubicBezTo>
                <a:cubicBezTo>
                  <a:pt x="618587" y="587950"/>
                  <a:pt x="616984" y="585970"/>
                  <a:pt x="615005" y="583613"/>
                </a:cubicBezTo>
                <a:cubicBezTo>
                  <a:pt x="610291" y="588327"/>
                  <a:pt x="605955" y="592852"/>
                  <a:pt x="601242" y="597565"/>
                </a:cubicBezTo>
                <a:cubicBezTo>
                  <a:pt x="596717" y="592946"/>
                  <a:pt x="592286" y="588515"/>
                  <a:pt x="587950" y="584179"/>
                </a:cubicBezTo>
                <a:close/>
                <a:moveTo>
                  <a:pt x="305146" y="20362"/>
                </a:moveTo>
                <a:cubicBezTo>
                  <a:pt x="300432" y="24887"/>
                  <a:pt x="295907" y="29317"/>
                  <a:pt x="291665" y="33465"/>
                </a:cubicBezTo>
                <a:cubicBezTo>
                  <a:pt x="293456" y="35539"/>
                  <a:pt x="295153" y="37424"/>
                  <a:pt x="297133" y="39687"/>
                </a:cubicBezTo>
                <a:cubicBezTo>
                  <a:pt x="301752" y="34973"/>
                  <a:pt x="306183" y="30449"/>
                  <a:pt x="310896" y="25641"/>
                </a:cubicBezTo>
                <a:cubicBezTo>
                  <a:pt x="315515" y="30260"/>
                  <a:pt x="319946" y="34785"/>
                  <a:pt x="324471" y="39404"/>
                </a:cubicBezTo>
                <a:cubicBezTo>
                  <a:pt x="326356" y="37424"/>
                  <a:pt x="328147" y="35633"/>
                  <a:pt x="330409" y="33371"/>
                </a:cubicBezTo>
                <a:cubicBezTo>
                  <a:pt x="325790" y="28846"/>
                  <a:pt x="321171" y="24415"/>
                  <a:pt x="316269" y="19608"/>
                </a:cubicBezTo>
                <a:cubicBezTo>
                  <a:pt x="320983" y="14989"/>
                  <a:pt x="325413" y="10558"/>
                  <a:pt x="329750" y="6316"/>
                </a:cubicBezTo>
                <a:cubicBezTo>
                  <a:pt x="327959" y="4336"/>
                  <a:pt x="326356" y="2451"/>
                  <a:pt x="324188" y="0"/>
                </a:cubicBezTo>
                <a:cubicBezTo>
                  <a:pt x="319474" y="4808"/>
                  <a:pt x="315044" y="9333"/>
                  <a:pt x="309953" y="14423"/>
                </a:cubicBezTo>
                <a:cubicBezTo>
                  <a:pt x="305523" y="9710"/>
                  <a:pt x="301186" y="5090"/>
                  <a:pt x="296944" y="566"/>
                </a:cubicBezTo>
                <a:cubicBezTo>
                  <a:pt x="294965" y="2451"/>
                  <a:pt x="293268" y="4148"/>
                  <a:pt x="291005" y="6222"/>
                </a:cubicBezTo>
                <a:cubicBezTo>
                  <a:pt x="295625" y="10841"/>
                  <a:pt x="300149" y="15271"/>
                  <a:pt x="305051" y="20173"/>
                </a:cubicBezTo>
                <a:close/>
                <a:moveTo>
                  <a:pt x="911478" y="298076"/>
                </a:moveTo>
                <a:cubicBezTo>
                  <a:pt x="909781" y="296096"/>
                  <a:pt x="908084" y="294211"/>
                  <a:pt x="906104" y="291948"/>
                </a:cubicBezTo>
                <a:cubicBezTo>
                  <a:pt x="901485" y="296662"/>
                  <a:pt x="897055" y="301186"/>
                  <a:pt x="892341" y="305900"/>
                </a:cubicBezTo>
                <a:cubicBezTo>
                  <a:pt x="887816" y="301281"/>
                  <a:pt x="883386" y="296850"/>
                  <a:pt x="879144" y="292608"/>
                </a:cubicBezTo>
                <a:cubicBezTo>
                  <a:pt x="877070" y="294493"/>
                  <a:pt x="875184" y="296284"/>
                  <a:pt x="872828" y="298453"/>
                </a:cubicBezTo>
                <a:cubicBezTo>
                  <a:pt x="877541" y="303072"/>
                  <a:pt x="881972" y="307408"/>
                  <a:pt x="886779" y="312121"/>
                </a:cubicBezTo>
                <a:cubicBezTo>
                  <a:pt x="882349" y="316552"/>
                  <a:pt x="877824" y="320983"/>
                  <a:pt x="873393" y="325413"/>
                </a:cubicBezTo>
                <a:cubicBezTo>
                  <a:pt x="875184" y="327299"/>
                  <a:pt x="876881" y="329090"/>
                  <a:pt x="879144" y="331446"/>
                </a:cubicBezTo>
                <a:cubicBezTo>
                  <a:pt x="883763" y="326733"/>
                  <a:pt x="888194" y="322208"/>
                  <a:pt x="893190" y="317023"/>
                </a:cubicBezTo>
                <a:cubicBezTo>
                  <a:pt x="897809" y="321737"/>
                  <a:pt x="902239" y="326167"/>
                  <a:pt x="906199" y="330315"/>
                </a:cubicBezTo>
                <a:cubicBezTo>
                  <a:pt x="908084" y="328713"/>
                  <a:pt x="910064" y="327110"/>
                  <a:pt x="912043" y="325413"/>
                </a:cubicBezTo>
                <a:cubicBezTo>
                  <a:pt x="907424" y="320888"/>
                  <a:pt x="902994" y="316458"/>
                  <a:pt x="897903" y="311462"/>
                </a:cubicBezTo>
                <a:cubicBezTo>
                  <a:pt x="902805" y="306654"/>
                  <a:pt x="907330" y="302223"/>
                  <a:pt x="911478" y="298076"/>
                </a:cubicBezTo>
                <a:close/>
                <a:moveTo>
                  <a:pt x="872828" y="590024"/>
                </a:moveTo>
                <a:cubicBezTo>
                  <a:pt x="877541" y="594454"/>
                  <a:pt x="882160" y="598885"/>
                  <a:pt x="887157" y="603598"/>
                </a:cubicBezTo>
                <a:cubicBezTo>
                  <a:pt x="882349" y="608312"/>
                  <a:pt x="877824" y="612742"/>
                  <a:pt x="873393" y="617079"/>
                </a:cubicBezTo>
                <a:cubicBezTo>
                  <a:pt x="875184" y="618964"/>
                  <a:pt x="876881" y="620849"/>
                  <a:pt x="878955" y="623018"/>
                </a:cubicBezTo>
                <a:cubicBezTo>
                  <a:pt x="883480" y="618304"/>
                  <a:pt x="887816" y="613779"/>
                  <a:pt x="892530" y="608972"/>
                </a:cubicBezTo>
                <a:cubicBezTo>
                  <a:pt x="897243" y="613874"/>
                  <a:pt x="901580" y="618398"/>
                  <a:pt x="905916" y="622923"/>
                </a:cubicBezTo>
                <a:cubicBezTo>
                  <a:pt x="908178" y="620755"/>
                  <a:pt x="910064" y="618964"/>
                  <a:pt x="912326" y="616796"/>
                </a:cubicBezTo>
                <a:cubicBezTo>
                  <a:pt x="907613" y="612271"/>
                  <a:pt x="903088" y="607840"/>
                  <a:pt x="897903" y="602844"/>
                </a:cubicBezTo>
                <a:cubicBezTo>
                  <a:pt x="902617" y="598319"/>
                  <a:pt x="907236" y="593983"/>
                  <a:pt x="911478" y="590024"/>
                </a:cubicBezTo>
                <a:cubicBezTo>
                  <a:pt x="909687" y="587950"/>
                  <a:pt x="907990" y="586064"/>
                  <a:pt x="905916" y="583708"/>
                </a:cubicBezTo>
                <a:cubicBezTo>
                  <a:pt x="901391" y="588421"/>
                  <a:pt x="896960" y="592946"/>
                  <a:pt x="892341" y="597754"/>
                </a:cubicBezTo>
                <a:cubicBezTo>
                  <a:pt x="887722" y="593135"/>
                  <a:pt x="883386" y="588610"/>
                  <a:pt x="878861" y="584085"/>
                </a:cubicBezTo>
                <a:cubicBezTo>
                  <a:pt x="876881" y="586064"/>
                  <a:pt x="875184" y="587856"/>
                  <a:pt x="872828" y="590118"/>
                </a:cubicBezTo>
                <a:close/>
              </a:path>
            </a:pathLst>
          </a:custGeom>
          <a:solidFill>
            <a:schemeClr val="accent2"/>
          </a:solidFill>
          <a:ln w="9427" cap="flat">
            <a:noFill/>
            <a:prstDash val="solid"/>
            <a:miter/>
          </a:ln>
        </p:spPr>
        <p:txBody>
          <a:bodyPr rtlCol="0" anchor="ctr"/>
          <a:lstStyle/>
          <a:p>
            <a:endParaRPr lang="en-US" b="0" i="0" dirty="0">
              <a:solidFill>
                <a:schemeClr val="bg1"/>
              </a:solidFill>
              <a:latin typeface="Oswald" pitchFamily="2" charset="77"/>
            </a:endParaRPr>
          </a:p>
        </p:txBody>
      </p:sp>
      <p:sp>
        <p:nvSpPr>
          <p:cNvPr id="7" name="Title Placeholder 1">
            <a:extLst>
              <a:ext uri="{FF2B5EF4-FFF2-40B4-BE49-F238E27FC236}">
                <a16:creationId xmlns:a16="http://schemas.microsoft.com/office/drawing/2014/main" id="{44B3DF8C-719A-22DA-24AB-018E06DBB2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2809432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Break">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F8765BDF-445C-2E0A-AC78-73B9DA452464}"/>
              </a:ext>
            </a:extLst>
          </p:cNvPr>
          <p:cNvSpPr/>
          <p:nvPr userDrawn="1"/>
        </p:nvSpPr>
        <p:spPr>
          <a:xfrm>
            <a:off x="9865392" y="0"/>
            <a:ext cx="2326608" cy="5891021"/>
          </a:xfrm>
          <a:custGeom>
            <a:avLst/>
            <a:gdLst>
              <a:gd name="connsiteX0" fmla="*/ 0 w 2326608"/>
              <a:gd name="connsiteY0" fmla="*/ 0 h 6348219"/>
              <a:gd name="connsiteX1" fmla="*/ 2326608 w 2326608"/>
              <a:gd name="connsiteY1" fmla="*/ 0 h 6348219"/>
              <a:gd name="connsiteX2" fmla="*/ 2326608 w 2326608"/>
              <a:gd name="connsiteY2" fmla="*/ 6348219 h 6348219"/>
              <a:gd name="connsiteX3" fmla="*/ 387776 w 2326608"/>
              <a:gd name="connsiteY3" fmla="*/ 6348219 h 6348219"/>
              <a:gd name="connsiteX4" fmla="*/ 0 w 2326608"/>
              <a:gd name="connsiteY4" fmla="*/ 5960443 h 6348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6608" h="6348219">
                <a:moveTo>
                  <a:pt x="0" y="0"/>
                </a:moveTo>
                <a:lnTo>
                  <a:pt x="2326608" y="0"/>
                </a:lnTo>
                <a:lnTo>
                  <a:pt x="2326608" y="6348219"/>
                </a:lnTo>
                <a:lnTo>
                  <a:pt x="387776" y="6348219"/>
                </a:lnTo>
                <a:cubicBezTo>
                  <a:pt x="173612" y="6348219"/>
                  <a:pt x="0" y="6174606"/>
                  <a:pt x="0" y="5960443"/>
                </a:cubicBezTo>
                <a:close/>
              </a:path>
            </a:pathLst>
          </a:custGeom>
          <a:gradFill>
            <a:gsLst>
              <a:gs pos="0">
                <a:schemeClr val="accent2"/>
              </a:gs>
              <a:gs pos="100000">
                <a:schemeClr val="accent3"/>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Oswald" pitchFamily="2" charset="77"/>
            </a:endParaRPr>
          </a:p>
        </p:txBody>
      </p:sp>
      <p:sp>
        <p:nvSpPr>
          <p:cNvPr id="8" name="Graphic 52">
            <a:extLst>
              <a:ext uri="{FF2B5EF4-FFF2-40B4-BE49-F238E27FC236}">
                <a16:creationId xmlns:a16="http://schemas.microsoft.com/office/drawing/2014/main" id="{76151B13-3095-C460-E201-B700FA9D7355}"/>
              </a:ext>
            </a:extLst>
          </p:cNvPr>
          <p:cNvSpPr/>
          <p:nvPr userDrawn="1"/>
        </p:nvSpPr>
        <p:spPr>
          <a:xfrm>
            <a:off x="9982200" y="2971423"/>
            <a:ext cx="912326" cy="915154"/>
          </a:xfrm>
          <a:custGeom>
            <a:avLst/>
            <a:gdLst>
              <a:gd name="connsiteX0" fmla="*/ 587573 w 912326"/>
              <a:gd name="connsiteY0" fmla="*/ 914871 h 915154"/>
              <a:gd name="connsiteX1" fmla="*/ 582199 w 912326"/>
              <a:gd name="connsiteY1" fmla="*/ 909215 h 915154"/>
              <a:gd name="connsiteX2" fmla="*/ 596151 w 912326"/>
              <a:gd name="connsiteY2" fmla="*/ 895546 h 915154"/>
              <a:gd name="connsiteX3" fmla="*/ 582011 w 912326"/>
              <a:gd name="connsiteY3" fmla="*/ 881689 h 915154"/>
              <a:gd name="connsiteX4" fmla="*/ 588044 w 912326"/>
              <a:gd name="connsiteY4" fmla="*/ 876316 h 915154"/>
              <a:gd name="connsiteX5" fmla="*/ 601147 w 912326"/>
              <a:gd name="connsiteY5" fmla="*/ 889890 h 915154"/>
              <a:gd name="connsiteX6" fmla="*/ 614910 w 912326"/>
              <a:gd name="connsiteY6" fmla="*/ 875750 h 915154"/>
              <a:gd name="connsiteX7" fmla="*/ 620944 w 912326"/>
              <a:gd name="connsiteY7" fmla="*/ 882066 h 915154"/>
              <a:gd name="connsiteX8" fmla="*/ 607463 w 912326"/>
              <a:gd name="connsiteY8" fmla="*/ 895264 h 915154"/>
              <a:gd name="connsiteX9" fmla="*/ 621321 w 912326"/>
              <a:gd name="connsiteY9" fmla="*/ 909027 h 915154"/>
              <a:gd name="connsiteX10" fmla="*/ 615476 w 912326"/>
              <a:gd name="connsiteY10" fmla="*/ 914400 h 915154"/>
              <a:gd name="connsiteX11" fmla="*/ 602844 w 912326"/>
              <a:gd name="connsiteY11" fmla="*/ 901485 h 915154"/>
              <a:gd name="connsiteX12" fmla="*/ 588327 w 912326"/>
              <a:gd name="connsiteY12" fmla="*/ 914966 h 915154"/>
              <a:gd name="connsiteX13" fmla="*/ 587761 w 912326"/>
              <a:gd name="connsiteY13" fmla="*/ 914966 h 915154"/>
              <a:gd name="connsiteX14" fmla="*/ 878861 w 912326"/>
              <a:gd name="connsiteY14" fmla="*/ 914871 h 915154"/>
              <a:gd name="connsiteX15" fmla="*/ 892341 w 912326"/>
              <a:gd name="connsiteY15" fmla="*/ 901768 h 915154"/>
              <a:gd name="connsiteX16" fmla="*/ 906104 w 912326"/>
              <a:gd name="connsiteY16" fmla="*/ 914871 h 915154"/>
              <a:gd name="connsiteX17" fmla="*/ 906670 w 912326"/>
              <a:gd name="connsiteY17" fmla="*/ 914871 h 915154"/>
              <a:gd name="connsiteX18" fmla="*/ 912138 w 912326"/>
              <a:gd name="connsiteY18" fmla="*/ 908744 h 915154"/>
              <a:gd name="connsiteX19" fmla="*/ 898280 w 912326"/>
              <a:gd name="connsiteY19" fmla="*/ 895169 h 915154"/>
              <a:gd name="connsiteX20" fmla="*/ 911666 w 912326"/>
              <a:gd name="connsiteY20" fmla="*/ 881972 h 915154"/>
              <a:gd name="connsiteX21" fmla="*/ 905916 w 912326"/>
              <a:gd name="connsiteY21" fmla="*/ 875467 h 915154"/>
              <a:gd name="connsiteX22" fmla="*/ 892247 w 912326"/>
              <a:gd name="connsiteY22" fmla="*/ 889796 h 915154"/>
              <a:gd name="connsiteX23" fmla="*/ 878672 w 912326"/>
              <a:gd name="connsiteY23" fmla="*/ 875939 h 915154"/>
              <a:gd name="connsiteX24" fmla="*/ 872828 w 912326"/>
              <a:gd name="connsiteY24" fmla="*/ 881878 h 915154"/>
              <a:gd name="connsiteX25" fmla="*/ 886874 w 912326"/>
              <a:gd name="connsiteY25" fmla="*/ 895735 h 915154"/>
              <a:gd name="connsiteX26" fmla="*/ 873111 w 912326"/>
              <a:gd name="connsiteY26" fmla="*/ 909121 h 915154"/>
              <a:gd name="connsiteX27" fmla="*/ 878201 w 912326"/>
              <a:gd name="connsiteY27" fmla="*/ 914966 h 915154"/>
              <a:gd name="connsiteX28" fmla="*/ 878767 w 912326"/>
              <a:gd name="connsiteY28" fmla="*/ 914966 h 915154"/>
              <a:gd name="connsiteX29" fmla="*/ 6222 w 912326"/>
              <a:gd name="connsiteY29" fmla="*/ 914871 h 915154"/>
              <a:gd name="connsiteX30" fmla="*/ 20362 w 912326"/>
              <a:gd name="connsiteY30" fmla="*/ 901297 h 915154"/>
              <a:gd name="connsiteX31" fmla="*/ 33654 w 912326"/>
              <a:gd name="connsiteY31" fmla="*/ 914683 h 915154"/>
              <a:gd name="connsiteX32" fmla="*/ 39404 w 912326"/>
              <a:gd name="connsiteY32" fmla="*/ 908744 h 915154"/>
              <a:gd name="connsiteX33" fmla="*/ 25358 w 912326"/>
              <a:gd name="connsiteY33" fmla="*/ 895075 h 915154"/>
              <a:gd name="connsiteX34" fmla="*/ 38838 w 912326"/>
              <a:gd name="connsiteY34" fmla="*/ 881972 h 915154"/>
              <a:gd name="connsiteX35" fmla="*/ 32805 w 912326"/>
              <a:gd name="connsiteY35" fmla="*/ 875656 h 915154"/>
              <a:gd name="connsiteX36" fmla="*/ 19231 w 912326"/>
              <a:gd name="connsiteY36" fmla="*/ 889890 h 915154"/>
              <a:gd name="connsiteX37" fmla="*/ 6033 w 912326"/>
              <a:gd name="connsiteY37" fmla="*/ 876221 h 915154"/>
              <a:gd name="connsiteX38" fmla="*/ 283 w 912326"/>
              <a:gd name="connsiteY38" fmla="*/ 881689 h 915154"/>
              <a:gd name="connsiteX39" fmla="*/ 14329 w 912326"/>
              <a:gd name="connsiteY39" fmla="*/ 895546 h 915154"/>
              <a:gd name="connsiteX40" fmla="*/ 471 w 912326"/>
              <a:gd name="connsiteY40" fmla="*/ 909215 h 915154"/>
              <a:gd name="connsiteX41" fmla="*/ 5750 w 912326"/>
              <a:gd name="connsiteY41" fmla="*/ 914966 h 915154"/>
              <a:gd name="connsiteX42" fmla="*/ 6316 w 912326"/>
              <a:gd name="connsiteY42" fmla="*/ 914966 h 915154"/>
              <a:gd name="connsiteX43" fmla="*/ 324753 w 912326"/>
              <a:gd name="connsiteY43" fmla="*/ 914871 h 915154"/>
              <a:gd name="connsiteX44" fmla="*/ 330315 w 912326"/>
              <a:gd name="connsiteY44" fmla="*/ 908838 h 915154"/>
              <a:gd name="connsiteX45" fmla="*/ 316458 w 912326"/>
              <a:gd name="connsiteY45" fmla="*/ 895075 h 915154"/>
              <a:gd name="connsiteX46" fmla="*/ 330127 w 912326"/>
              <a:gd name="connsiteY46" fmla="*/ 881595 h 915154"/>
              <a:gd name="connsiteX47" fmla="*/ 324188 w 912326"/>
              <a:gd name="connsiteY47" fmla="*/ 875656 h 915154"/>
              <a:gd name="connsiteX48" fmla="*/ 310142 w 912326"/>
              <a:gd name="connsiteY48" fmla="*/ 889890 h 915154"/>
              <a:gd name="connsiteX49" fmla="*/ 296850 w 912326"/>
              <a:gd name="connsiteY49" fmla="*/ 876221 h 915154"/>
              <a:gd name="connsiteX50" fmla="*/ 291005 w 912326"/>
              <a:gd name="connsiteY50" fmla="*/ 881689 h 915154"/>
              <a:gd name="connsiteX51" fmla="*/ 305051 w 912326"/>
              <a:gd name="connsiteY51" fmla="*/ 895641 h 915154"/>
              <a:gd name="connsiteX52" fmla="*/ 291948 w 912326"/>
              <a:gd name="connsiteY52" fmla="*/ 908650 h 915154"/>
              <a:gd name="connsiteX53" fmla="*/ 297133 w 912326"/>
              <a:gd name="connsiteY53" fmla="*/ 915154 h 915154"/>
              <a:gd name="connsiteX54" fmla="*/ 310142 w 912326"/>
              <a:gd name="connsiteY54" fmla="*/ 901768 h 915154"/>
              <a:gd name="connsiteX55" fmla="*/ 324188 w 912326"/>
              <a:gd name="connsiteY55" fmla="*/ 914871 h 915154"/>
              <a:gd name="connsiteX56" fmla="*/ 324753 w 912326"/>
              <a:gd name="connsiteY56" fmla="*/ 914871 h 915154"/>
              <a:gd name="connsiteX57" fmla="*/ 595868 w 912326"/>
              <a:gd name="connsiteY57" fmla="*/ 20079 h 915154"/>
              <a:gd name="connsiteX58" fmla="*/ 582388 w 912326"/>
              <a:gd name="connsiteY58" fmla="*/ 33277 h 915154"/>
              <a:gd name="connsiteX59" fmla="*/ 588421 w 912326"/>
              <a:gd name="connsiteY59" fmla="*/ 39781 h 915154"/>
              <a:gd name="connsiteX60" fmla="*/ 601901 w 912326"/>
              <a:gd name="connsiteY60" fmla="*/ 25358 h 915154"/>
              <a:gd name="connsiteX61" fmla="*/ 615288 w 912326"/>
              <a:gd name="connsiteY61" fmla="*/ 39404 h 915154"/>
              <a:gd name="connsiteX62" fmla="*/ 621321 w 912326"/>
              <a:gd name="connsiteY62" fmla="*/ 33371 h 915154"/>
              <a:gd name="connsiteX63" fmla="*/ 607086 w 912326"/>
              <a:gd name="connsiteY63" fmla="*/ 19419 h 915154"/>
              <a:gd name="connsiteX64" fmla="*/ 620661 w 912326"/>
              <a:gd name="connsiteY64" fmla="*/ 6222 h 915154"/>
              <a:gd name="connsiteX65" fmla="*/ 615193 w 912326"/>
              <a:gd name="connsiteY65" fmla="*/ 377 h 915154"/>
              <a:gd name="connsiteX66" fmla="*/ 601242 w 912326"/>
              <a:gd name="connsiteY66" fmla="*/ 14612 h 915154"/>
              <a:gd name="connsiteX67" fmla="*/ 587667 w 912326"/>
              <a:gd name="connsiteY67" fmla="*/ 660 h 915154"/>
              <a:gd name="connsiteX68" fmla="*/ 581822 w 912326"/>
              <a:gd name="connsiteY68" fmla="*/ 6410 h 915154"/>
              <a:gd name="connsiteX69" fmla="*/ 595774 w 912326"/>
              <a:gd name="connsiteY69" fmla="*/ 20079 h 915154"/>
              <a:gd name="connsiteX70" fmla="*/ 39687 w 912326"/>
              <a:gd name="connsiteY70" fmla="*/ 325036 h 915154"/>
              <a:gd name="connsiteX71" fmla="*/ 25358 w 912326"/>
              <a:gd name="connsiteY71" fmla="*/ 311273 h 915154"/>
              <a:gd name="connsiteX72" fmla="*/ 38838 w 912326"/>
              <a:gd name="connsiteY72" fmla="*/ 297887 h 915154"/>
              <a:gd name="connsiteX73" fmla="*/ 33088 w 912326"/>
              <a:gd name="connsiteY73" fmla="*/ 291948 h 915154"/>
              <a:gd name="connsiteX74" fmla="*/ 19136 w 912326"/>
              <a:gd name="connsiteY74" fmla="*/ 306088 h 915154"/>
              <a:gd name="connsiteX75" fmla="*/ 5939 w 912326"/>
              <a:gd name="connsiteY75" fmla="*/ 292514 h 915154"/>
              <a:gd name="connsiteX76" fmla="*/ 0 w 912326"/>
              <a:gd name="connsiteY76" fmla="*/ 298264 h 915154"/>
              <a:gd name="connsiteX77" fmla="*/ 14234 w 912326"/>
              <a:gd name="connsiteY77" fmla="*/ 311933 h 915154"/>
              <a:gd name="connsiteX78" fmla="*/ 566 w 912326"/>
              <a:gd name="connsiteY78" fmla="*/ 325319 h 915154"/>
              <a:gd name="connsiteX79" fmla="*/ 6033 w 912326"/>
              <a:gd name="connsiteY79" fmla="*/ 331164 h 915154"/>
              <a:gd name="connsiteX80" fmla="*/ 19702 w 912326"/>
              <a:gd name="connsiteY80" fmla="*/ 317401 h 915154"/>
              <a:gd name="connsiteX81" fmla="*/ 33182 w 912326"/>
              <a:gd name="connsiteY81" fmla="*/ 331164 h 915154"/>
              <a:gd name="connsiteX82" fmla="*/ 39687 w 912326"/>
              <a:gd name="connsiteY82" fmla="*/ 325036 h 915154"/>
              <a:gd name="connsiteX83" fmla="*/ 329844 w 912326"/>
              <a:gd name="connsiteY83" fmla="*/ 298170 h 915154"/>
              <a:gd name="connsiteX84" fmla="*/ 324094 w 912326"/>
              <a:gd name="connsiteY84" fmla="*/ 291854 h 915154"/>
              <a:gd name="connsiteX85" fmla="*/ 310425 w 912326"/>
              <a:gd name="connsiteY85" fmla="*/ 306371 h 915154"/>
              <a:gd name="connsiteX86" fmla="*/ 296944 w 912326"/>
              <a:gd name="connsiteY86" fmla="*/ 292514 h 915154"/>
              <a:gd name="connsiteX87" fmla="*/ 291005 w 912326"/>
              <a:gd name="connsiteY87" fmla="*/ 298453 h 915154"/>
              <a:gd name="connsiteX88" fmla="*/ 305051 w 912326"/>
              <a:gd name="connsiteY88" fmla="*/ 312404 h 915154"/>
              <a:gd name="connsiteX89" fmla="*/ 291665 w 912326"/>
              <a:gd name="connsiteY89" fmla="*/ 325508 h 915154"/>
              <a:gd name="connsiteX90" fmla="*/ 297133 w 912326"/>
              <a:gd name="connsiteY90" fmla="*/ 331446 h 915154"/>
              <a:gd name="connsiteX91" fmla="*/ 310707 w 912326"/>
              <a:gd name="connsiteY91" fmla="*/ 317495 h 915154"/>
              <a:gd name="connsiteX92" fmla="*/ 323999 w 912326"/>
              <a:gd name="connsiteY92" fmla="*/ 331069 h 915154"/>
              <a:gd name="connsiteX93" fmla="*/ 330315 w 912326"/>
              <a:gd name="connsiteY93" fmla="*/ 325413 h 915154"/>
              <a:gd name="connsiteX94" fmla="*/ 316175 w 912326"/>
              <a:gd name="connsiteY94" fmla="*/ 311650 h 915154"/>
              <a:gd name="connsiteX95" fmla="*/ 329844 w 912326"/>
              <a:gd name="connsiteY95" fmla="*/ 298264 h 915154"/>
              <a:gd name="connsiteX96" fmla="*/ 19419 w 912326"/>
              <a:gd name="connsiteY96" fmla="*/ 598131 h 915154"/>
              <a:gd name="connsiteX97" fmla="*/ 6127 w 912326"/>
              <a:gd name="connsiteY97" fmla="*/ 584273 h 915154"/>
              <a:gd name="connsiteX98" fmla="*/ 283 w 912326"/>
              <a:gd name="connsiteY98" fmla="*/ 589929 h 915154"/>
              <a:gd name="connsiteX99" fmla="*/ 14329 w 912326"/>
              <a:gd name="connsiteY99" fmla="*/ 603504 h 915154"/>
              <a:gd name="connsiteX100" fmla="*/ 754 w 912326"/>
              <a:gd name="connsiteY100" fmla="*/ 616796 h 915154"/>
              <a:gd name="connsiteX101" fmla="*/ 6316 w 912326"/>
              <a:gd name="connsiteY101" fmla="*/ 623112 h 915154"/>
              <a:gd name="connsiteX102" fmla="*/ 20173 w 912326"/>
              <a:gd name="connsiteY102" fmla="*/ 609066 h 915154"/>
              <a:gd name="connsiteX103" fmla="*/ 33371 w 912326"/>
              <a:gd name="connsiteY103" fmla="*/ 622546 h 915154"/>
              <a:gd name="connsiteX104" fmla="*/ 39593 w 912326"/>
              <a:gd name="connsiteY104" fmla="*/ 616796 h 915154"/>
              <a:gd name="connsiteX105" fmla="*/ 25452 w 912326"/>
              <a:gd name="connsiteY105" fmla="*/ 603127 h 915154"/>
              <a:gd name="connsiteX106" fmla="*/ 39216 w 912326"/>
              <a:gd name="connsiteY106" fmla="*/ 589552 h 915154"/>
              <a:gd name="connsiteX107" fmla="*/ 33182 w 912326"/>
              <a:gd name="connsiteY107" fmla="*/ 583425 h 915154"/>
              <a:gd name="connsiteX108" fmla="*/ 19513 w 912326"/>
              <a:gd name="connsiteY108" fmla="*/ 598036 h 915154"/>
              <a:gd name="connsiteX109" fmla="*/ 297133 w 912326"/>
              <a:gd name="connsiteY109" fmla="*/ 584179 h 915154"/>
              <a:gd name="connsiteX110" fmla="*/ 291383 w 912326"/>
              <a:gd name="connsiteY110" fmla="*/ 589929 h 915154"/>
              <a:gd name="connsiteX111" fmla="*/ 305240 w 912326"/>
              <a:gd name="connsiteY111" fmla="*/ 603598 h 915154"/>
              <a:gd name="connsiteX112" fmla="*/ 291665 w 912326"/>
              <a:gd name="connsiteY112" fmla="*/ 616796 h 915154"/>
              <a:gd name="connsiteX113" fmla="*/ 297227 w 912326"/>
              <a:gd name="connsiteY113" fmla="*/ 622923 h 915154"/>
              <a:gd name="connsiteX114" fmla="*/ 310896 w 912326"/>
              <a:gd name="connsiteY114" fmla="*/ 609066 h 915154"/>
              <a:gd name="connsiteX115" fmla="*/ 324565 w 912326"/>
              <a:gd name="connsiteY115" fmla="*/ 622829 h 915154"/>
              <a:gd name="connsiteX116" fmla="*/ 330504 w 912326"/>
              <a:gd name="connsiteY116" fmla="*/ 616702 h 915154"/>
              <a:gd name="connsiteX117" fmla="*/ 316364 w 912326"/>
              <a:gd name="connsiteY117" fmla="*/ 603033 h 915154"/>
              <a:gd name="connsiteX118" fmla="*/ 330221 w 912326"/>
              <a:gd name="connsiteY118" fmla="*/ 589552 h 915154"/>
              <a:gd name="connsiteX119" fmla="*/ 324659 w 912326"/>
              <a:gd name="connsiteY119" fmla="*/ 583896 h 915154"/>
              <a:gd name="connsiteX120" fmla="*/ 310519 w 912326"/>
              <a:gd name="connsiteY120" fmla="*/ 598131 h 915154"/>
              <a:gd name="connsiteX121" fmla="*/ 297227 w 912326"/>
              <a:gd name="connsiteY121" fmla="*/ 584179 h 915154"/>
              <a:gd name="connsiteX122" fmla="*/ 19985 w 912326"/>
              <a:gd name="connsiteY122" fmla="*/ 25547 h 915154"/>
              <a:gd name="connsiteX123" fmla="*/ 33465 w 912326"/>
              <a:gd name="connsiteY123" fmla="*/ 39404 h 915154"/>
              <a:gd name="connsiteX124" fmla="*/ 39310 w 912326"/>
              <a:gd name="connsiteY124" fmla="*/ 33465 h 915154"/>
              <a:gd name="connsiteX125" fmla="*/ 25264 w 912326"/>
              <a:gd name="connsiteY125" fmla="*/ 19608 h 915154"/>
              <a:gd name="connsiteX126" fmla="*/ 39027 w 912326"/>
              <a:gd name="connsiteY126" fmla="*/ 6316 h 915154"/>
              <a:gd name="connsiteX127" fmla="*/ 33182 w 912326"/>
              <a:gd name="connsiteY127" fmla="*/ 283 h 915154"/>
              <a:gd name="connsiteX128" fmla="*/ 19231 w 912326"/>
              <a:gd name="connsiteY128" fmla="*/ 14517 h 915154"/>
              <a:gd name="connsiteX129" fmla="*/ 5939 w 912326"/>
              <a:gd name="connsiteY129" fmla="*/ 943 h 915154"/>
              <a:gd name="connsiteX130" fmla="*/ 189 w 912326"/>
              <a:gd name="connsiteY130" fmla="*/ 6410 h 915154"/>
              <a:gd name="connsiteX131" fmla="*/ 14234 w 912326"/>
              <a:gd name="connsiteY131" fmla="*/ 20173 h 915154"/>
              <a:gd name="connsiteX132" fmla="*/ 566 w 912326"/>
              <a:gd name="connsiteY132" fmla="*/ 33559 h 915154"/>
              <a:gd name="connsiteX133" fmla="*/ 6410 w 912326"/>
              <a:gd name="connsiteY133" fmla="*/ 39687 h 915154"/>
              <a:gd name="connsiteX134" fmla="*/ 20079 w 912326"/>
              <a:gd name="connsiteY134" fmla="*/ 25452 h 915154"/>
              <a:gd name="connsiteX135" fmla="*/ 615476 w 912326"/>
              <a:gd name="connsiteY135" fmla="*/ 330787 h 915154"/>
              <a:gd name="connsiteX136" fmla="*/ 621132 w 912326"/>
              <a:gd name="connsiteY136" fmla="*/ 325319 h 915154"/>
              <a:gd name="connsiteX137" fmla="*/ 606992 w 912326"/>
              <a:gd name="connsiteY137" fmla="*/ 311367 h 915154"/>
              <a:gd name="connsiteX138" fmla="*/ 620567 w 912326"/>
              <a:gd name="connsiteY138" fmla="*/ 298453 h 915154"/>
              <a:gd name="connsiteX139" fmla="*/ 615099 w 912326"/>
              <a:gd name="connsiteY139" fmla="*/ 291854 h 915154"/>
              <a:gd name="connsiteX140" fmla="*/ 601336 w 912326"/>
              <a:gd name="connsiteY140" fmla="*/ 305900 h 915154"/>
              <a:gd name="connsiteX141" fmla="*/ 588233 w 912326"/>
              <a:gd name="connsiteY141" fmla="*/ 292702 h 915154"/>
              <a:gd name="connsiteX142" fmla="*/ 581728 w 912326"/>
              <a:gd name="connsiteY142" fmla="*/ 298170 h 915154"/>
              <a:gd name="connsiteX143" fmla="*/ 595774 w 912326"/>
              <a:gd name="connsiteY143" fmla="*/ 311839 h 915154"/>
              <a:gd name="connsiteX144" fmla="*/ 582105 w 912326"/>
              <a:gd name="connsiteY144" fmla="*/ 325319 h 915154"/>
              <a:gd name="connsiteX145" fmla="*/ 587761 w 912326"/>
              <a:gd name="connsiteY145" fmla="*/ 330881 h 915154"/>
              <a:gd name="connsiteX146" fmla="*/ 601619 w 912326"/>
              <a:gd name="connsiteY146" fmla="*/ 316646 h 915154"/>
              <a:gd name="connsiteX147" fmla="*/ 615382 w 912326"/>
              <a:gd name="connsiteY147" fmla="*/ 330598 h 915154"/>
              <a:gd name="connsiteX148" fmla="*/ 887062 w 912326"/>
              <a:gd name="connsiteY148" fmla="*/ 20173 h 915154"/>
              <a:gd name="connsiteX149" fmla="*/ 873393 w 912326"/>
              <a:gd name="connsiteY149" fmla="*/ 33465 h 915154"/>
              <a:gd name="connsiteX150" fmla="*/ 878861 w 912326"/>
              <a:gd name="connsiteY150" fmla="*/ 39593 h 915154"/>
              <a:gd name="connsiteX151" fmla="*/ 892624 w 912326"/>
              <a:gd name="connsiteY151" fmla="*/ 25641 h 915154"/>
              <a:gd name="connsiteX152" fmla="*/ 906199 w 912326"/>
              <a:gd name="connsiteY152" fmla="*/ 39498 h 915154"/>
              <a:gd name="connsiteX153" fmla="*/ 912043 w 912326"/>
              <a:gd name="connsiteY153" fmla="*/ 33371 h 915154"/>
              <a:gd name="connsiteX154" fmla="*/ 897997 w 912326"/>
              <a:gd name="connsiteY154" fmla="*/ 19796 h 915154"/>
              <a:gd name="connsiteX155" fmla="*/ 911855 w 912326"/>
              <a:gd name="connsiteY155" fmla="*/ 6222 h 915154"/>
              <a:gd name="connsiteX156" fmla="*/ 905916 w 912326"/>
              <a:gd name="connsiteY156" fmla="*/ 189 h 915154"/>
              <a:gd name="connsiteX157" fmla="*/ 892247 w 912326"/>
              <a:gd name="connsiteY157" fmla="*/ 14800 h 915154"/>
              <a:gd name="connsiteX158" fmla="*/ 878955 w 912326"/>
              <a:gd name="connsiteY158" fmla="*/ 660 h 915154"/>
              <a:gd name="connsiteX159" fmla="*/ 873016 w 912326"/>
              <a:gd name="connsiteY159" fmla="*/ 6410 h 915154"/>
              <a:gd name="connsiteX160" fmla="*/ 887157 w 912326"/>
              <a:gd name="connsiteY160" fmla="*/ 20173 h 915154"/>
              <a:gd name="connsiteX161" fmla="*/ 588044 w 912326"/>
              <a:gd name="connsiteY161" fmla="*/ 584273 h 915154"/>
              <a:gd name="connsiteX162" fmla="*/ 581728 w 912326"/>
              <a:gd name="connsiteY162" fmla="*/ 590118 h 915154"/>
              <a:gd name="connsiteX163" fmla="*/ 595868 w 912326"/>
              <a:gd name="connsiteY163" fmla="*/ 603598 h 915154"/>
              <a:gd name="connsiteX164" fmla="*/ 582105 w 912326"/>
              <a:gd name="connsiteY164" fmla="*/ 617079 h 915154"/>
              <a:gd name="connsiteX165" fmla="*/ 587761 w 912326"/>
              <a:gd name="connsiteY165" fmla="*/ 622829 h 915154"/>
              <a:gd name="connsiteX166" fmla="*/ 601336 w 912326"/>
              <a:gd name="connsiteY166" fmla="*/ 608689 h 915154"/>
              <a:gd name="connsiteX167" fmla="*/ 615099 w 912326"/>
              <a:gd name="connsiteY167" fmla="*/ 622640 h 915154"/>
              <a:gd name="connsiteX168" fmla="*/ 621038 w 912326"/>
              <a:gd name="connsiteY168" fmla="*/ 616984 h 915154"/>
              <a:gd name="connsiteX169" fmla="*/ 606898 w 912326"/>
              <a:gd name="connsiteY169" fmla="*/ 603127 h 915154"/>
              <a:gd name="connsiteX170" fmla="*/ 620378 w 912326"/>
              <a:gd name="connsiteY170" fmla="*/ 590118 h 915154"/>
              <a:gd name="connsiteX171" fmla="*/ 615005 w 912326"/>
              <a:gd name="connsiteY171" fmla="*/ 583613 h 915154"/>
              <a:gd name="connsiteX172" fmla="*/ 601242 w 912326"/>
              <a:gd name="connsiteY172" fmla="*/ 597565 h 915154"/>
              <a:gd name="connsiteX173" fmla="*/ 587950 w 912326"/>
              <a:gd name="connsiteY173" fmla="*/ 584179 h 915154"/>
              <a:gd name="connsiteX174" fmla="*/ 305146 w 912326"/>
              <a:gd name="connsiteY174" fmla="*/ 20362 h 915154"/>
              <a:gd name="connsiteX175" fmla="*/ 291665 w 912326"/>
              <a:gd name="connsiteY175" fmla="*/ 33465 h 915154"/>
              <a:gd name="connsiteX176" fmla="*/ 297133 w 912326"/>
              <a:gd name="connsiteY176" fmla="*/ 39687 h 915154"/>
              <a:gd name="connsiteX177" fmla="*/ 310896 w 912326"/>
              <a:gd name="connsiteY177" fmla="*/ 25641 h 915154"/>
              <a:gd name="connsiteX178" fmla="*/ 324471 w 912326"/>
              <a:gd name="connsiteY178" fmla="*/ 39404 h 915154"/>
              <a:gd name="connsiteX179" fmla="*/ 330409 w 912326"/>
              <a:gd name="connsiteY179" fmla="*/ 33371 h 915154"/>
              <a:gd name="connsiteX180" fmla="*/ 316269 w 912326"/>
              <a:gd name="connsiteY180" fmla="*/ 19608 h 915154"/>
              <a:gd name="connsiteX181" fmla="*/ 329750 w 912326"/>
              <a:gd name="connsiteY181" fmla="*/ 6316 h 915154"/>
              <a:gd name="connsiteX182" fmla="*/ 324188 w 912326"/>
              <a:gd name="connsiteY182" fmla="*/ 0 h 915154"/>
              <a:gd name="connsiteX183" fmla="*/ 309953 w 912326"/>
              <a:gd name="connsiteY183" fmla="*/ 14423 h 915154"/>
              <a:gd name="connsiteX184" fmla="*/ 296944 w 912326"/>
              <a:gd name="connsiteY184" fmla="*/ 566 h 915154"/>
              <a:gd name="connsiteX185" fmla="*/ 291005 w 912326"/>
              <a:gd name="connsiteY185" fmla="*/ 6222 h 915154"/>
              <a:gd name="connsiteX186" fmla="*/ 305051 w 912326"/>
              <a:gd name="connsiteY186" fmla="*/ 20173 h 915154"/>
              <a:gd name="connsiteX187" fmla="*/ 911478 w 912326"/>
              <a:gd name="connsiteY187" fmla="*/ 298076 h 915154"/>
              <a:gd name="connsiteX188" fmla="*/ 906104 w 912326"/>
              <a:gd name="connsiteY188" fmla="*/ 291948 h 915154"/>
              <a:gd name="connsiteX189" fmla="*/ 892341 w 912326"/>
              <a:gd name="connsiteY189" fmla="*/ 305900 h 915154"/>
              <a:gd name="connsiteX190" fmla="*/ 879144 w 912326"/>
              <a:gd name="connsiteY190" fmla="*/ 292608 h 915154"/>
              <a:gd name="connsiteX191" fmla="*/ 872828 w 912326"/>
              <a:gd name="connsiteY191" fmla="*/ 298453 h 915154"/>
              <a:gd name="connsiteX192" fmla="*/ 886779 w 912326"/>
              <a:gd name="connsiteY192" fmla="*/ 312121 h 915154"/>
              <a:gd name="connsiteX193" fmla="*/ 873393 w 912326"/>
              <a:gd name="connsiteY193" fmla="*/ 325413 h 915154"/>
              <a:gd name="connsiteX194" fmla="*/ 879144 w 912326"/>
              <a:gd name="connsiteY194" fmla="*/ 331446 h 915154"/>
              <a:gd name="connsiteX195" fmla="*/ 893190 w 912326"/>
              <a:gd name="connsiteY195" fmla="*/ 317023 h 915154"/>
              <a:gd name="connsiteX196" fmla="*/ 906199 w 912326"/>
              <a:gd name="connsiteY196" fmla="*/ 330315 h 915154"/>
              <a:gd name="connsiteX197" fmla="*/ 912043 w 912326"/>
              <a:gd name="connsiteY197" fmla="*/ 325413 h 915154"/>
              <a:gd name="connsiteX198" fmla="*/ 897903 w 912326"/>
              <a:gd name="connsiteY198" fmla="*/ 311462 h 915154"/>
              <a:gd name="connsiteX199" fmla="*/ 911478 w 912326"/>
              <a:gd name="connsiteY199" fmla="*/ 298076 h 915154"/>
              <a:gd name="connsiteX200" fmla="*/ 872828 w 912326"/>
              <a:gd name="connsiteY200" fmla="*/ 590024 h 915154"/>
              <a:gd name="connsiteX201" fmla="*/ 887157 w 912326"/>
              <a:gd name="connsiteY201" fmla="*/ 603598 h 915154"/>
              <a:gd name="connsiteX202" fmla="*/ 873393 w 912326"/>
              <a:gd name="connsiteY202" fmla="*/ 617079 h 915154"/>
              <a:gd name="connsiteX203" fmla="*/ 878955 w 912326"/>
              <a:gd name="connsiteY203" fmla="*/ 623018 h 915154"/>
              <a:gd name="connsiteX204" fmla="*/ 892530 w 912326"/>
              <a:gd name="connsiteY204" fmla="*/ 608972 h 915154"/>
              <a:gd name="connsiteX205" fmla="*/ 905916 w 912326"/>
              <a:gd name="connsiteY205" fmla="*/ 622923 h 915154"/>
              <a:gd name="connsiteX206" fmla="*/ 912326 w 912326"/>
              <a:gd name="connsiteY206" fmla="*/ 616796 h 915154"/>
              <a:gd name="connsiteX207" fmla="*/ 897903 w 912326"/>
              <a:gd name="connsiteY207" fmla="*/ 602844 h 915154"/>
              <a:gd name="connsiteX208" fmla="*/ 911478 w 912326"/>
              <a:gd name="connsiteY208" fmla="*/ 590024 h 915154"/>
              <a:gd name="connsiteX209" fmla="*/ 905916 w 912326"/>
              <a:gd name="connsiteY209" fmla="*/ 583708 h 915154"/>
              <a:gd name="connsiteX210" fmla="*/ 892341 w 912326"/>
              <a:gd name="connsiteY210" fmla="*/ 597754 h 915154"/>
              <a:gd name="connsiteX211" fmla="*/ 878861 w 912326"/>
              <a:gd name="connsiteY211" fmla="*/ 584085 h 915154"/>
              <a:gd name="connsiteX212" fmla="*/ 872828 w 912326"/>
              <a:gd name="connsiteY212" fmla="*/ 590118 h 915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912326" h="915154">
                <a:moveTo>
                  <a:pt x="587573" y="914871"/>
                </a:moveTo>
                <a:cubicBezTo>
                  <a:pt x="585876" y="912986"/>
                  <a:pt x="584085" y="911195"/>
                  <a:pt x="582199" y="909215"/>
                </a:cubicBezTo>
                <a:cubicBezTo>
                  <a:pt x="586819" y="904690"/>
                  <a:pt x="591343" y="900166"/>
                  <a:pt x="596151" y="895546"/>
                </a:cubicBezTo>
                <a:cubicBezTo>
                  <a:pt x="591249" y="890739"/>
                  <a:pt x="586724" y="886308"/>
                  <a:pt x="582011" y="881689"/>
                </a:cubicBezTo>
                <a:cubicBezTo>
                  <a:pt x="584085" y="879804"/>
                  <a:pt x="585970" y="878107"/>
                  <a:pt x="588044" y="876316"/>
                </a:cubicBezTo>
                <a:cubicBezTo>
                  <a:pt x="592286" y="880652"/>
                  <a:pt x="596622" y="885271"/>
                  <a:pt x="601147" y="889890"/>
                </a:cubicBezTo>
                <a:cubicBezTo>
                  <a:pt x="606049" y="884894"/>
                  <a:pt x="610386" y="880369"/>
                  <a:pt x="614910" y="875750"/>
                </a:cubicBezTo>
                <a:cubicBezTo>
                  <a:pt x="617173" y="878107"/>
                  <a:pt x="618870" y="879992"/>
                  <a:pt x="620944" y="882066"/>
                </a:cubicBezTo>
                <a:cubicBezTo>
                  <a:pt x="616607" y="886308"/>
                  <a:pt x="612082" y="890739"/>
                  <a:pt x="607463" y="895264"/>
                </a:cubicBezTo>
                <a:cubicBezTo>
                  <a:pt x="612082" y="899883"/>
                  <a:pt x="616607" y="904313"/>
                  <a:pt x="621321" y="909027"/>
                </a:cubicBezTo>
                <a:cubicBezTo>
                  <a:pt x="619153" y="911006"/>
                  <a:pt x="617361" y="912703"/>
                  <a:pt x="615476" y="914400"/>
                </a:cubicBezTo>
                <a:cubicBezTo>
                  <a:pt x="611234" y="910064"/>
                  <a:pt x="606803" y="905539"/>
                  <a:pt x="602844" y="901485"/>
                </a:cubicBezTo>
                <a:cubicBezTo>
                  <a:pt x="597659" y="906293"/>
                  <a:pt x="592946" y="910629"/>
                  <a:pt x="588327" y="914966"/>
                </a:cubicBezTo>
                <a:lnTo>
                  <a:pt x="587761" y="914966"/>
                </a:lnTo>
                <a:close/>
                <a:moveTo>
                  <a:pt x="878861" y="914871"/>
                </a:moveTo>
                <a:cubicBezTo>
                  <a:pt x="883386" y="910441"/>
                  <a:pt x="888005" y="906010"/>
                  <a:pt x="892341" y="901768"/>
                </a:cubicBezTo>
                <a:cubicBezTo>
                  <a:pt x="896866" y="906104"/>
                  <a:pt x="901485" y="910535"/>
                  <a:pt x="906104" y="914871"/>
                </a:cubicBezTo>
                <a:lnTo>
                  <a:pt x="906670" y="914871"/>
                </a:lnTo>
                <a:cubicBezTo>
                  <a:pt x="908367" y="912986"/>
                  <a:pt x="910158" y="911006"/>
                  <a:pt x="912138" y="908744"/>
                </a:cubicBezTo>
                <a:cubicBezTo>
                  <a:pt x="907424" y="904219"/>
                  <a:pt x="902899" y="899789"/>
                  <a:pt x="898280" y="895169"/>
                </a:cubicBezTo>
                <a:cubicBezTo>
                  <a:pt x="902899" y="890644"/>
                  <a:pt x="907424" y="886214"/>
                  <a:pt x="911666" y="881972"/>
                </a:cubicBezTo>
                <a:cubicBezTo>
                  <a:pt x="909781" y="879898"/>
                  <a:pt x="908084" y="877918"/>
                  <a:pt x="905916" y="875467"/>
                </a:cubicBezTo>
                <a:cubicBezTo>
                  <a:pt x="901297" y="880275"/>
                  <a:pt x="896960" y="884800"/>
                  <a:pt x="892247" y="889796"/>
                </a:cubicBezTo>
                <a:cubicBezTo>
                  <a:pt x="887628" y="885083"/>
                  <a:pt x="883197" y="880558"/>
                  <a:pt x="878672" y="875939"/>
                </a:cubicBezTo>
                <a:cubicBezTo>
                  <a:pt x="876787" y="877918"/>
                  <a:pt x="874996" y="879709"/>
                  <a:pt x="872828" y="881878"/>
                </a:cubicBezTo>
                <a:cubicBezTo>
                  <a:pt x="877447" y="886402"/>
                  <a:pt x="881972" y="890833"/>
                  <a:pt x="886874" y="895735"/>
                </a:cubicBezTo>
                <a:cubicBezTo>
                  <a:pt x="882160" y="900260"/>
                  <a:pt x="877730" y="904690"/>
                  <a:pt x="873111" y="909121"/>
                </a:cubicBezTo>
                <a:cubicBezTo>
                  <a:pt x="874902" y="911195"/>
                  <a:pt x="876599" y="913080"/>
                  <a:pt x="878201" y="914966"/>
                </a:cubicBezTo>
                <a:lnTo>
                  <a:pt x="878767" y="914966"/>
                </a:lnTo>
                <a:close/>
                <a:moveTo>
                  <a:pt x="6222" y="914871"/>
                </a:moveTo>
                <a:cubicBezTo>
                  <a:pt x="10841" y="910441"/>
                  <a:pt x="15366" y="906010"/>
                  <a:pt x="20362" y="901297"/>
                </a:cubicBezTo>
                <a:cubicBezTo>
                  <a:pt x="24604" y="905633"/>
                  <a:pt x="29035" y="910064"/>
                  <a:pt x="33654" y="914683"/>
                </a:cubicBezTo>
                <a:cubicBezTo>
                  <a:pt x="35539" y="912797"/>
                  <a:pt x="37236" y="911006"/>
                  <a:pt x="39404" y="908744"/>
                </a:cubicBezTo>
                <a:cubicBezTo>
                  <a:pt x="34785" y="904219"/>
                  <a:pt x="30260" y="899789"/>
                  <a:pt x="25358" y="895075"/>
                </a:cubicBezTo>
                <a:cubicBezTo>
                  <a:pt x="30072" y="890456"/>
                  <a:pt x="34596" y="886025"/>
                  <a:pt x="38838" y="881972"/>
                </a:cubicBezTo>
                <a:cubicBezTo>
                  <a:pt x="36953" y="879992"/>
                  <a:pt x="35162" y="878107"/>
                  <a:pt x="32805" y="875656"/>
                </a:cubicBezTo>
                <a:cubicBezTo>
                  <a:pt x="28375" y="880275"/>
                  <a:pt x="24038" y="884800"/>
                  <a:pt x="19231" y="889890"/>
                </a:cubicBezTo>
                <a:cubicBezTo>
                  <a:pt x="14706" y="885177"/>
                  <a:pt x="10369" y="880652"/>
                  <a:pt x="6033" y="876221"/>
                </a:cubicBezTo>
                <a:cubicBezTo>
                  <a:pt x="4148" y="878013"/>
                  <a:pt x="2262" y="879804"/>
                  <a:pt x="283" y="881689"/>
                </a:cubicBezTo>
                <a:cubicBezTo>
                  <a:pt x="4996" y="886308"/>
                  <a:pt x="9427" y="890739"/>
                  <a:pt x="14329" y="895546"/>
                </a:cubicBezTo>
                <a:cubicBezTo>
                  <a:pt x="9615" y="900166"/>
                  <a:pt x="5090" y="904690"/>
                  <a:pt x="471" y="909215"/>
                </a:cubicBezTo>
                <a:cubicBezTo>
                  <a:pt x="2357" y="911195"/>
                  <a:pt x="4054" y="913080"/>
                  <a:pt x="5750" y="914966"/>
                </a:cubicBezTo>
                <a:lnTo>
                  <a:pt x="6316" y="914966"/>
                </a:lnTo>
                <a:close/>
                <a:moveTo>
                  <a:pt x="324753" y="914871"/>
                </a:moveTo>
                <a:cubicBezTo>
                  <a:pt x="326545" y="912986"/>
                  <a:pt x="328241" y="911006"/>
                  <a:pt x="330315" y="908838"/>
                </a:cubicBezTo>
                <a:cubicBezTo>
                  <a:pt x="325696" y="904219"/>
                  <a:pt x="321171" y="899789"/>
                  <a:pt x="316458" y="895075"/>
                </a:cubicBezTo>
                <a:cubicBezTo>
                  <a:pt x="320983" y="890550"/>
                  <a:pt x="325508" y="886120"/>
                  <a:pt x="330127" y="881595"/>
                </a:cubicBezTo>
                <a:cubicBezTo>
                  <a:pt x="328241" y="879709"/>
                  <a:pt x="326450" y="877918"/>
                  <a:pt x="324188" y="875656"/>
                </a:cubicBezTo>
                <a:cubicBezTo>
                  <a:pt x="319569" y="880275"/>
                  <a:pt x="315138" y="884800"/>
                  <a:pt x="310142" y="889890"/>
                </a:cubicBezTo>
                <a:cubicBezTo>
                  <a:pt x="305523" y="885177"/>
                  <a:pt x="301092" y="880652"/>
                  <a:pt x="296850" y="876221"/>
                </a:cubicBezTo>
                <a:cubicBezTo>
                  <a:pt x="294965" y="878013"/>
                  <a:pt x="293079" y="879709"/>
                  <a:pt x="291005" y="881689"/>
                </a:cubicBezTo>
                <a:cubicBezTo>
                  <a:pt x="295719" y="886308"/>
                  <a:pt x="300149" y="890739"/>
                  <a:pt x="305051" y="895641"/>
                </a:cubicBezTo>
                <a:cubicBezTo>
                  <a:pt x="300432" y="900260"/>
                  <a:pt x="295907" y="904690"/>
                  <a:pt x="291948" y="908650"/>
                </a:cubicBezTo>
                <a:cubicBezTo>
                  <a:pt x="293645" y="910724"/>
                  <a:pt x="295153" y="912703"/>
                  <a:pt x="297133" y="915154"/>
                </a:cubicBezTo>
                <a:cubicBezTo>
                  <a:pt x="301846" y="910346"/>
                  <a:pt x="306183" y="905822"/>
                  <a:pt x="310142" y="901768"/>
                </a:cubicBezTo>
                <a:cubicBezTo>
                  <a:pt x="314950" y="906199"/>
                  <a:pt x="319569" y="910535"/>
                  <a:pt x="324188" y="914871"/>
                </a:cubicBezTo>
                <a:lnTo>
                  <a:pt x="324753" y="914871"/>
                </a:lnTo>
                <a:close/>
                <a:moveTo>
                  <a:pt x="595868" y="20079"/>
                </a:moveTo>
                <a:cubicBezTo>
                  <a:pt x="591249" y="24604"/>
                  <a:pt x="586724" y="29035"/>
                  <a:pt x="582388" y="33277"/>
                </a:cubicBezTo>
                <a:cubicBezTo>
                  <a:pt x="584368" y="35351"/>
                  <a:pt x="586064" y="37236"/>
                  <a:pt x="588421" y="39781"/>
                </a:cubicBezTo>
                <a:cubicBezTo>
                  <a:pt x="592852" y="35068"/>
                  <a:pt x="597188" y="30449"/>
                  <a:pt x="601901" y="25358"/>
                </a:cubicBezTo>
                <a:cubicBezTo>
                  <a:pt x="606521" y="30166"/>
                  <a:pt x="610857" y="34691"/>
                  <a:pt x="615288" y="39404"/>
                </a:cubicBezTo>
                <a:cubicBezTo>
                  <a:pt x="617267" y="37424"/>
                  <a:pt x="619058" y="35633"/>
                  <a:pt x="621321" y="33371"/>
                </a:cubicBezTo>
                <a:cubicBezTo>
                  <a:pt x="616607" y="28752"/>
                  <a:pt x="612082" y="24321"/>
                  <a:pt x="607086" y="19419"/>
                </a:cubicBezTo>
                <a:cubicBezTo>
                  <a:pt x="611705" y="14894"/>
                  <a:pt x="616230" y="10558"/>
                  <a:pt x="620661" y="6222"/>
                </a:cubicBezTo>
                <a:cubicBezTo>
                  <a:pt x="618870" y="4242"/>
                  <a:pt x="617173" y="2451"/>
                  <a:pt x="615193" y="377"/>
                </a:cubicBezTo>
                <a:cubicBezTo>
                  <a:pt x="610574" y="5090"/>
                  <a:pt x="606144" y="9521"/>
                  <a:pt x="601242" y="14612"/>
                </a:cubicBezTo>
                <a:cubicBezTo>
                  <a:pt x="596622" y="9804"/>
                  <a:pt x="592192" y="5279"/>
                  <a:pt x="587667" y="660"/>
                </a:cubicBezTo>
                <a:cubicBezTo>
                  <a:pt x="585782" y="2545"/>
                  <a:pt x="584085" y="4242"/>
                  <a:pt x="581822" y="6410"/>
                </a:cubicBezTo>
                <a:cubicBezTo>
                  <a:pt x="586536" y="11029"/>
                  <a:pt x="591061" y="15460"/>
                  <a:pt x="595774" y="20079"/>
                </a:cubicBezTo>
                <a:close/>
                <a:moveTo>
                  <a:pt x="39687" y="325036"/>
                </a:moveTo>
                <a:cubicBezTo>
                  <a:pt x="34879" y="320417"/>
                  <a:pt x="30354" y="315986"/>
                  <a:pt x="25358" y="311273"/>
                </a:cubicBezTo>
                <a:cubicBezTo>
                  <a:pt x="29977" y="306748"/>
                  <a:pt x="34408" y="302318"/>
                  <a:pt x="38838" y="297887"/>
                </a:cubicBezTo>
                <a:cubicBezTo>
                  <a:pt x="37047" y="296002"/>
                  <a:pt x="35351" y="294211"/>
                  <a:pt x="33088" y="291948"/>
                </a:cubicBezTo>
                <a:cubicBezTo>
                  <a:pt x="28469" y="296567"/>
                  <a:pt x="24038" y="301092"/>
                  <a:pt x="19136" y="306088"/>
                </a:cubicBezTo>
                <a:cubicBezTo>
                  <a:pt x="14612" y="301469"/>
                  <a:pt x="10181" y="296944"/>
                  <a:pt x="5939" y="292514"/>
                </a:cubicBezTo>
                <a:cubicBezTo>
                  <a:pt x="4054" y="294305"/>
                  <a:pt x="2262" y="296096"/>
                  <a:pt x="0" y="298264"/>
                </a:cubicBezTo>
                <a:cubicBezTo>
                  <a:pt x="4713" y="302789"/>
                  <a:pt x="9238" y="307125"/>
                  <a:pt x="14234" y="311933"/>
                </a:cubicBezTo>
                <a:cubicBezTo>
                  <a:pt x="9521" y="316552"/>
                  <a:pt x="4996" y="320983"/>
                  <a:pt x="566" y="325319"/>
                </a:cubicBezTo>
                <a:cubicBezTo>
                  <a:pt x="2357" y="327204"/>
                  <a:pt x="4054" y="329090"/>
                  <a:pt x="6033" y="331164"/>
                </a:cubicBezTo>
                <a:cubicBezTo>
                  <a:pt x="10652" y="326545"/>
                  <a:pt x="15083" y="322020"/>
                  <a:pt x="19702" y="317401"/>
                </a:cubicBezTo>
                <a:cubicBezTo>
                  <a:pt x="24321" y="322114"/>
                  <a:pt x="28752" y="326639"/>
                  <a:pt x="33182" y="331164"/>
                </a:cubicBezTo>
                <a:cubicBezTo>
                  <a:pt x="35539" y="328995"/>
                  <a:pt x="37330" y="327204"/>
                  <a:pt x="39687" y="325036"/>
                </a:cubicBezTo>
                <a:close/>
                <a:moveTo>
                  <a:pt x="329844" y="298170"/>
                </a:moveTo>
                <a:cubicBezTo>
                  <a:pt x="328053" y="296190"/>
                  <a:pt x="326356" y="294305"/>
                  <a:pt x="324094" y="291854"/>
                </a:cubicBezTo>
                <a:cubicBezTo>
                  <a:pt x="319569" y="296662"/>
                  <a:pt x="315232" y="301281"/>
                  <a:pt x="310425" y="306371"/>
                </a:cubicBezTo>
                <a:cubicBezTo>
                  <a:pt x="305711" y="301469"/>
                  <a:pt x="301281" y="297039"/>
                  <a:pt x="296944" y="292514"/>
                </a:cubicBezTo>
                <a:cubicBezTo>
                  <a:pt x="295059" y="294399"/>
                  <a:pt x="293268" y="296190"/>
                  <a:pt x="291005" y="298453"/>
                </a:cubicBezTo>
                <a:cubicBezTo>
                  <a:pt x="295625" y="302978"/>
                  <a:pt x="300149" y="307408"/>
                  <a:pt x="305051" y="312404"/>
                </a:cubicBezTo>
                <a:cubicBezTo>
                  <a:pt x="300432" y="316835"/>
                  <a:pt x="295907" y="321265"/>
                  <a:pt x="291665" y="325508"/>
                </a:cubicBezTo>
                <a:cubicBezTo>
                  <a:pt x="293456" y="327393"/>
                  <a:pt x="295153" y="329278"/>
                  <a:pt x="297133" y="331446"/>
                </a:cubicBezTo>
                <a:cubicBezTo>
                  <a:pt x="301658" y="326733"/>
                  <a:pt x="306088" y="322208"/>
                  <a:pt x="310707" y="317495"/>
                </a:cubicBezTo>
                <a:cubicBezTo>
                  <a:pt x="315327" y="322302"/>
                  <a:pt x="319757" y="326827"/>
                  <a:pt x="323999" y="331069"/>
                </a:cubicBezTo>
                <a:cubicBezTo>
                  <a:pt x="326262" y="329090"/>
                  <a:pt x="328147" y="327299"/>
                  <a:pt x="330315" y="325413"/>
                </a:cubicBezTo>
                <a:cubicBezTo>
                  <a:pt x="325602" y="320888"/>
                  <a:pt x="321171" y="316552"/>
                  <a:pt x="316175" y="311650"/>
                </a:cubicBezTo>
                <a:cubicBezTo>
                  <a:pt x="320983" y="306937"/>
                  <a:pt x="325508" y="302506"/>
                  <a:pt x="329844" y="298264"/>
                </a:cubicBezTo>
                <a:close/>
                <a:moveTo>
                  <a:pt x="19419" y="598131"/>
                </a:moveTo>
                <a:cubicBezTo>
                  <a:pt x="14706" y="593229"/>
                  <a:pt x="10369" y="588704"/>
                  <a:pt x="6127" y="584273"/>
                </a:cubicBezTo>
                <a:cubicBezTo>
                  <a:pt x="4242" y="586159"/>
                  <a:pt x="2451" y="587856"/>
                  <a:pt x="283" y="589929"/>
                </a:cubicBezTo>
                <a:cubicBezTo>
                  <a:pt x="4808" y="594360"/>
                  <a:pt x="9427" y="598696"/>
                  <a:pt x="14329" y="603504"/>
                </a:cubicBezTo>
                <a:cubicBezTo>
                  <a:pt x="9521" y="608217"/>
                  <a:pt x="4996" y="612742"/>
                  <a:pt x="754" y="616796"/>
                </a:cubicBezTo>
                <a:cubicBezTo>
                  <a:pt x="2545" y="618870"/>
                  <a:pt x="4242" y="620755"/>
                  <a:pt x="6316" y="623112"/>
                </a:cubicBezTo>
                <a:cubicBezTo>
                  <a:pt x="10935" y="618398"/>
                  <a:pt x="15366" y="613874"/>
                  <a:pt x="20173" y="609066"/>
                </a:cubicBezTo>
                <a:cubicBezTo>
                  <a:pt x="24698" y="613685"/>
                  <a:pt x="29035" y="618116"/>
                  <a:pt x="33371" y="622546"/>
                </a:cubicBezTo>
                <a:cubicBezTo>
                  <a:pt x="35445" y="620661"/>
                  <a:pt x="37236" y="618964"/>
                  <a:pt x="39593" y="616796"/>
                </a:cubicBezTo>
                <a:cubicBezTo>
                  <a:pt x="34973" y="612271"/>
                  <a:pt x="30354" y="607840"/>
                  <a:pt x="25452" y="603127"/>
                </a:cubicBezTo>
                <a:cubicBezTo>
                  <a:pt x="30166" y="598414"/>
                  <a:pt x="34691" y="593983"/>
                  <a:pt x="39216" y="589552"/>
                </a:cubicBezTo>
                <a:cubicBezTo>
                  <a:pt x="37330" y="587667"/>
                  <a:pt x="35539" y="585876"/>
                  <a:pt x="33182" y="583425"/>
                </a:cubicBezTo>
                <a:cubicBezTo>
                  <a:pt x="28752" y="588233"/>
                  <a:pt x="24321" y="592852"/>
                  <a:pt x="19513" y="598036"/>
                </a:cubicBezTo>
                <a:close/>
                <a:moveTo>
                  <a:pt x="297133" y="584179"/>
                </a:moveTo>
                <a:cubicBezTo>
                  <a:pt x="295153" y="586159"/>
                  <a:pt x="293362" y="587950"/>
                  <a:pt x="291383" y="589929"/>
                </a:cubicBezTo>
                <a:cubicBezTo>
                  <a:pt x="295813" y="594360"/>
                  <a:pt x="300338" y="598791"/>
                  <a:pt x="305240" y="603598"/>
                </a:cubicBezTo>
                <a:cubicBezTo>
                  <a:pt x="300527" y="608217"/>
                  <a:pt x="296002" y="612648"/>
                  <a:pt x="291665" y="616796"/>
                </a:cubicBezTo>
                <a:cubicBezTo>
                  <a:pt x="293551" y="618870"/>
                  <a:pt x="295248" y="620755"/>
                  <a:pt x="297227" y="622923"/>
                </a:cubicBezTo>
                <a:cubicBezTo>
                  <a:pt x="301846" y="618304"/>
                  <a:pt x="306183" y="613779"/>
                  <a:pt x="310896" y="609066"/>
                </a:cubicBezTo>
                <a:cubicBezTo>
                  <a:pt x="315515" y="613685"/>
                  <a:pt x="319946" y="618210"/>
                  <a:pt x="324565" y="622829"/>
                </a:cubicBezTo>
                <a:cubicBezTo>
                  <a:pt x="326545" y="620755"/>
                  <a:pt x="328241" y="618964"/>
                  <a:pt x="330504" y="616702"/>
                </a:cubicBezTo>
                <a:cubicBezTo>
                  <a:pt x="325885" y="612271"/>
                  <a:pt x="321360" y="607840"/>
                  <a:pt x="316364" y="603033"/>
                </a:cubicBezTo>
                <a:cubicBezTo>
                  <a:pt x="321077" y="598414"/>
                  <a:pt x="325602" y="594077"/>
                  <a:pt x="330221" y="589552"/>
                </a:cubicBezTo>
                <a:cubicBezTo>
                  <a:pt x="328336" y="587573"/>
                  <a:pt x="326545" y="585782"/>
                  <a:pt x="324659" y="583896"/>
                </a:cubicBezTo>
                <a:cubicBezTo>
                  <a:pt x="320040" y="588515"/>
                  <a:pt x="315609" y="592946"/>
                  <a:pt x="310519" y="598131"/>
                </a:cubicBezTo>
                <a:cubicBezTo>
                  <a:pt x="305806" y="593135"/>
                  <a:pt x="301469" y="588610"/>
                  <a:pt x="297227" y="584179"/>
                </a:cubicBezTo>
                <a:close/>
                <a:moveTo>
                  <a:pt x="19985" y="25547"/>
                </a:moveTo>
                <a:cubicBezTo>
                  <a:pt x="24604" y="30260"/>
                  <a:pt x="28940" y="34785"/>
                  <a:pt x="33465" y="39404"/>
                </a:cubicBezTo>
                <a:cubicBezTo>
                  <a:pt x="35445" y="37424"/>
                  <a:pt x="37142" y="35633"/>
                  <a:pt x="39310" y="33465"/>
                </a:cubicBezTo>
                <a:cubicBezTo>
                  <a:pt x="34691" y="28940"/>
                  <a:pt x="30166" y="24510"/>
                  <a:pt x="25264" y="19608"/>
                </a:cubicBezTo>
                <a:cubicBezTo>
                  <a:pt x="29977" y="15083"/>
                  <a:pt x="34502" y="10652"/>
                  <a:pt x="39027" y="6316"/>
                </a:cubicBezTo>
                <a:cubicBezTo>
                  <a:pt x="37142" y="4336"/>
                  <a:pt x="35351" y="2545"/>
                  <a:pt x="33182" y="283"/>
                </a:cubicBezTo>
                <a:cubicBezTo>
                  <a:pt x="28563" y="4996"/>
                  <a:pt x="24133" y="9521"/>
                  <a:pt x="19231" y="14517"/>
                </a:cubicBezTo>
                <a:cubicBezTo>
                  <a:pt x="14612" y="9804"/>
                  <a:pt x="10181" y="5373"/>
                  <a:pt x="5939" y="943"/>
                </a:cubicBezTo>
                <a:cubicBezTo>
                  <a:pt x="4054" y="2734"/>
                  <a:pt x="2262" y="4431"/>
                  <a:pt x="189" y="6410"/>
                </a:cubicBezTo>
                <a:cubicBezTo>
                  <a:pt x="4808" y="10935"/>
                  <a:pt x="9333" y="15366"/>
                  <a:pt x="14234" y="20173"/>
                </a:cubicBezTo>
                <a:cubicBezTo>
                  <a:pt x="9521" y="24792"/>
                  <a:pt x="4902" y="29317"/>
                  <a:pt x="566" y="33559"/>
                </a:cubicBezTo>
                <a:cubicBezTo>
                  <a:pt x="2357" y="35445"/>
                  <a:pt x="4054" y="37236"/>
                  <a:pt x="6410" y="39687"/>
                </a:cubicBezTo>
                <a:cubicBezTo>
                  <a:pt x="10935" y="34973"/>
                  <a:pt x="15271" y="30449"/>
                  <a:pt x="20079" y="25452"/>
                </a:cubicBezTo>
                <a:close/>
                <a:moveTo>
                  <a:pt x="615476" y="330787"/>
                </a:moveTo>
                <a:cubicBezTo>
                  <a:pt x="617361" y="328995"/>
                  <a:pt x="619153" y="327299"/>
                  <a:pt x="621132" y="325319"/>
                </a:cubicBezTo>
                <a:cubicBezTo>
                  <a:pt x="616513" y="320700"/>
                  <a:pt x="611988" y="316269"/>
                  <a:pt x="606992" y="311367"/>
                </a:cubicBezTo>
                <a:cubicBezTo>
                  <a:pt x="611800" y="306842"/>
                  <a:pt x="616419" y="302412"/>
                  <a:pt x="620567" y="298453"/>
                </a:cubicBezTo>
                <a:cubicBezTo>
                  <a:pt x="618681" y="296190"/>
                  <a:pt x="617079" y="294211"/>
                  <a:pt x="615099" y="291854"/>
                </a:cubicBezTo>
                <a:cubicBezTo>
                  <a:pt x="610386" y="296662"/>
                  <a:pt x="605955" y="301092"/>
                  <a:pt x="601336" y="305900"/>
                </a:cubicBezTo>
                <a:cubicBezTo>
                  <a:pt x="596811" y="301281"/>
                  <a:pt x="592380" y="296850"/>
                  <a:pt x="588233" y="292702"/>
                </a:cubicBezTo>
                <a:cubicBezTo>
                  <a:pt x="586064" y="294493"/>
                  <a:pt x="584085" y="296190"/>
                  <a:pt x="581728" y="298170"/>
                </a:cubicBezTo>
                <a:cubicBezTo>
                  <a:pt x="586536" y="302883"/>
                  <a:pt x="591061" y="307314"/>
                  <a:pt x="595774" y="311839"/>
                </a:cubicBezTo>
                <a:cubicBezTo>
                  <a:pt x="591155" y="316364"/>
                  <a:pt x="586724" y="320888"/>
                  <a:pt x="582105" y="325319"/>
                </a:cubicBezTo>
                <a:cubicBezTo>
                  <a:pt x="583991" y="327204"/>
                  <a:pt x="585782" y="328995"/>
                  <a:pt x="587761" y="330881"/>
                </a:cubicBezTo>
                <a:cubicBezTo>
                  <a:pt x="592286" y="326262"/>
                  <a:pt x="596622" y="321831"/>
                  <a:pt x="601619" y="316646"/>
                </a:cubicBezTo>
                <a:cubicBezTo>
                  <a:pt x="606615" y="321643"/>
                  <a:pt x="610951" y="326167"/>
                  <a:pt x="615382" y="330598"/>
                </a:cubicBezTo>
                <a:close/>
                <a:moveTo>
                  <a:pt x="887062" y="20173"/>
                </a:moveTo>
                <a:cubicBezTo>
                  <a:pt x="882255" y="24792"/>
                  <a:pt x="877730" y="29317"/>
                  <a:pt x="873393" y="33465"/>
                </a:cubicBezTo>
                <a:cubicBezTo>
                  <a:pt x="875279" y="35539"/>
                  <a:pt x="876881" y="37424"/>
                  <a:pt x="878861" y="39593"/>
                </a:cubicBezTo>
                <a:cubicBezTo>
                  <a:pt x="883480" y="34879"/>
                  <a:pt x="887911" y="30354"/>
                  <a:pt x="892624" y="25641"/>
                </a:cubicBezTo>
                <a:cubicBezTo>
                  <a:pt x="897243" y="30354"/>
                  <a:pt x="901674" y="34879"/>
                  <a:pt x="906199" y="39498"/>
                </a:cubicBezTo>
                <a:cubicBezTo>
                  <a:pt x="908178" y="37424"/>
                  <a:pt x="909969" y="35633"/>
                  <a:pt x="912043" y="33371"/>
                </a:cubicBezTo>
                <a:cubicBezTo>
                  <a:pt x="907518" y="28940"/>
                  <a:pt x="902899" y="24510"/>
                  <a:pt x="897997" y="19796"/>
                </a:cubicBezTo>
                <a:cubicBezTo>
                  <a:pt x="902711" y="15083"/>
                  <a:pt x="907236" y="10747"/>
                  <a:pt x="911855" y="6222"/>
                </a:cubicBezTo>
                <a:cubicBezTo>
                  <a:pt x="909969" y="4336"/>
                  <a:pt x="908178" y="2545"/>
                  <a:pt x="905916" y="189"/>
                </a:cubicBezTo>
                <a:cubicBezTo>
                  <a:pt x="901485" y="4902"/>
                  <a:pt x="897149" y="9615"/>
                  <a:pt x="892247" y="14800"/>
                </a:cubicBezTo>
                <a:cubicBezTo>
                  <a:pt x="887534" y="9804"/>
                  <a:pt x="883197" y="5279"/>
                  <a:pt x="878955" y="660"/>
                </a:cubicBezTo>
                <a:cubicBezTo>
                  <a:pt x="876976" y="2545"/>
                  <a:pt x="875279" y="4242"/>
                  <a:pt x="873016" y="6410"/>
                </a:cubicBezTo>
                <a:cubicBezTo>
                  <a:pt x="877635" y="10935"/>
                  <a:pt x="882160" y="15366"/>
                  <a:pt x="887157" y="20173"/>
                </a:cubicBezTo>
                <a:close/>
                <a:moveTo>
                  <a:pt x="588044" y="584273"/>
                </a:moveTo>
                <a:cubicBezTo>
                  <a:pt x="585970" y="586159"/>
                  <a:pt x="584085" y="587856"/>
                  <a:pt x="581728" y="590118"/>
                </a:cubicBezTo>
                <a:cubicBezTo>
                  <a:pt x="586536" y="594643"/>
                  <a:pt x="591061" y="599073"/>
                  <a:pt x="595868" y="603598"/>
                </a:cubicBezTo>
                <a:cubicBezTo>
                  <a:pt x="591155" y="608217"/>
                  <a:pt x="586630" y="612648"/>
                  <a:pt x="582105" y="617079"/>
                </a:cubicBezTo>
                <a:cubicBezTo>
                  <a:pt x="583991" y="618964"/>
                  <a:pt x="585782" y="620755"/>
                  <a:pt x="587761" y="622829"/>
                </a:cubicBezTo>
                <a:cubicBezTo>
                  <a:pt x="592192" y="618210"/>
                  <a:pt x="596528" y="613685"/>
                  <a:pt x="601336" y="608689"/>
                </a:cubicBezTo>
                <a:cubicBezTo>
                  <a:pt x="606238" y="613685"/>
                  <a:pt x="610763" y="618210"/>
                  <a:pt x="615099" y="622640"/>
                </a:cubicBezTo>
                <a:cubicBezTo>
                  <a:pt x="617173" y="620661"/>
                  <a:pt x="618964" y="618964"/>
                  <a:pt x="621038" y="616984"/>
                </a:cubicBezTo>
                <a:cubicBezTo>
                  <a:pt x="616324" y="612365"/>
                  <a:pt x="611894" y="607935"/>
                  <a:pt x="606898" y="603127"/>
                </a:cubicBezTo>
                <a:cubicBezTo>
                  <a:pt x="611611" y="598508"/>
                  <a:pt x="616230" y="594077"/>
                  <a:pt x="620378" y="590118"/>
                </a:cubicBezTo>
                <a:cubicBezTo>
                  <a:pt x="618587" y="587950"/>
                  <a:pt x="616984" y="585970"/>
                  <a:pt x="615005" y="583613"/>
                </a:cubicBezTo>
                <a:cubicBezTo>
                  <a:pt x="610291" y="588327"/>
                  <a:pt x="605955" y="592852"/>
                  <a:pt x="601242" y="597565"/>
                </a:cubicBezTo>
                <a:cubicBezTo>
                  <a:pt x="596717" y="592946"/>
                  <a:pt x="592286" y="588515"/>
                  <a:pt x="587950" y="584179"/>
                </a:cubicBezTo>
                <a:close/>
                <a:moveTo>
                  <a:pt x="305146" y="20362"/>
                </a:moveTo>
                <a:cubicBezTo>
                  <a:pt x="300432" y="24887"/>
                  <a:pt x="295907" y="29317"/>
                  <a:pt x="291665" y="33465"/>
                </a:cubicBezTo>
                <a:cubicBezTo>
                  <a:pt x="293456" y="35539"/>
                  <a:pt x="295153" y="37424"/>
                  <a:pt x="297133" y="39687"/>
                </a:cubicBezTo>
                <a:cubicBezTo>
                  <a:pt x="301752" y="34973"/>
                  <a:pt x="306183" y="30449"/>
                  <a:pt x="310896" y="25641"/>
                </a:cubicBezTo>
                <a:cubicBezTo>
                  <a:pt x="315515" y="30260"/>
                  <a:pt x="319946" y="34785"/>
                  <a:pt x="324471" y="39404"/>
                </a:cubicBezTo>
                <a:cubicBezTo>
                  <a:pt x="326356" y="37424"/>
                  <a:pt x="328147" y="35633"/>
                  <a:pt x="330409" y="33371"/>
                </a:cubicBezTo>
                <a:cubicBezTo>
                  <a:pt x="325790" y="28846"/>
                  <a:pt x="321171" y="24415"/>
                  <a:pt x="316269" y="19608"/>
                </a:cubicBezTo>
                <a:cubicBezTo>
                  <a:pt x="320983" y="14989"/>
                  <a:pt x="325413" y="10558"/>
                  <a:pt x="329750" y="6316"/>
                </a:cubicBezTo>
                <a:cubicBezTo>
                  <a:pt x="327959" y="4336"/>
                  <a:pt x="326356" y="2451"/>
                  <a:pt x="324188" y="0"/>
                </a:cubicBezTo>
                <a:cubicBezTo>
                  <a:pt x="319474" y="4808"/>
                  <a:pt x="315044" y="9333"/>
                  <a:pt x="309953" y="14423"/>
                </a:cubicBezTo>
                <a:cubicBezTo>
                  <a:pt x="305523" y="9710"/>
                  <a:pt x="301186" y="5090"/>
                  <a:pt x="296944" y="566"/>
                </a:cubicBezTo>
                <a:cubicBezTo>
                  <a:pt x="294965" y="2451"/>
                  <a:pt x="293268" y="4148"/>
                  <a:pt x="291005" y="6222"/>
                </a:cubicBezTo>
                <a:cubicBezTo>
                  <a:pt x="295625" y="10841"/>
                  <a:pt x="300149" y="15271"/>
                  <a:pt x="305051" y="20173"/>
                </a:cubicBezTo>
                <a:close/>
                <a:moveTo>
                  <a:pt x="911478" y="298076"/>
                </a:moveTo>
                <a:cubicBezTo>
                  <a:pt x="909781" y="296096"/>
                  <a:pt x="908084" y="294211"/>
                  <a:pt x="906104" y="291948"/>
                </a:cubicBezTo>
                <a:cubicBezTo>
                  <a:pt x="901485" y="296662"/>
                  <a:pt x="897055" y="301186"/>
                  <a:pt x="892341" y="305900"/>
                </a:cubicBezTo>
                <a:cubicBezTo>
                  <a:pt x="887816" y="301281"/>
                  <a:pt x="883386" y="296850"/>
                  <a:pt x="879144" y="292608"/>
                </a:cubicBezTo>
                <a:cubicBezTo>
                  <a:pt x="877070" y="294493"/>
                  <a:pt x="875184" y="296284"/>
                  <a:pt x="872828" y="298453"/>
                </a:cubicBezTo>
                <a:cubicBezTo>
                  <a:pt x="877541" y="303072"/>
                  <a:pt x="881972" y="307408"/>
                  <a:pt x="886779" y="312121"/>
                </a:cubicBezTo>
                <a:cubicBezTo>
                  <a:pt x="882349" y="316552"/>
                  <a:pt x="877824" y="320983"/>
                  <a:pt x="873393" y="325413"/>
                </a:cubicBezTo>
                <a:cubicBezTo>
                  <a:pt x="875184" y="327299"/>
                  <a:pt x="876881" y="329090"/>
                  <a:pt x="879144" y="331446"/>
                </a:cubicBezTo>
                <a:cubicBezTo>
                  <a:pt x="883763" y="326733"/>
                  <a:pt x="888194" y="322208"/>
                  <a:pt x="893190" y="317023"/>
                </a:cubicBezTo>
                <a:cubicBezTo>
                  <a:pt x="897809" y="321737"/>
                  <a:pt x="902239" y="326167"/>
                  <a:pt x="906199" y="330315"/>
                </a:cubicBezTo>
                <a:cubicBezTo>
                  <a:pt x="908084" y="328713"/>
                  <a:pt x="910064" y="327110"/>
                  <a:pt x="912043" y="325413"/>
                </a:cubicBezTo>
                <a:cubicBezTo>
                  <a:pt x="907424" y="320888"/>
                  <a:pt x="902994" y="316458"/>
                  <a:pt x="897903" y="311462"/>
                </a:cubicBezTo>
                <a:cubicBezTo>
                  <a:pt x="902805" y="306654"/>
                  <a:pt x="907330" y="302223"/>
                  <a:pt x="911478" y="298076"/>
                </a:cubicBezTo>
                <a:close/>
                <a:moveTo>
                  <a:pt x="872828" y="590024"/>
                </a:moveTo>
                <a:cubicBezTo>
                  <a:pt x="877541" y="594454"/>
                  <a:pt x="882160" y="598885"/>
                  <a:pt x="887157" y="603598"/>
                </a:cubicBezTo>
                <a:cubicBezTo>
                  <a:pt x="882349" y="608312"/>
                  <a:pt x="877824" y="612742"/>
                  <a:pt x="873393" y="617079"/>
                </a:cubicBezTo>
                <a:cubicBezTo>
                  <a:pt x="875184" y="618964"/>
                  <a:pt x="876881" y="620849"/>
                  <a:pt x="878955" y="623018"/>
                </a:cubicBezTo>
                <a:cubicBezTo>
                  <a:pt x="883480" y="618304"/>
                  <a:pt x="887816" y="613779"/>
                  <a:pt x="892530" y="608972"/>
                </a:cubicBezTo>
                <a:cubicBezTo>
                  <a:pt x="897243" y="613874"/>
                  <a:pt x="901580" y="618398"/>
                  <a:pt x="905916" y="622923"/>
                </a:cubicBezTo>
                <a:cubicBezTo>
                  <a:pt x="908178" y="620755"/>
                  <a:pt x="910064" y="618964"/>
                  <a:pt x="912326" y="616796"/>
                </a:cubicBezTo>
                <a:cubicBezTo>
                  <a:pt x="907613" y="612271"/>
                  <a:pt x="903088" y="607840"/>
                  <a:pt x="897903" y="602844"/>
                </a:cubicBezTo>
                <a:cubicBezTo>
                  <a:pt x="902617" y="598319"/>
                  <a:pt x="907236" y="593983"/>
                  <a:pt x="911478" y="590024"/>
                </a:cubicBezTo>
                <a:cubicBezTo>
                  <a:pt x="909687" y="587950"/>
                  <a:pt x="907990" y="586064"/>
                  <a:pt x="905916" y="583708"/>
                </a:cubicBezTo>
                <a:cubicBezTo>
                  <a:pt x="901391" y="588421"/>
                  <a:pt x="896960" y="592946"/>
                  <a:pt x="892341" y="597754"/>
                </a:cubicBezTo>
                <a:cubicBezTo>
                  <a:pt x="887722" y="593135"/>
                  <a:pt x="883386" y="588610"/>
                  <a:pt x="878861" y="584085"/>
                </a:cubicBezTo>
                <a:cubicBezTo>
                  <a:pt x="876881" y="586064"/>
                  <a:pt x="875184" y="587856"/>
                  <a:pt x="872828" y="590118"/>
                </a:cubicBezTo>
                <a:close/>
              </a:path>
            </a:pathLst>
          </a:custGeom>
          <a:solidFill>
            <a:schemeClr val="bg1"/>
          </a:solidFill>
          <a:ln w="9427" cap="flat">
            <a:noFill/>
            <a:prstDash val="solid"/>
            <a:miter/>
          </a:ln>
        </p:spPr>
        <p:txBody>
          <a:bodyPr rtlCol="0" anchor="ctr"/>
          <a:lstStyle/>
          <a:p>
            <a:endParaRPr lang="en-US" b="0" i="0" dirty="0">
              <a:latin typeface="Oswald" pitchFamily="2" charset="77"/>
            </a:endParaRPr>
          </a:p>
        </p:txBody>
      </p:sp>
      <p:sp>
        <p:nvSpPr>
          <p:cNvPr id="2" name="Title 1">
            <a:extLst>
              <a:ext uri="{FF2B5EF4-FFF2-40B4-BE49-F238E27FC236}">
                <a16:creationId xmlns:a16="http://schemas.microsoft.com/office/drawing/2014/main" id="{8D1AF7F9-2BED-F8CE-2370-040EA075BECE}"/>
              </a:ext>
            </a:extLst>
          </p:cNvPr>
          <p:cNvSpPr>
            <a:spLocks noGrp="1"/>
          </p:cNvSpPr>
          <p:nvPr>
            <p:ph type="title" hasCustomPrompt="1"/>
          </p:nvPr>
        </p:nvSpPr>
        <p:spPr>
          <a:xfrm>
            <a:off x="4049053" y="2065194"/>
            <a:ext cx="6002867" cy="1363806"/>
          </a:xfrm>
        </p:spPr>
        <p:txBody>
          <a:bodyPr anchor="b">
            <a:normAutofit/>
          </a:bodyPr>
          <a:lstStyle>
            <a:lvl1pPr>
              <a:defRPr sz="4800">
                <a:latin typeface="Oswald" pitchFamily="2" charset="77"/>
              </a:defRPr>
            </a:lvl1pPr>
          </a:lstStyle>
          <a:p>
            <a:r>
              <a:rPr lang="en-US" dirty="0"/>
              <a:t>Click to edit </a:t>
            </a:r>
            <a:br>
              <a:rPr lang="en-US" dirty="0"/>
            </a:br>
            <a:r>
              <a:rPr lang="en-US" dirty="0"/>
              <a:t>Master title style</a:t>
            </a:r>
          </a:p>
        </p:txBody>
      </p:sp>
      <p:sp>
        <p:nvSpPr>
          <p:cNvPr id="3" name="Text Placeholder 2">
            <a:extLst>
              <a:ext uri="{FF2B5EF4-FFF2-40B4-BE49-F238E27FC236}">
                <a16:creationId xmlns:a16="http://schemas.microsoft.com/office/drawing/2014/main" id="{0B515FD6-82C1-F27F-AB17-2E2DD041039E}"/>
              </a:ext>
            </a:extLst>
          </p:cNvPr>
          <p:cNvSpPr>
            <a:spLocks noGrp="1"/>
          </p:cNvSpPr>
          <p:nvPr>
            <p:ph type="body" idx="1"/>
          </p:nvPr>
        </p:nvSpPr>
        <p:spPr>
          <a:xfrm>
            <a:off x="4049053" y="3558620"/>
            <a:ext cx="6002867" cy="1500187"/>
          </a:xfrm>
          <a:prstGeom prst="rect">
            <a:avLst/>
          </a:prstGeom>
        </p:spPr>
        <p:txBody>
          <a:bodyPr>
            <a:normAutofit/>
          </a:bodyPr>
          <a:lstStyle>
            <a:lvl1pPr marL="0" indent="0">
              <a:buNone/>
              <a:defRPr sz="1600">
                <a:solidFill>
                  <a:schemeClr val="bg1"/>
                </a:solidFill>
                <a:latin typeface="Oswa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9034668E-504D-8D1B-8AC9-3E387BF0B1BA}"/>
              </a:ext>
            </a:extLst>
          </p:cNvPr>
          <p:cNvSpPr>
            <a:spLocks noGrp="1"/>
          </p:cNvSpPr>
          <p:nvPr>
            <p:ph type="dt" sz="half" idx="10"/>
          </p:nvPr>
        </p:nvSpPr>
        <p:spPr/>
        <p:txBody>
          <a:bodyPr/>
          <a:lstStyle>
            <a:lvl1pPr>
              <a:defRPr>
                <a:latin typeface="Oswald" pitchFamily="2" charset="77"/>
              </a:defRPr>
            </a:lvl1pPr>
          </a:lstStyle>
          <a:p>
            <a:r>
              <a:rPr lang="en-US"/>
              <a:t>20XX</a:t>
            </a:r>
            <a:endParaRPr lang="en-US" dirty="0"/>
          </a:p>
        </p:txBody>
      </p:sp>
      <p:sp>
        <p:nvSpPr>
          <p:cNvPr id="5" name="Footer Placeholder 4">
            <a:extLst>
              <a:ext uri="{FF2B5EF4-FFF2-40B4-BE49-F238E27FC236}">
                <a16:creationId xmlns:a16="http://schemas.microsoft.com/office/drawing/2014/main" id="{BB5369F0-13E7-3987-C328-EA939F9601E5}"/>
              </a:ext>
            </a:extLst>
          </p:cNvPr>
          <p:cNvSpPr>
            <a:spLocks noGrp="1"/>
          </p:cNvSpPr>
          <p:nvPr>
            <p:ph type="ftr" sz="quarter" idx="11"/>
          </p:nvPr>
        </p:nvSpPr>
        <p:spPr/>
        <p:txBody>
          <a:bodyPr/>
          <a:lstStyle>
            <a:lvl1pPr>
              <a:defRPr>
                <a:latin typeface="Oswald" pitchFamily="2" charset="77"/>
              </a:defRPr>
            </a:lvl1pPr>
          </a:lstStyle>
          <a:p>
            <a:endParaRPr lang="en-US"/>
          </a:p>
        </p:txBody>
      </p:sp>
      <p:sp>
        <p:nvSpPr>
          <p:cNvPr id="6" name="Slide Number Placeholder 5">
            <a:extLst>
              <a:ext uri="{FF2B5EF4-FFF2-40B4-BE49-F238E27FC236}">
                <a16:creationId xmlns:a16="http://schemas.microsoft.com/office/drawing/2014/main" id="{76047604-23FB-3B77-51A9-FC577F45E9D1}"/>
              </a:ext>
            </a:extLst>
          </p:cNvPr>
          <p:cNvSpPr>
            <a:spLocks noGrp="1"/>
          </p:cNvSpPr>
          <p:nvPr>
            <p:ph type="sldNum" sz="quarter" idx="12"/>
          </p:nvPr>
        </p:nvSpPr>
        <p:spPr/>
        <p:txBody>
          <a:bodyPr/>
          <a:lstStyle>
            <a:lvl1pPr>
              <a:defRPr>
                <a:latin typeface="Oswald" pitchFamily="2" charset="77"/>
              </a:defRPr>
            </a:lvl1pPr>
          </a:lstStyle>
          <a:p>
            <a:fld id="{92A6C7AB-A877-C342-9CE7-90563939BDE3}" type="slidenum">
              <a:rPr lang="en-US" smtClean="0"/>
              <a:pPr/>
              <a:t>‹#›</a:t>
            </a:fld>
            <a:endParaRPr lang="en-US"/>
          </a:p>
        </p:txBody>
      </p:sp>
      <p:sp>
        <p:nvSpPr>
          <p:cNvPr id="9" name="Round Diagonal Corner Rectangle 8">
            <a:extLst>
              <a:ext uri="{FF2B5EF4-FFF2-40B4-BE49-F238E27FC236}">
                <a16:creationId xmlns:a16="http://schemas.microsoft.com/office/drawing/2014/main" id="{E64646B7-879A-4AAB-78A2-503FCBA72006}"/>
              </a:ext>
            </a:extLst>
          </p:cNvPr>
          <p:cNvSpPr/>
          <p:nvPr userDrawn="1"/>
        </p:nvSpPr>
        <p:spPr>
          <a:xfrm>
            <a:off x="1349975" y="4814592"/>
            <a:ext cx="8181194" cy="1359204"/>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Oswald" pitchFamily="2" charset="77"/>
            </a:endParaRPr>
          </a:p>
        </p:txBody>
      </p:sp>
      <p:sp>
        <p:nvSpPr>
          <p:cNvPr id="10" name="Oval 9">
            <a:extLst>
              <a:ext uri="{FF2B5EF4-FFF2-40B4-BE49-F238E27FC236}">
                <a16:creationId xmlns:a16="http://schemas.microsoft.com/office/drawing/2014/main" id="{E6E81E4D-7F4E-DF40-F169-3E46D4251417}"/>
              </a:ext>
            </a:extLst>
          </p:cNvPr>
          <p:cNvSpPr/>
          <p:nvPr userDrawn="1"/>
        </p:nvSpPr>
        <p:spPr>
          <a:xfrm>
            <a:off x="2209800" y="4685458"/>
            <a:ext cx="277000" cy="276999"/>
          </a:xfrm>
          <a:prstGeom prst="ellipse">
            <a:avLst/>
          </a:prstGeom>
          <a:solidFill>
            <a:schemeClr val="tx1"/>
          </a:solidFill>
          <a:ln w="63500">
            <a:gradFill flip="none" rotWithShape="1">
              <a:gsLst>
                <a:gs pos="0">
                  <a:schemeClr val="accent2"/>
                </a:gs>
                <a:gs pos="99000">
                  <a:schemeClr val="accent3"/>
                </a:gs>
              </a:gsLst>
              <a:lin ang="81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Oswald" pitchFamily="2" charset="77"/>
            </a:endParaRPr>
          </a:p>
        </p:txBody>
      </p:sp>
    </p:spTree>
    <p:extLst>
      <p:ext uri="{BB962C8B-B14F-4D97-AF65-F5344CB8AC3E}">
        <p14:creationId xmlns:p14="http://schemas.microsoft.com/office/powerpoint/2010/main" val="1805829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01">
    <p:spTree>
      <p:nvGrpSpPr>
        <p:cNvPr id="1" name=""/>
        <p:cNvGrpSpPr/>
        <p:nvPr/>
      </p:nvGrpSpPr>
      <p:grpSpPr>
        <a:xfrm>
          <a:off x="0" y="0"/>
          <a:ext cx="0" cy="0"/>
          <a:chOff x="0" y="0"/>
          <a:chExt cx="0" cy="0"/>
        </a:xfrm>
      </p:grpSpPr>
      <p:sp>
        <p:nvSpPr>
          <p:cNvPr id="7" name="Round Diagonal Corner Rectangle 6">
            <a:extLst>
              <a:ext uri="{FF2B5EF4-FFF2-40B4-BE49-F238E27FC236}">
                <a16:creationId xmlns:a16="http://schemas.microsoft.com/office/drawing/2014/main" id="{A503945D-D987-21FE-A49A-C8F0A915F9B4}"/>
              </a:ext>
            </a:extLst>
          </p:cNvPr>
          <p:cNvSpPr/>
          <p:nvPr userDrawn="1"/>
        </p:nvSpPr>
        <p:spPr>
          <a:xfrm>
            <a:off x="7491803" y="5864459"/>
            <a:ext cx="8181194" cy="1359204"/>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Oswald" pitchFamily="2" charset="77"/>
            </a:endParaRPr>
          </a:p>
        </p:txBody>
      </p:sp>
      <p:sp>
        <p:nvSpPr>
          <p:cNvPr id="3" name="Content Placeholder 2">
            <a:extLst>
              <a:ext uri="{FF2B5EF4-FFF2-40B4-BE49-F238E27FC236}">
                <a16:creationId xmlns:a16="http://schemas.microsoft.com/office/drawing/2014/main" id="{8AD6AFD1-F254-99E9-45FB-2CE3C527D03C}"/>
              </a:ext>
            </a:extLst>
          </p:cNvPr>
          <p:cNvSpPr>
            <a:spLocks noGrp="1"/>
          </p:cNvSpPr>
          <p:nvPr>
            <p:ph idx="1"/>
          </p:nvPr>
        </p:nvSpPr>
        <p:spPr>
          <a:xfrm>
            <a:off x="838200" y="1825625"/>
            <a:ext cx="10515600" cy="4351338"/>
          </a:xfrm>
          <a:prstGeom prst="rect">
            <a:avLst/>
          </a:prstGeom>
        </p:spPr>
        <p:txBody>
          <a:bodyPr>
            <a:normAutofit/>
          </a:bodyPr>
          <a:lstStyle>
            <a:lvl1pPr marL="0" indent="0">
              <a:buFontTx/>
              <a:buNone/>
              <a:defRPr sz="2000">
                <a:latin typeface="Oswald" pitchFamily="2" charset="77"/>
              </a:defRPr>
            </a:lvl1pPr>
            <a:lvl2pPr marL="457200" indent="0">
              <a:buFontTx/>
              <a:buNone/>
              <a:defRPr sz="1800">
                <a:latin typeface="Oswald" pitchFamily="2" charset="77"/>
              </a:defRPr>
            </a:lvl2pPr>
            <a:lvl3pPr marL="914400" indent="0">
              <a:buFontTx/>
              <a:buNone/>
              <a:defRPr sz="1600">
                <a:latin typeface="Oswald" pitchFamily="2" charset="77"/>
              </a:defRPr>
            </a:lvl3pPr>
            <a:lvl4pPr marL="1371600" indent="0">
              <a:buFontTx/>
              <a:buNone/>
              <a:defRPr sz="1400">
                <a:latin typeface="Oswald" pitchFamily="2" charset="77"/>
              </a:defRPr>
            </a:lvl4pPr>
            <a:lvl5pPr marL="1828800" indent="0">
              <a:buFontTx/>
              <a:buNone/>
              <a:defRPr sz="1400">
                <a:latin typeface="Oswald"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2FF379-4A1C-086A-1CD0-002871013A32}"/>
              </a:ext>
            </a:extLst>
          </p:cNvPr>
          <p:cNvSpPr>
            <a:spLocks noGrp="1"/>
          </p:cNvSpPr>
          <p:nvPr>
            <p:ph type="dt" sz="half" idx="10"/>
          </p:nvPr>
        </p:nvSpPr>
        <p:spPr/>
        <p:txBody>
          <a:bodyPr/>
          <a:lstStyle>
            <a:lvl1pPr>
              <a:defRPr>
                <a:latin typeface="Oswald" pitchFamily="2" charset="77"/>
              </a:defRPr>
            </a:lvl1pPr>
          </a:lstStyle>
          <a:p>
            <a:r>
              <a:rPr lang="en-US"/>
              <a:t>20XX</a:t>
            </a:r>
            <a:endParaRPr lang="en-US" dirty="0"/>
          </a:p>
        </p:txBody>
      </p:sp>
      <p:sp>
        <p:nvSpPr>
          <p:cNvPr id="5" name="Footer Placeholder 4">
            <a:extLst>
              <a:ext uri="{FF2B5EF4-FFF2-40B4-BE49-F238E27FC236}">
                <a16:creationId xmlns:a16="http://schemas.microsoft.com/office/drawing/2014/main" id="{BACF4A1F-3C46-8D2B-DAEB-172DF8684278}"/>
              </a:ext>
            </a:extLst>
          </p:cNvPr>
          <p:cNvSpPr>
            <a:spLocks noGrp="1"/>
          </p:cNvSpPr>
          <p:nvPr>
            <p:ph type="ftr" sz="quarter" idx="11"/>
          </p:nvPr>
        </p:nvSpPr>
        <p:spPr/>
        <p:txBody>
          <a:bodyPr/>
          <a:lstStyle>
            <a:lvl1pPr>
              <a:defRPr>
                <a:latin typeface="Oswald" pitchFamily="2" charset="77"/>
              </a:defRPr>
            </a:lvl1pPr>
          </a:lstStyle>
          <a:p>
            <a:endParaRPr lang="en-US"/>
          </a:p>
        </p:txBody>
      </p:sp>
      <p:sp>
        <p:nvSpPr>
          <p:cNvPr id="6" name="Slide Number Placeholder 5">
            <a:extLst>
              <a:ext uri="{FF2B5EF4-FFF2-40B4-BE49-F238E27FC236}">
                <a16:creationId xmlns:a16="http://schemas.microsoft.com/office/drawing/2014/main" id="{FBC1D808-CBAA-B9C7-9309-BC4A8CA19769}"/>
              </a:ext>
            </a:extLst>
          </p:cNvPr>
          <p:cNvSpPr>
            <a:spLocks noGrp="1"/>
          </p:cNvSpPr>
          <p:nvPr>
            <p:ph type="sldNum" sz="quarter" idx="12"/>
          </p:nvPr>
        </p:nvSpPr>
        <p:spPr/>
        <p:txBody>
          <a:bodyPr/>
          <a:lstStyle>
            <a:lvl1pPr>
              <a:defRPr>
                <a:latin typeface="Oswald" pitchFamily="2" charset="77"/>
              </a:defRPr>
            </a:lvl1pPr>
          </a:lstStyle>
          <a:p>
            <a:fld id="{92A6C7AB-A877-C342-9CE7-90563939BDE3}" type="slidenum">
              <a:rPr lang="en-US" smtClean="0"/>
              <a:pPr/>
              <a:t>‹#›</a:t>
            </a:fld>
            <a:endParaRPr lang="en-US"/>
          </a:p>
        </p:txBody>
      </p:sp>
      <p:sp>
        <p:nvSpPr>
          <p:cNvPr id="9" name="Graphic 52">
            <a:extLst>
              <a:ext uri="{FF2B5EF4-FFF2-40B4-BE49-F238E27FC236}">
                <a16:creationId xmlns:a16="http://schemas.microsoft.com/office/drawing/2014/main" id="{9D253A50-B01C-F394-80A5-3E62A8CA844A}"/>
              </a:ext>
            </a:extLst>
          </p:cNvPr>
          <p:cNvSpPr/>
          <p:nvPr userDrawn="1"/>
        </p:nvSpPr>
        <p:spPr>
          <a:xfrm>
            <a:off x="377438" y="4371937"/>
            <a:ext cx="912326" cy="915154"/>
          </a:xfrm>
          <a:custGeom>
            <a:avLst/>
            <a:gdLst>
              <a:gd name="connsiteX0" fmla="*/ 587573 w 912326"/>
              <a:gd name="connsiteY0" fmla="*/ 914871 h 915154"/>
              <a:gd name="connsiteX1" fmla="*/ 582199 w 912326"/>
              <a:gd name="connsiteY1" fmla="*/ 909215 h 915154"/>
              <a:gd name="connsiteX2" fmla="*/ 596151 w 912326"/>
              <a:gd name="connsiteY2" fmla="*/ 895546 h 915154"/>
              <a:gd name="connsiteX3" fmla="*/ 582011 w 912326"/>
              <a:gd name="connsiteY3" fmla="*/ 881689 h 915154"/>
              <a:gd name="connsiteX4" fmla="*/ 588044 w 912326"/>
              <a:gd name="connsiteY4" fmla="*/ 876316 h 915154"/>
              <a:gd name="connsiteX5" fmla="*/ 601147 w 912326"/>
              <a:gd name="connsiteY5" fmla="*/ 889890 h 915154"/>
              <a:gd name="connsiteX6" fmla="*/ 614910 w 912326"/>
              <a:gd name="connsiteY6" fmla="*/ 875750 h 915154"/>
              <a:gd name="connsiteX7" fmla="*/ 620944 w 912326"/>
              <a:gd name="connsiteY7" fmla="*/ 882066 h 915154"/>
              <a:gd name="connsiteX8" fmla="*/ 607463 w 912326"/>
              <a:gd name="connsiteY8" fmla="*/ 895264 h 915154"/>
              <a:gd name="connsiteX9" fmla="*/ 621321 w 912326"/>
              <a:gd name="connsiteY9" fmla="*/ 909027 h 915154"/>
              <a:gd name="connsiteX10" fmla="*/ 615476 w 912326"/>
              <a:gd name="connsiteY10" fmla="*/ 914400 h 915154"/>
              <a:gd name="connsiteX11" fmla="*/ 602844 w 912326"/>
              <a:gd name="connsiteY11" fmla="*/ 901485 h 915154"/>
              <a:gd name="connsiteX12" fmla="*/ 588327 w 912326"/>
              <a:gd name="connsiteY12" fmla="*/ 914966 h 915154"/>
              <a:gd name="connsiteX13" fmla="*/ 587761 w 912326"/>
              <a:gd name="connsiteY13" fmla="*/ 914966 h 915154"/>
              <a:gd name="connsiteX14" fmla="*/ 878861 w 912326"/>
              <a:gd name="connsiteY14" fmla="*/ 914871 h 915154"/>
              <a:gd name="connsiteX15" fmla="*/ 892341 w 912326"/>
              <a:gd name="connsiteY15" fmla="*/ 901768 h 915154"/>
              <a:gd name="connsiteX16" fmla="*/ 906104 w 912326"/>
              <a:gd name="connsiteY16" fmla="*/ 914871 h 915154"/>
              <a:gd name="connsiteX17" fmla="*/ 906670 w 912326"/>
              <a:gd name="connsiteY17" fmla="*/ 914871 h 915154"/>
              <a:gd name="connsiteX18" fmla="*/ 912138 w 912326"/>
              <a:gd name="connsiteY18" fmla="*/ 908744 h 915154"/>
              <a:gd name="connsiteX19" fmla="*/ 898280 w 912326"/>
              <a:gd name="connsiteY19" fmla="*/ 895169 h 915154"/>
              <a:gd name="connsiteX20" fmla="*/ 911666 w 912326"/>
              <a:gd name="connsiteY20" fmla="*/ 881972 h 915154"/>
              <a:gd name="connsiteX21" fmla="*/ 905916 w 912326"/>
              <a:gd name="connsiteY21" fmla="*/ 875467 h 915154"/>
              <a:gd name="connsiteX22" fmla="*/ 892247 w 912326"/>
              <a:gd name="connsiteY22" fmla="*/ 889796 h 915154"/>
              <a:gd name="connsiteX23" fmla="*/ 878672 w 912326"/>
              <a:gd name="connsiteY23" fmla="*/ 875939 h 915154"/>
              <a:gd name="connsiteX24" fmla="*/ 872828 w 912326"/>
              <a:gd name="connsiteY24" fmla="*/ 881878 h 915154"/>
              <a:gd name="connsiteX25" fmla="*/ 886874 w 912326"/>
              <a:gd name="connsiteY25" fmla="*/ 895735 h 915154"/>
              <a:gd name="connsiteX26" fmla="*/ 873111 w 912326"/>
              <a:gd name="connsiteY26" fmla="*/ 909121 h 915154"/>
              <a:gd name="connsiteX27" fmla="*/ 878201 w 912326"/>
              <a:gd name="connsiteY27" fmla="*/ 914966 h 915154"/>
              <a:gd name="connsiteX28" fmla="*/ 878767 w 912326"/>
              <a:gd name="connsiteY28" fmla="*/ 914966 h 915154"/>
              <a:gd name="connsiteX29" fmla="*/ 6222 w 912326"/>
              <a:gd name="connsiteY29" fmla="*/ 914871 h 915154"/>
              <a:gd name="connsiteX30" fmla="*/ 20362 w 912326"/>
              <a:gd name="connsiteY30" fmla="*/ 901297 h 915154"/>
              <a:gd name="connsiteX31" fmla="*/ 33654 w 912326"/>
              <a:gd name="connsiteY31" fmla="*/ 914683 h 915154"/>
              <a:gd name="connsiteX32" fmla="*/ 39404 w 912326"/>
              <a:gd name="connsiteY32" fmla="*/ 908744 h 915154"/>
              <a:gd name="connsiteX33" fmla="*/ 25358 w 912326"/>
              <a:gd name="connsiteY33" fmla="*/ 895075 h 915154"/>
              <a:gd name="connsiteX34" fmla="*/ 38838 w 912326"/>
              <a:gd name="connsiteY34" fmla="*/ 881972 h 915154"/>
              <a:gd name="connsiteX35" fmla="*/ 32805 w 912326"/>
              <a:gd name="connsiteY35" fmla="*/ 875656 h 915154"/>
              <a:gd name="connsiteX36" fmla="*/ 19231 w 912326"/>
              <a:gd name="connsiteY36" fmla="*/ 889890 h 915154"/>
              <a:gd name="connsiteX37" fmla="*/ 6033 w 912326"/>
              <a:gd name="connsiteY37" fmla="*/ 876221 h 915154"/>
              <a:gd name="connsiteX38" fmla="*/ 283 w 912326"/>
              <a:gd name="connsiteY38" fmla="*/ 881689 h 915154"/>
              <a:gd name="connsiteX39" fmla="*/ 14329 w 912326"/>
              <a:gd name="connsiteY39" fmla="*/ 895546 h 915154"/>
              <a:gd name="connsiteX40" fmla="*/ 471 w 912326"/>
              <a:gd name="connsiteY40" fmla="*/ 909215 h 915154"/>
              <a:gd name="connsiteX41" fmla="*/ 5750 w 912326"/>
              <a:gd name="connsiteY41" fmla="*/ 914966 h 915154"/>
              <a:gd name="connsiteX42" fmla="*/ 6316 w 912326"/>
              <a:gd name="connsiteY42" fmla="*/ 914966 h 915154"/>
              <a:gd name="connsiteX43" fmla="*/ 324753 w 912326"/>
              <a:gd name="connsiteY43" fmla="*/ 914871 h 915154"/>
              <a:gd name="connsiteX44" fmla="*/ 330315 w 912326"/>
              <a:gd name="connsiteY44" fmla="*/ 908838 h 915154"/>
              <a:gd name="connsiteX45" fmla="*/ 316458 w 912326"/>
              <a:gd name="connsiteY45" fmla="*/ 895075 h 915154"/>
              <a:gd name="connsiteX46" fmla="*/ 330127 w 912326"/>
              <a:gd name="connsiteY46" fmla="*/ 881595 h 915154"/>
              <a:gd name="connsiteX47" fmla="*/ 324188 w 912326"/>
              <a:gd name="connsiteY47" fmla="*/ 875656 h 915154"/>
              <a:gd name="connsiteX48" fmla="*/ 310142 w 912326"/>
              <a:gd name="connsiteY48" fmla="*/ 889890 h 915154"/>
              <a:gd name="connsiteX49" fmla="*/ 296850 w 912326"/>
              <a:gd name="connsiteY49" fmla="*/ 876221 h 915154"/>
              <a:gd name="connsiteX50" fmla="*/ 291005 w 912326"/>
              <a:gd name="connsiteY50" fmla="*/ 881689 h 915154"/>
              <a:gd name="connsiteX51" fmla="*/ 305051 w 912326"/>
              <a:gd name="connsiteY51" fmla="*/ 895641 h 915154"/>
              <a:gd name="connsiteX52" fmla="*/ 291948 w 912326"/>
              <a:gd name="connsiteY52" fmla="*/ 908650 h 915154"/>
              <a:gd name="connsiteX53" fmla="*/ 297133 w 912326"/>
              <a:gd name="connsiteY53" fmla="*/ 915154 h 915154"/>
              <a:gd name="connsiteX54" fmla="*/ 310142 w 912326"/>
              <a:gd name="connsiteY54" fmla="*/ 901768 h 915154"/>
              <a:gd name="connsiteX55" fmla="*/ 324188 w 912326"/>
              <a:gd name="connsiteY55" fmla="*/ 914871 h 915154"/>
              <a:gd name="connsiteX56" fmla="*/ 324753 w 912326"/>
              <a:gd name="connsiteY56" fmla="*/ 914871 h 915154"/>
              <a:gd name="connsiteX57" fmla="*/ 595868 w 912326"/>
              <a:gd name="connsiteY57" fmla="*/ 20079 h 915154"/>
              <a:gd name="connsiteX58" fmla="*/ 582388 w 912326"/>
              <a:gd name="connsiteY58" fmla="*/ 33277 h 915154"/>
              <a:gd name="connsiteX59" fmla="*/ 588421 w 912326"/>
              <a:gd name="connsiteY59" fmla="*/ 39781 h 915154"/>
              <a:gd name="connsiteX60" fmla="*/ 601901 w 912326"/>
              <a:gd name="connsiteY60" fmla="*/ 25358 h 915154"/>
              <a:gd name="connsiteX61" fmla="*/ 615288 w 912326"/>
              <a:gd name="connsiteY61" fmla="*/ 39404 h 915154"/>
              <a:gd name="connsiteX62" fmla="*/ 621321 w 912326"/>
              <a:gd name="connsiteY62" fmla="*/ 33371 h 915154"/>
              <a:gd name="connsiteX63" fmla="*/ 607086 w 912326"/>
              <a:gd name="connsiteY63" fmla="*/ 19419 h 915154"/>
              <a:gd name="connsiteX64" fmla="*/ 620661 w 912326"/>
              <a:gd name="connsiteY64" fmla="*/ 6222 h 915154"/>
              <a:gd name="connsiteX65" fmla="*/ 615193 w 912326"/>
              <a:gd name="connsiteY65" fmla="*/ 377 h 915154"/>
              <a:gd name="connsiteX66" fmla="*/ 601242 w 912326"/>
              <a:gd name="connsiteY66" fmla="*/ 14612 h 915154"/>
              <a:gd name="connsiteX67" fmla="*/ 587667 w 912326"/>
              <a:gd name="connsiteY67" fmla="*/ 660 h 915154"/>
              <a:gd name="connsiteX68" fmla="*/ 581822 w 912326"/>
              <a:gd name="connsiteY68" fmla="*/ 6410 h 915154"/>
              <a:gd name="connsiteX69" fmla="*/ 595774 w 912326"/>
              <a:gd name="connsiteY69" fmla="*/ 20079 h 915154"/>
              <a:gd name="connsiteX70" fmla="*/ 39687 w 912326"/>
              <a:gd name="connsiteY70" fmla="*/ 325036 h 915154"/>
              <a:gd name="connsiteX71" fmla="*/ 25358 w 912326"/>
              <a:gd name="connsiteY71" fmla="*/ 311273 h 915154"/>
              <a:gd name="connsiteX72" fmla="*/ 38838 w 912326"/>
              <a:gd name="connsiteY72" fmla="*/ 297887 h 915154"/>
              <a:gd name="connsiteX73" fmla="*/ 33088 w 912326"/>
              <a:gd name="connsiteY73" fmla="*/ 291948 h 915154"/>
              <a:gd name="connsiteX74" fmla="*/ 19136 w 912326"/>
              <a:gd name="connsiteY74" fmla="*/ 306088 h 915154"/>
              <a:gd name="connsiteX75" fmla="*/ 5939 w 912326"/>
              <a:gd name="connsiteY75" fmla="*/ 292514 h 915154"/>
              <a:gd name="connsiteX76" fmla="*/ 0 w 912326"/>
              <a:gd name="connsiteY76" fmla="*/ 298264 h 915154"/>
              <a:gd name="connsiteX77" fmla="*/ 14234 w 912326"/>
              <a:gd name="connsiteY77" fmla="*/ 311933 h 915154"/>
              <a:gd name="connsiteX78" fmla="*/ 566 w 912326"/>
              <a:gd name="connsiteY78" fmla="*/ 325319 h 915154"/>
              <a:gd name="connsiteX79" fmla="*/ 6033 w 912326"/>
              <a:gd name="connsiteY79" fmla="*/ 331164 h 915154"/>
              <a:gd name="connsiteX80" fmla="*/ 19702 w 912326"/>
              <a:gd name="connsiteY80" fmla="*/ 317401 h 915154"/>
              <a:gd name="connsiteX81" fmla="*/ 33182 w 912326"/>
              <a:gd name="connsiteY81" fmla="*/ 331164 h 915154"/>
              <a:gd name="connsiteX82" fmla="*/ 39687 w 912326"/>
              <a:gd name="connsiteY82" fmla="*/ 325036 h 915154"/>
              <a:gd name="connsiteX83" fmla="*/ 329844 w 912326"/>
              <a:gd name="connsiteY83" fmla="*/ 298170 h 915154"/>
              <a:gd name="connsiteX84" fmla="*/ 324094 w 912326"/>
              <a:gd name="connsiteY84" fmla="*/ 291854 h 915154"/>
              <a:gd name="connsiteX85" fmla="*/ 310425 w 912326"/>
              <a:gd name="connsiteY85" fmla="*/ 306371 h 915154"/>
              <a:gd name="connsiteX86" fmla="*/ 296944 w 912326"/>
              <a:gd name="connsiteY86" fmla="*/ 292514 h 915154"/>
              <a:gd name="connsiteX87" fmla="*/ 291005 w 912326"/>
              <a:gd name="connsiteY87" fmla="*/ 298453 h 915154"/>
              <a:gd name="connsiteX88" fmla="*/ 305051 w 912326"/>
              <a:gd name="connsiteY88" fmla="*/ 312404 h 915154"/>
              <a:gd name="connsiteX89" fmla="*/ 291665 w 912326"/>
              <a:gd name="connsiteY89" fmla="*/ 325508 h 915154"/>
              <a:gd name="connsiteX90" fmla="*/ 297133 w 912326"/>
              <a:gd name="connsiteY90" fmla="*/ 331446 h 915154"/>
              <a:gd name="connsiteX91" fmla="*/ 310707 w 912326"/>
              <a:gd name="connsiteY91" fmla="*/ 317495 h 915154"/>
              <a:gd name="connsiteX92" fmla="*/ 323999 w 912326"/>
              <a:gd name="connsiteY92" fmla="*/ 331069 h 915154"/>
              <a:gd name="connsiteX93" fmla="*/ 330315 w 912326"/>
              <a:gd name="connsiteY93" fmla="*/ 325413 h 915154"/>
              <a:gd name="connsiteX94" fmla="*/ 316175 w 912326"/>
              <a:gd name="connsiteY94" fmla="*/ 311650 h 915154"/>
              <a:gd name="connsiteX95" fmla="*/ 329844 w 912326"/>
              <a:gd name="connsiteY95" fmla="*/ 298264 h 915154"/>
              <a:gd name="connsiteX96" fmla="*/ 19419 w 912326"/>
              <a:gd name="connsiteY96" fmla="*/ 598131 h 915154"/>
              <a:gd name="connsiteX97" fmla="*/ 6127 w 912326"/>
              <a:gd name="connsiteY97" fmla="*/ 584273 h 915154"/>
              <a:gd name="connsiteX98" fmla="*/ 283 w 912326"/>
              <a:gd name="connsiteY98" fmla="*/ 589929 h 915154"/>
              <a:gd name="connsiteX99" fmla="*/ 14329 w 912326"/>
              <a:gd name="connsiteY99" fmla="*/ 603504 h 915154"/>
              <a:gd name="connsiteX100" fmla="*/ 754 w 912326"/>
              <a:gd name="connsiteY100" fmla="*/ 616796 h 915154"/>
              <a:gd name="connsiteX101" fmla="*/ 6316 w 912326"/>
              <a:gd name="connsiteY101" fmla="*/ 623112 h 915154"/>
              <a:gd name="connsiteX102" fmla="*/ 20173 w 912326"/>
              <a:gd name="connsiteY102" fmla="*/ 609066 h 915154"/>
              <a:gd name="connsiteX103" fmla="*/ 33371 w 912326"/>
              <a:gd name="connsiteY103" fmla="*/ 622546 h 915154"/>
              <a:gd name="connsiteX104" fmla="*/ 39593 w 912326"/>
              <a:gd name="connsiteY104" fmla="*/ 616796 h 915154"/>
              <a:gd name="connsiteX105" fmla="*/ 25452 w 912326"/>
              <a:gd name="connsiteY105" fmla="*/ 603127 h 915154"/>
              <a:gd name="connsiteX106" fmla="*/ 39216 w 912326"/>
              <a:gd name="connsiteY106" fmla="*/ 589552 h 915154"/>
              <a:gd name="connsiteX107" fmla="*/ 33182 w 912326"/>
              <a:gd name="connsiteY107" fmla="*/ 583425 h 915154"/>
              <a:gd name="connsiteX108" fmla="*/ 19513 w 912326"/>
              <a:gd name="connsiteY108" fmla="*/ 598036 h 915154"/>
              <a:gd name="connsiteX109" fmla="*/ 297133 w 912326"/>
              <a:gd name="connsiteY109" fmla="*/ 584179 h 915154"/>
              <a:gd name="connsiteX110" fmla="*/ 291383 w 912326"/>
              <a:gd name="connsiteY110" fmla="*/ 589929 h 915154"/>
              <a:gd name="connsiteX111" fmla="*/ 305240 w 912326"/>
              <a:gd name="connsiteY111" fmla="*/ 603598 h 915154"/>
              <a:gd name="connsiteX112" fmla="*/ 291665 w 912326"/>
              <a:gd name="connsiteY112" fmla="*/ 616796 h 915154"/>
              <a:gd name="connsiteX113" fmla="*/ 297227 w 912326"/>
              <a:gd name="connsiteY113" fmla="*/ 622923 h 915154"/>
              <a:gd name="connsiteX114" fmla="*/ 310896 w 912326"/>
              <a:gd name="connsiteY114" fmla="*/ 609066 h 915154"/>
              <a:gd name="connsiteX115" fmla="*/ 324565 w 912326"/>
              <a:gd name="connsiteY115" fmla="*/ 622829 h 915154"/>
              <a:gd name="connsiteX116" fmla="*/ 330504 w 912326"/>
              <a:gd name="connsiteY116" fmla="*/ 616702 h 915154"/>
              <a:gd name="connsiteX117" fmla="*/ 316364 w 912326"/>
              <a:gd name="connsiteY117" fmla="*/ 603033 h 915154"/>
              <a:gd name="connsiteX118" fmla="*/ 330221 w 912326"/>
              <a:gd name="connsiteY118" fmla="*/ 589552 h 915154"/>
              <a:gd name="connsiteX119" fmla="*/ 324659 w 912326"/>
              <a:gd name="connsiteY119" fmla="*/ 583896 h 915154"/>
              <a:gd name="connsiteX120" fmla="*/ 310519 w 912326"/>
              <a:gd name="connsiteY120" fmla="*/ 598131 h 915154"/>
              <a:gd name="connsiteX121" fmla="*/ 297227 w 912326"/>
              <a:gd name="connsiteY121" fmla="*/ 584179 h 915154"/>
              <a:gd name="connsiteX122" fmla="*/ 19985 w 912326"/>
              <a:gd name="connsiteY122" fmla="*/ 25547 h 915154"/>
              <a:gd name="connsiteX123" fmla="*/ 33465 w 912326"/>
              <a:gd name="connsiteY123" fmla="*/ 39404 h 915154"/>
              <a:gd name="connsiteX124" fmla="*/ 39310 w 912326"/>
              <a:gd name="connsiteY124" fmla="*/ 33465 h 915154"/>
              <a:gd name="connsiteX125" fmla="*/ 25264 w 912326"/>
              <a:gd name="connsiteY125" fmla="*/ 19608 h 915154"/>
              <a:gd name="connsiteX126" fmla="*/ 39027 w 912326"/>
              <a:gd name="connsiteY126" fmla="*/ 6316 h 915154"/>
              <a:gd name="connsiteX127" fmla="*/ 33182 w 912326"/>
              <a:gd name="connsiteY127" fmla="*/ 283 h 915154"/>
              <a:gd name="connsiteX128" fmla="*/ 19231 w 912326"/>
              <a:gd name="connsiteY128" fmla="*/ 14517 h 915154"/>
              <a:gd name="connsiteX129" fmla="*/ 5939 w 912326"/>
              <a:gd name="connsiteY129" fmla="*/ 943 h 915154"/>
              <a:gd name="connsiteX130" fmla="*/ 189 w 912326"/>
              <a:gd name="connsiteY130" fmla="*/ 6410 h 915154"/>
              <a:gd name="connsiteX131" fmla="*/ 14234 w 912326"/>
              <a:gd name="connsiteY131" fmla="*/ 20173 h 915154"/>
              <a:gd name="connsiteX132" fmla="*/ 566 w 912326"/>
              <a:gd name="connsiteY132" fmla="*/ 33559 h 915154"/>
              <a:gd name="connsiteX133" fmla="*/ 6410 w 912326"/>
              <a:gd name="connsiteY133" fmla="*/ 39687 h 915154"/>
              <a:gd name="connsiteX134" fmla="*/ 20079 w 912326"/>
              <a:gd name="connsiteY134" fmla="*/ 25452 h 915154"/>
              <a:gd name="connsiteX135" fmla="*/ 615476 w 912326"/>
              <a:gd name="connsiteY135" fmla="*/ 330787 h 915154"/>
              <a:gd name="connsiteX136" fmla="*/ 621132 w 912326"/>
              <a:gd name="connsiteY136" fmla="*/ 325319 h 915154"/>
              <a:gd name="connsiteX137" fmla="*/ 606992 w 912326"/>
              <a:gd name="connsiteY137" fmla="*/ 311367 h 915154"/>
              <a:gd name="connsiteX138" fmla="*/ 620567 w 912326"/>
              <a:gd name="connsiteY138" fmla="*/ 298453 h 915154"/>
              <a:gd name="connsiteX139" fmla="*/ 615099 w 912326"/>
              <a:gd name="connsiteY139" fmla="*/ 291854 h 915154"/>
              <a:gd name="connsiteX140" fmla="*/ 601336 w 912326"/>
              <a:gd name="connsiteY140" fmla="*/ 305900 h 915154"/>
              <a:gd name="connsiteX141" fmla="*/ 588233 w 912326"/>
              <a:gd name="connsiteY141" fmla="*/ 292702 h 915154"/>
              <a:gd name="connsiteX142" fmla="*/ 581728 w 912326"/>
              <a:gd name="connsiteY142" fmla="*/ 298170 h 915154"/>
              <a:gd name="connsiteX143" fmla="*/ 595774 w 912326"/>
              <a:gd name="connsiteY143" fmla="*/ 311839 h 915154"/>
              <a:gd name="connsiteX144" fmla="*/ 582105 w 912326"/>
              <a:gd name="connsiteY144" fmla="*/ 325319 h 915154"/>
              <a:gd name="connsiteX145" fmla="*/ 587761 w 912326"/>
              <a:gd name="connsiteY145" fmla="*/ 330881 h 915154"/>
              <a:gd name="connsiteX146" fmla="*/ 601619 w 912326"/>
              <a:gd name="connsiteY146" fmla="*/ 316646 h 915154"/>
              <a:gd name="connsiteX147" fmla="*/ 615382 w 912326"/>
              <a:gd name="connsiteY147" fmla="*/ 330598 h 915154"/>
              <a:gd name="connsiteX148" fmla="*/ 887062 w 912326"/>
              <a:gd name="connsiteY148" fmla="*/ 20173 h 915154"/>
              <a:gd name="connsiteX149" fmla="*/ 873393 w 912326"/>
              <a:gd name="connsiteY149" fmla="*/ 33465 h 915154"/>
              <a:gd name="connsiteX150" fmla="*/ 878861 w 912326"/>
              <a:gd name="connsiteY150" fmla="*/ 39593 h 915154"/>
              <a:gd name="connsiteX151" fmla="*/ 892624 w 912326"/>
              <a:gd name="connsiteY151" fmla="*/ 25641 h 915154"/>
              <a:gd name="connsiteX152" fmla="*/ 906199 w 912326"/>
              <a:gd name="connsiteY152" fmla="*/ 39498 h 915154"/>
              <a:gd name="connsiteX153" fmla="*/ 912043 w 912326"/>
              <a:gd name="connsiteY153" fmla="*/ 33371 h 915154"/>
              <a:gd name="connsiteX154" fmla="*/ 897997 w 912326"/>
              <a:gd name="connsiteY154" fmla="*/ 19796 h 915154"/>
              <a:gd name="connsiteX155" fmla="*/ 911855 w 912326"/>
              <a:gd name="connsiteY155" fmla="*/ 6222 h 915154"/>
              <a:gd name="connsiteX156" fmla="*/ 905916 w 912326"/>
              <a:gd name="connsiteY156" fmla="*/ 189 h 915154"/>
              <a:gd name="connsiteX157" fmla="*/ 892247 w 912326"/>
              <a:gd name="connsiteY157" fmla="*/ 14800 h 915154"/>
              <a:gd name="connsiteX158" fmla="*/ 878955 w 912326"/>
              <a:gd name="connsiteY158" fmla="*/ 660 h 915154"/>
              <a:gd name="connsiteX159" fmla="*/ 873016 w 912326"/>
              <a:gd name="connsiteY159" fmla="*/ 6410 h 915154"/>
              <a:gd name="connsiteX160" fmla="*/ 887157 w 912326"/>
              <a:gd name="connsiteY160" fmla="*/ 20173 h 915154"/>
              <a:gd name="connsiteX161" fmla="*/ 588044 w 912326"/>
              <a:gd name="connsiteY161" fmla="*/ 584273 h 915154"/>
              <a:gd name="connsiteX162" fmla="*/ 581728 w 912326"/>
              <a:gd name="connsiteY162" fmla="*/ 590118 h 915154"/>
              <a:gd name="connsiteX163" fmla="*/ 595868 w 912326"/>
              <a:gd name="connsiteY163" fmla="*/ 603598 h 915154"/>
              <a:gd name="connsiteX164" fmla="*/ 582105 w 912326"/>
              <a:gd name="connsiteY164" fmla="*/ 617079 h 915154"/>
              <a:gd name="connsiteX165" fmla="*/ 587761 w 912326"/>
              <a:gd name="connsiteY165" fmla="*/ 622829 h 915154"/>
              <a:gd name="connsiteX166" fmla="*/ 601336 w 912326"/>
              <a:gd name="connsiteY166" fmla="*/ 608689 h 915154"/>
              <a:gd name="connsiteX167" fmla="*/ 615099 w 912326"/>
              <a:gd name="connsiteY167" fmla="*/ 622640 h 915154"/>
              <a:gd name="connsiteX168" fmla="*/ 621038 w 912326"/>
              <a:gd name="connsiteY168" fmla="*/ 616984 h 915154"/>
              <a:gd name="connsiteX169" fmla="*/ 606898 w 912326"/>
              <a:gd name="connsiteY169" fmla="*/ 603127 h 915154"/>
              <a:gd name="connsiteX170" fmla="*/ 620378 w 912326"/>
              <a:gd name="connsiteY170" fmla="*/ 590118 h 915154"/>
              <a:gd name="connsiteX171" fmla="*/ 615005 w 912326"/>
              <a:gd name="connsiteY171" fmla="*/ 583613 h 915154"/>
              <a:gd name="connsiteX172" fmla="*/ 601242 w 912326"/>
              <a:gd name="connsiteY172" fmla="*/ 597565 h 915154"/>
              <a:gd name="connsiteX173" fmla="*/ 587950 w 912326"/>
              <a:gd name="connsiteY173" fmla="*/ 584179 h 915154"/>
              <a:gd name="connsiteX174" fmla="*/ 305146 w 912326"/>
              <a:gd name="connsiteY174" fmla="*/ 20362 h 915154"/>
              <a:gd name="connsiteX175" fmla="*/ 291665 w 912326"/>
              <a:gd name="connsiteY175" fmla="*/ 33465 h 915154"/>
              <a:gd name="connsiteX176" fmla="*/ 297133 w 912326"/>
              <a:gd name="connsiteY176" fmla="*/ 39687 h 915154"/>
              <a:gd name="connsiteX177" fmla="*/ 310896 w 912326"/>
              <a:gd name="connsiteY177" fmla="*/ 25641 h 915154"/>
              <a:gd name="connsiteX178" fmla="*/ 324471 w 912326"/>
              <a:gd name="connsiteY178" fmla="*/ 39404 h 915154"/>
              <a:gd name="connsiteX179" fmla="*/ 330409 w 912326"/>
              <a:gd name="connsiteY179" fmla="*/ 33371 h 915154"/>
              <a:gd name="connsiteX180" fmla="*/ 316269 w 912326"/>
              <a:gd name="connsiteY180" fmla="*/ 19608 h 915154"/>
              <a:gd name="connsiteX181" fmla="*/ 329750 w 912326"/>
              <a:gd name="connsiteY181" fmla="*/ 6316 h 915154"/>
              <a:gd name="connsiteX182" fmla="*/ 324188 w 912326"/>
              <a:gd name="connsiteY182" fmla="*/ 0 h 915154"/>
              <a:gd name="connsiteX183" fmla="*/ 309953 w 912326"/>
              <a:gd name="connsiteY183" fmla="*/ 14423 h 915154"/>
              <a:gd name="connsiteX184" fmla="*/ 296944 w 912326"/>
              <a:gd name="connsiteY184" fmla="*/ 566 h 915154"/>
              <a:gd name="connsiteX185" fmla="*/ 291005 w 912326"/>
              <a:gd name="connsiteY185" fmla="*/ 6222 h 915154"/>
              <a:gd name="connsiteX186" fmla="*/ 305051 w 912326"/>
              <a:gd name="connsiteY186" fmla="*/ 20173 h 915154"/>
              <a:gd name="connsiteX187" fmla="*/ 911478 w 912326"/>
              <a:gd name="connsiteY187" fmla="*/ 298076 h 915154"/>
              <a:gd name="connsiteX188" fmla="*/ 906104 w 912326"/>
              <a:gd name="connsiteY188" fmla="*/ 291948 h 915154"/>
              <a:gd name="connsiteX189" fmla="*/ 892341 w 912326"/>
              <a:gd name="connsiteY189" fmla="*/ 305900 h 915154"/>
              <a:gd name="connsiteX190" fmla="*/ 879144 w 912326"/>
              <a:gd name="connsiteY190" fmla="*/ 292608 h 915154"/>
              <a:gd name="connsiteX191" fmla="*/ 872828 w 912326"/>
              <a:gd name="connsiteY191" fmla="*/ 298453 h 915154"/>
              <a:gd name="connsiteX192" fmla="*/ 886779 w 912326"/>
              <a:gd name="connsiteY192" fmla="*/ 312121 h 915154"/>
              <a:gd name="connsiteX193" fmla="*/ 873393 w 912326"/>
              <a:gd name="connsiteY193" fmla="*/ 325413 h 915154"/>
              <a:gd name="connsiteX194" fmla="*/ 879144 w 912326"/>
              <a:gd name="connsiteY194" fmla="*/ 331446 h 915154"/>
              <a:gd name="connsiteX195" fmla="*/ 893190 w 912326"/>
              <a:gd name="connsiteY195" fmla="*/ 317023 h 915154"/>
              <a:gd name="connsiteX196" fmla="*/ 906199 w 912326"/>
              <a:gd name="connsiteY196" fmla="*/ 330315 h 915154"/>
              <a:gd name="connsiteX197" fmla="*/ 912043 w 912326"/>
              <a:gd name="connsiteY197" fmla="*/ 325413 h 915154"/>
              <a:gd name="connsiteX198" fmla="*/ 897903 w 912326"/>
              <a:gd name="connsiteY198" fmla="*/ 311462 h 915154"/>
              <a:gd name="connsiteX199" fmla="*/ 911478 w 912326"/>
              <a:gd name="connsiteY199" fmla="*/ 298076 h 915154"/>
              <a:gd name="connsiteX200" fmla="*/ 872828 w 912326"/>
              <a:gd name="connsiteY200" fmla="*/ 590024 h 915154"/>
              <a:gd name="connsiteX201" fmla="*/ 887157 w 912326"/>
              <a:gd name="connsiteY201" fmla="*/ 603598 h 915154"/>
              <a:gd name="connsiteX202" fmla="*/ 873393 w 912326"/>
              <a:gd name="connsiteY202" fmla="*/ 617079 h 915154"/>
              <a:gd name="connsiteX203" fmla="*/ 878955 w 912326"/>
              <a:gd name="connsiteY203" fmla="*/ 623018 h 915154"/>
              <a:gd name="connsiteX204" fmla="*/ 892530 w 912326"/>
              <a:gd name="connsiteY204" fmla="*/ 608972 h 915154"/>
              <a:gd name="connsiteX205" fmla="*/ 905916 w 912326"/>
              <a:gd name="connsiteY205" fmla="*/ 622923 h 915154"/>
              <a:gd name="connsiteX206" fmla="*/ 912326 w 912326"/>
              <a:gd name="connsiteY206" fmla="*/ 616796 h 915154"/>
              <a:gd name="connsiteX207" fmla="*/ 897903 w 912326"/>
              <a:gd name="connsiteY207" fmla="*/ 602844 h 915154"/>
              <a:gd name="connsiteX208" fmla="*/ 911478 w 912326"/>
              <a:gd name="connsiteY208" fmla="*/ 590024 h 915154"/>
              <a:gd name="connsiteX209" fmla="*/ 905916 w 912326"/>
              <a:gd name="connsiteY209" fmla="*/ 583708 h 915154"/>
              <a:gd name="connsiteX210" fmla="*/ 892341 w 912326"/>
              <a:gd name="connsiteY210" fmla="*/ 597754 h 915154"/>
              <a:gd name="connsiteX211" fmla="*/ 878861 w 912326"/>
              <a:gd name="connsiteY211" fmla="*/ 584085 h 915154"/>
              <a:gd name="connsiteX212" fmla="*/ 872828 w 912326"/>
              <a:gd name="connsiteY212" fmla="*/ 590118 h 915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912326" h="915154">
                <a:moveTo>
                  <a:pt x="587573" y="914871"/>
                </a:moveTo>
                <a:cubicBezTo>
                  <a:pt x="585876" y="912986"/>
                  <a:pt x="584085" y="911195"/>
                  <a:pt x="582199" y="909215"/>
                </a:cubicBezTo>
                <a:cubicBezTo>
                  <a:pt x="586819" y="904690"/>
                  <a:pt x="591343" y="900166"/>
                  <a:pt x="596151" y="895546"/>
                </a:cubicBezTo>
                <a:cubicBezTo>
                  <a:pt x="591249" y="890739"/>
                  <a:pt x="586724" y="886308"/>
                  <a:pt x="582011" y="881689"/>
                </a:cubicBezTo>
                <a:cubicBezTo>
                  <a:pt x="584085" y="879804"/>
                  <a:pt x="585970" y="878107"/>
                  <a:pt x="588044" y="876316"/>
                </a:cubicBezTo>
                <a:cubicBezTo>
                  <a:pt x="592286" y="880652"/>
                  <a:pt x="596622" y="885271"/>
                  <a:pt x="601147" y="889890"/>
                </a:cubicBezTo>
                <a:cubicBezTo>
                  <a:pt x="606049" y="884894"/>
                  <a:pt x="610386" y="880369"/>
                  <a:pt x="614910" y="875750"/>
                </a:cubicBezTo>
                <a:cubicBezTo>
                  <a:pt x="617173" y="878107"/>
                  <a:pt x="618870" y="879992"/>
                  <a:pt x="620944" y="882066"/>
                </a:cubicBezTo>
                <a:cubicBezTo>
                  <a:pt x="616607" y="886308"/>
                  <a:pt x="612082" y="890739"/>
                  <a:pt x="607463" y="895264"/>
                </a:cubicBezTo>
                <a:cubicBezTo>
                  <a:pt x="612082" y="899883"/>
                  <a:pt x="616607" y="904313"/>
                  <a:pt x="621321" y="909027"/>
                </a:cubicBezTo>
                <a:cubicBezTo>
                  <a:pt x="619153" y="911006"/>
                  <a:pt x="617361" y="912703"/>
                  <a:pt x="615476" y="914400"/>
                </a:cubicBezTo>
                <a:cubicBezTo>
                  <a:pt x="611234" y="910064"/>
                  <a:pt x="606803" y="905539"/>
                  <a:pt x="602844" y="901485"/>
                </a:cubicBezTo>
                <a:cubicBezTo>
                  <a:pt x="597659" y="906293"/>
                  <a:pt x="592946" y="910629"/>
                  <a:pt x="588327" y="914966"/>
                </a:cubicBezTo>
                <a:lnTo>
                  <a:pt x="587761" y="914966"/>
                </a:lnTo>
                <a:close/>
                <a:moveTo>
                  <a:pt x="878861" y="914871"/>
                </a:moveTo>
                <a:cubicBezTo>
                  <a:pt x="883386" y="910441"/>
                  <a:pt x="888005" y="906010"/>
                  <a:pt x="892341" y="901768"/>
                </a:cubicBezTo>
                <a:cubicBezTo>
                  <a:pt x="896866" y="906104"/>
                  <a:pt x="901485" y="910535"/>
                  <a:pt x="906104" y="914871"/>
                </a:cubicBezTo>
                <a:lnTo>
                  <a:pt x="906670" y="914871"/>
                </a:lnTo>
                <a:cubicBezTo>
                  <a:pt x="908367" y="912986"/>
                  <a:pt x="910158" y="911006"/>
                  <a:pt x="912138" y="908744"/>
                </a:cubicBezTo>
                <a:cubicBezTo>
                  <a:pt x="907424" y="904219"/>
                  <a:pt x="902899" y="899789"/>
                  <a:pt x="898280" y="895169"/>
                </a:cubicBezTo>
                <a:cubicBezTo>
                  <a:pt x="902899" y="890644"/>
                  <a:pt x="907424" y="886214"/>
                  <a:pt x="911666" y="881972"/>
                </a:cubicBezTo>
                <a:cubicBezTo>
                  <a:pt x="909781" y="879898"/>
                  <a:pt x="908084" y="877918"/>
                  <a:pt x="905916" y="875467"/>
                </a:cubicBezTo>
                <a:cubicBezTo>
                  <a:pt x="901297" y="880275"/>
                  <a:pt x="896960" y="884800"/>
                  <a:pt x="892247" y="889796"/>
                </a:cubicBezTo>
                <a:cubicBezTo>
                  <a:pt x="887628" y="885083"/>
                  <a:pt x="883197" y="880558"/>
                  <a:pt x="878672" y="875939"/>
                </a:cubicBezTo>
                <a:cubicBezTo>
                  <a:pt x="876787" y="877918"/>
                  <a:pt x="874996" y="879709"/>
                  <a:pt x="872828" y="881878"/>
                </a:cubicBezTo>
                <a:cubicBezTo>
                  <a:pt x="877447" y="886402"/>
                  <a:pt x="881972" y="890833"/>
                  <a:pt x="886874" y="895735"/>
                </a:cubicBezTo>
                <a:cubicBezTo>
                  <a:pt x="882160" y="900260"/>
                  <a:pt x="877730" y="904690"/>
                  <a:pt x="873111" y="909121"/>
                </a:cubicBezTo>
                <a:cubicBezTo>
                  <a:pt x="874902" y="911195"/>
                  <a:pt x="876599" y="913080"/>
                  <a:pt x="878201" y="914966"/>
                </a:cubicBezTo>
                <a:lnTo>
                  <a:pt x="878767" y="914966"/>
                </a:lnTo>
                <a:close/>
                <a:moveTo>
                  <a:pt x="6222" y="914871"/>
                </a:moveTo>
                <a:cubicBezTo>
                  <a:pt x="10841" y="910441"/>
                  <a:pt x="15366" y="906010"/>
                  <a:pt x="20362" y="901297"/>
                </a:cubicBezTo>
                <a:cubicBezTo>
                  <a:pt x="24604" y="905633"/>
                  <a:pt x="29035" y="910064"/>
                  <a:pt x="33654" y="914683"/>
                </a:cubicBezTo>
                <a:cubicBezTo>
                  <a:pt x="35539" y="912797"/>
                  <a:pt x="37236" y="911006"/>
                  <a:pt x="39404" y="908744"/>
                </a:cubicBezTo>
                <a:cubicBezTo>
                  <a:pt x="34785" y="904219"/>
                  <a:pt x="30260" y="899789"/>
                  <a:pt x="25358" y="895075"/>
                </a:cubicBezTo>
                <a:cubicBezTo>
                  <a:pt x="30072" y="890456"/>
                  <a:pt x="34596" y="886025"/>
                  <a:pt x="38838" y="881972"/>
                </a:cubicBezTo>
                <a:cubicBezTo>
                  <a:pt x="36953" y="879992"/>
                  <a:pt x="35162" y="878107"/>
                  <a:pt x="32805" y="875656"/>
                </a:cubicBezTo>
                <a:cubicBezTo>
                  <a:pt x="28375" y="880275"/>
                  <a:pt x="24038" y="884800"/>
                  <a:pt x="19231" y="889890"/>
                </a:cubicBezTo>
                <a:cubicBezTo>
                  <a:pt x="14706" y="885177"/>
                  <a:pt x="10369" y="880652"/>
                  <a:pt x="6033" y="876221"/>
                </a:cubicBezTo>
                <a:cubicBezTo>
                  <a:pt x="4148" y="878013"/>
                  <a:pt x="2262" y="879804"/>
                  <a:pt x="283" y="881689"/>
                </a:cubicBezTo>
                <a:cubicBezTo>
                  <a:pt x="4996" y="886308"/>
                  <a:pt x="9427" y="890739"/>
                  <a:pt x="14329" y="895546"/>
                </a:cubicBezTo>
                <a:cubicBezTo>
                  <a:pt x="9615" y="900166"/>
                  <a:pt x="5090" y="904690"/>
                  <a:pt x="471" y="909215"/>
                </a:cubicBezTo>
                <a:cubicBezTo>
                  <a:pt x="2357" y="911195"/>
                  <a:pt x="4054" y="913080"/>
                  <a:pt x="5750" y="914966"/>
                </a:cubicBezTo>
                <a:lnTo>
                  <a:pt x="6316" y="914966"/>
                </a:lnTo>
                <a:close/>
                <a:moveTo>
                  <a:pt x="324753" y="914871"/>
                </a:moveTo>
                <a:cubicBezTo>
                  <a:pt x="326545" y="912986"/>
                  <a:pt x="328241" y="911006"/>
                  <a:pt x="330315" y="908838"/>
                </a:cubicBezTo>
                <a:cubicBezTo>
                  <a:pt x="325696" y="904219"/>
                  <a:pt x="321171" y="899789"/>
                  <a:pt x="316458" y="895075"/>
                </a:cubicBezTo>
                <a:cubicBezTo>
                  <a:pt x="320983" y="890550"/>
                  <a:pt x="325508" y="886120"/>
                  <a:pt x="330127" y="881595"/>
                </a:cubicBezTo>
                <a:cubicBezTo>
                  <a:pt x="328241" y="879709"/>
                  <a:pt x="326450" y="877918"/>
                  <a:pt x="324188" y="875656"/>
                </a:cubicBezTo>
                <a:cubicBezTo>
                  <a:pt x="319569" y="880275"/>
                  <a:pt x="315138" y="884800"/>
                  <a:pt x="310142" y="889890"/>
                </a:cubicBezTo>
                <a:cubicBezTo>
                  <a:pt x="305523" y="885177"/>
                  <a:pt x="301092" y="880652"/>
                  <a:pt x="296850" y="876221"/>
                </a:cubicBezTo>
                <a:cubicBezTo>
                  <a:pt x="294965" y="878013"/>
                  <a:pt x="293079" y="879709"/>
                  <a:pt x="291005" y="881689"/>
                </a:cubicBezTo>
                <a:cubicBezTo>
                  <a:pt x="295719" y="886308"/>
                  <a:pt x="300149" y="890739"/>
                  <a:pt x="305051" y="895641"/>
                </a:cubicBezTo>
                <a:cubicBezTo>
                  <a:pt x="300432" y="900260"/>
                  <a:pt x="295907" y="904690"/>
                  <a:pt x="291948" y="908650"/>
                </a:cubicBezTo>
                <a:cubicBezTo>
                  <a:pt x="293645" y="910724"/>
                  <a:pt x="295153" y="912703"/>
                  <a:pt x="297133" y="915154"/>
                </a:cubicBezTo>
                <a:cubicBezTo>
                  <a:pt x="301846" y="910346"/>
                  <a:pt x="306183" y="905822"/>
                  <a:pt x="310142" y="901768"/>
                </a:cubicBezTo>
                <a:cubicBezTo>
                  <a:pt x="314950" y="906199"/>
                  <a:pt x="319569" y="910535"/>
                  <a:pt x="324188" y="914871"/>
                </a:cubicBezTo>
                <a:lnTo>
                  <a:pt x="324753" y="914871"/>
                </a:lnTo>
                <a:close/>
                <a:moveTo>
                  <a:pt x="595868" y="20079"/>
                </a:moveTo>
                <a:cubicBezTo>
                  <a:pt x="591249" y="24604"/>
                  <a:pt x="586724" y="29035"/>
                  <a:pt x="582388" y="33277"/>
                </a:cubicBezTo>
                <a:cubicBezTo>
                  <a:pt x="584368" y="35351"/>
                  <a:pt x="586064" y="37236"/>
                  <a:pt x="588421" y="39781"/>
                </a:cubicBezTo>
                <a:cubicBezTo>
                  <a:pt x="592852" y="35068"/>
                  <a:pt x="597188" y="30449"/>
                  <a:pt x="601901" y="25358"/>
                </a:cubicBezTo>
                <a:cubicBezTo>
                  <a:pt x="606521" y="30166"/>
                  <a:pt x="610857" y="34691"/>
                  <a:pt x="615288" y="39404"/>
                </a:cubicBezTo>
                <a:cubicBezTo>
                  <a:pt x="617267" y="37424"/>
                  <a:pt x="619058" y="35633"/>
                  <a:pt x="621321" y="33371"/>
                </a:cubicBezTo>
                <a:cubicBezTo>
                  <a:pt x="616607" y="28752"/>
                  <a:pt x="612082" y="24321"/>
                  <a:pt x="607086" y="19419"/>
                </a:cubicBezTo>
                <a:cubicBezTo>
                  <a:pt x="611705" y="14894"/>
                  <a:pt x="616230" y="10558"/>
                  <a:pt x="620661" y="6222"/>
                </a:cubicBezTo>
                <a:cubicBezTo>
                  <a:pt x="618870" y="4242"/>
                  <a:pt x="617173" y="2451"/>
                  <a:pt x="615193" y="377"/>
                </a:cubicBezTo>
                <a:cubicBezTo>
                  <a:pt x="610574" y="5090"/>
                  <a:pt x="606144" y="9521"/>
                  <a:pt x="601242" y="14612"/>
                </a:cubicBezTo>
                <a:cubicBezTo>
                  <a:pt x="596622" y="9804"/>
                  <a:pt x="592192" y="5279"/>
                  <a:pt x="587667" y="660"/>
                </a:cubicBezTo>
                <a:cubicBezTo>
                  <a:pt x="585782" y="2545"/>
                  <a:pt x="584085" y="4242"/>
                  <a:pt x="581822" y="6410"/>
                </a:cubicBezTo>
                <a:cubicBezTo>
                  <a:pt x="586536" y="11029"/>
                  <a:pt x="591061" y="15460"/>
                  <a:pt x="595774" y="20079"/>
                </a:cubicBezTo>
                <a:close/>
                <a:moveTo>
                  <a:pt x="39687" y="325036"/>
                </a:moveTo>
                <a:cubicBezTo>
                  <a:pt x="34879" y="320417"/>
                  <a:pt x="30354" y="315986"/>
                  <a:pt x="25358" y="311273"/>
                </a:cubicBezTo>
                <a:cubicBezTo>
                  <a:pt x="29977" y="306748"/>
                  <a:pt x="34408" y="302318"/>
                  <a:pt x="38838" y="297887"/>
                </a:cubicBezTo>
                <a:cubicBezTo>
                  <a:pt x="37047" y="296002"/>
                  <a:pt x="35351" y="294211"/>
                  <a:pt x="33088" y="291948"/>
                </a:cubicBezTo>
                <a:cubicBezTo>
                  <a:pt x="28469" y="296567"/>
                  <a:pt x="24038" y="301092"/>
                  <a:pt x="19136" y="306088"/>
                </a:cubicBezTo>
                <a:cubicBezTo>
                  <a:pt x="14612" y="301469"/>
                  <a:pt x="10181" y="296944"/>
                  <a:pt x="5939" y="292514"/>
                </a:cubicBezTo>
                <a:cubicBezTo>
                  <a:pt x="4054" y="294305"/>
                  <a:pt x="2262" y="296096"/>
                  <a:pt x="0" y="298264"/>
                </a:cubicBezTo>
                <a:cubicBezTo>
                  <a:pt x="4713" y="302789"/>
                  <a:pt x="9238" y="307125"/>
                  <a:pt x="14234" y="311933"/>
                </a:cubicBezTo>
                <a:cubicBezTo>
                  <a:pt x="9521" y="316552"/>
                  <a:pt x="4996" y="320983"/>
                  <a:pt x="566" y="325319"/>
                </a:cubicBezTo>
                <a:cubicBezTo>
                  <a:pt x="2357" y="327204"/>
                  <a:pt x="4054" y="329090"/>
                  <a:pt x="6033" y="331164"/>
                </a:cubicBezTo>
                <a:cubicBezTo>
                  <a:pt x="10652" y="326545"/>
                  <a:pt x="15083" y="322020"/>
                  <a:pt x="19702" y="317401"/>
                </a:cubicBezTo>
                <a:cubicBezTo>
                  <a:pt x="24321" y="322114"/>
                  <a:pt x="28752" y="326639"/>
                  <a:pt x="33182" y="331164"/>
                </a:cubicBezTo>
                <a:cubicBezTo>
                  <a:pt x="35539" y="328995"/>
                  <a:pt x="37330" y="327204"/>
                  <a:pt x="39687" y="325036"/>
                </a:cubicBezTo>
                <a:close/>
                <a:moveTo>
                  <a:pt x="329844" y="298170"/>
                </a:moveTo>
                <a:cubicBezTo>
                  <a:pt x="328053" y="296190"/>
                  <a:pt x="326356" y="294305"/>
                  <a:pt x="324094" y="291854"/>
                </a:cubicBezTo>
                <a:cubicBezTo>
                  <a:pt x="319569" y="296662"/>
                  <a:pt x="315232" y="301281"/>
                  <a:pt x="310425" y="306371"/>
                </a:cubicBezTo>
                <a:cubicBezTo>
                  <a:pt x="305711" y="301469"/>
                  <a:pt x="301281" y="297039"/>
                  <a:pt x="296944" y="292514"/>
                </a:cubicBezTo>
                <a:cubicBezTo>
                  <a:pt x="295059" y="294399"/>
                  <a:pt x="293268" y="296190"/>
                  <a:pt x="291005" y="298453"/>
                </a:cubicBezTo>
                <a:cubicBezTo>
                  <a:pt x="295625" y="302978"/>
                  <a:pt x="300149" y="307408"/>
                  <a:pt x="305051" y="312404"/>
                </a:cubicBezTo>
                <a:cubicBezTo>
                  <a:pt x="300432" y="316835"/>
                  <a:pt x="295907" y="321265"/>
                  <a:pt x="291665" y="325508"/>
                </a:cubicBezTo>
                <a:cubicBezTo>
                  <a:pt x="293456" y="327393"/>
                  <a:pt x="295153" y="329278"/>
                  <a:pt x="297133" y="331446"/>
                </a:cubicBezTo>
                <a:cubicBezTo>
                  <a:pt x="301658" y="326733"/>
                  <a:pt x="306088" y="322208"/>
                  <a:pt x="310707" y="317495"/>
                </a:cubicBezTo>
                <a:cubicBezTo>
                  <a:pt x="315327" y="322302"/>
                  <a:pt x="319757" y="326827"/>
                  <a:pt x="323999" y="331069"/>
                </a:cubicBezTo>
                <a:cubicBezTo>
                  <a:pt x="326262" y="329090"/>
                  <a:pt x="328147" y="327299"/>
                  <a:pt x="330315" y="325413"/>
                </a:cubicBezTo>
                <a:cubicBezTo>
                  <a:pt x="325602" y="320888"/>
                  <a:pt x="321171" y="316552"/>
                  <a:pt x="316175" y="311650"/>
                </a:cubicBezTo>
                <a:cubicBezTo>
                  <a:pt x="320983" y="306937"/>
                  <a:pt x="325508" y="302506"/>
                  <a:pt x="329844" y="298264"/>
                </a:cubicBezTo>
                <a:close/>
                <a:moveTo>
                  <a:pt x="19419" y="598131"/>
                </a:moveTo>
                <a:cubicBezTo>
                  <a:pt x="14706" y="593229"/>
                  <a:pt x="10369" y="588704"/>
                  <a:pt x="6127" y="584273"/>
                </a:cubicBezTo>
                <a:cubicBezTo>
                  <a:pt x="4242" y="586159"/>
                  <a:pt x="2451" y="587856"/>
                  <a:pt x="283" y="589929"/>
                </a:cubicBezTo>
                <a:cubicBezTo>
                  <a:pt x="4808" y="594360"/>
                  <a:pt x="9427" y="598696"/>
                  <a:pt x="14329" y="603504"/>
                </a:cubicBezTo>
                <a:cubicBezTo>
                  <a:pt x="9521" y="608217"/>
                  <a:pt x="4996" y="612742"/>
                  <a:pt x="754" y="616796"/>
                </a:cubicBezTo>
                <a:cubicBezTo>
                  <a:pt x="2545" y="618870"/>
                  <a:pt x="4242" y="620755"/>
                  <a:pt x="6316" y="623112"/>
                </a:cubicBezTo>
                <a:cubicBezTo>
                  <a:pt x="10935" y="618398"/>
                  <a:pt x="15366" y="613874"/>
                  <a:pt x="20173" y="609066"/>
                </a:cubicBezTo>
                <a:cubicBezTo>
                  <a:pt x="24698" y="613685"/>
                  <a:pt x="29035" y="618116"/>
                  <a:pt x="33371" y="622546"/>
                </a:cubicBezTo>
                <a:cubicBezTo>
                  <a:pt x="35445" y="620661"/>
                  <a:pt x="37236" y="618964"/>
                  <a:pt x="39593" y="616796"/>
                </a:cubicBezTo>
                <a:cubicBezTo>
                  <a:pt x="34973" y="612271"/>
                  <a:pt x="30354" y="607840"/>
                  <a:pt x="25452" y="603127"/>
                </a:cubicBezTo>
                <a:cubicBezTo>
                  <a:pt x="30166" y="598414"/>
                  <a:pt x="34691" y="593983"/>
                  <a:pt x="39216" y="589552"/>
                </a:cubicBezTo>
                <a:cubicBezTo>
                  <a:pt x="37330" y="587667"/>
                  <a:pt x="35539" y="585876"/>
                  <a:pt x="33182" y="583425"/>
                </a:cubicBezTo>
                <a:cubicBezTo>
                  <a:pt x="28752" y="588233"/>
                  <a:pt x="24321" y="592852"/>
                  <a:pt x="19513" y="598036"/>
                </a:cubicBezTo>
                <a:close/>
                <a:moveTo>
                  <a:pt x="297133" y="584179"/>
                </a:moveTo>
                <a:cubicBezTo>
                  <a:pt x="295153" y="586159"/>
                  <a:pt x="293362" y="587950"/>
                  <a:pt x="291383" y="589929"/>
                </a:cubicBezTo>
                <a:cubicBezTo>
                  <a:pt x="295813" y="594360"/>
                  <a:pt x="300338" y="598791"/>
                  <a:pt x="305240" y="603598"/>
                </a:cubicBezTo>
                <a:cubicBezTo>
                  <a:pt x="300527" y="608217"/>
                  <a:pt x="296002" y="612648"/>
                  <a:pt x="291665" y="616796"/>
                </a:cubicBezTo>
                <a:cubicBezTo>
                  <a:pt x="293551" y="618870"/>
                  <a:pt x="295248" y="620755"/>
                  <a:pt x="297227" y="622923"/>
                </a:cubicBezTo>
                <a:cubicBezTo>
                  <a:pt x="301846" y="618304"/>
                  <a:pt x="306183" y="613779"/>
                  <a:pt x="310896" y="609066"/>
                </a:cubicBezTo>
                <a:cubicBezTo>
                  <a:pt x="315515" y="613685"/>
                  <a:pt x="319946" y="618210"/>
                  <a:pt x="324565" y="622829"/>
                </a:cubicBezTo>
                <a:cubicBezTo>
                  <a:pt x="326545" y="620755"/>
                  <a:pt x="328241" y="618964"/>
                  <a:pt x="330504" y="616702"/>
                </a:cubicBezTo>
                <a:cubicBezTo>
                  <a:pt x="325885" y="612271"/>
                  <a:pt x="321360" y="607840"/>
                  <a:pt x="316364" y="603033"/>
                </a:cubicBezTo>
                <a:cubicBezTo>
                  <a:pt x="321077" y="598414"/>
                  <a:pt x="325602" y="594077"/>
                  <a:pt x="330221" y="589552"/>
                </a:cubicBezTo>
                <a:cubicBezTo>
                  <a:pt x="328336" y="587573"/>
                  <a:pt x="326545" y="585782"/>
                  <a:pt x="324659" y="583896"/>
                </a:cubicBezTo>
                <a:cubicBezTo>
                  <a:pt x="320040" y="588515"/>
                  <a:pt x="315609" y="592946"/>
                  <a:pt x="310519" y="598131"/>
                </a:cubicBezTo>
                <a:cubicBezTo>
                  <a:pt x="305806" y="593135"/>
                  <a:pt x="301469" y="588610"/>
                  <a:pt x="297227" y="584179"/>
                </a:cubicBezTo>
                <a:close/>
                <a:moveTo>
                  <a:pt x="19985" y="25547"/>
                </a:moveTo>
                <a:cubicBezTo>
                  <a:pt x="24604" y="30260"/>
                  <a:pt x="28940" y="34785"/>
                  <a:pt x="33465" y="39404"/>
                </a:cubicBezTo>
                <a:cubicBezTo>
                  <a:pt x="35445" y="37424"/>
                  <a:pt x="37142" y="35633"/>
                  <a:pt x="39310" y="33465"/>
                </a:cubicBezTo>
                <a:cubicBezTo>
                  <a:pt x="34691" y="28940"/>
                  <a:pt x="30166" y="24510"/>
                  <a:pt x="25264" y="19608"/>
                </a:cubicBezTo>
                <a:cubicBezTo>
                  <a:pt x="29977" y="15083"/>
                  <a:pt x="34502" y="10652"/>
                  <a:pt x="39027" y="6316"/>
                </a:cubicBezTo>
                <a:cubicBezTo>
                  <a:pt x="37142" y="4336"/>
                  <a:pt x="35351" y="2545"/>
                  <a:pt x="33182" y="283"/>
                </a:cubicBezTo>
                <a:cubicBezTo>
                  <a:pt x="28563" y="4996"/>
                  <a:pt x="24133" y="9521"/>
                  <a:pt x="19231" y="14517"/>
                </a:cubicBezTo>
                <a:cubicBezTo>
                  <a:pt x="14612" y="9804"/>
                  <a:pt x="10181" y="5373"/>
                  <a:pt x="5939" y="943"/>
                </a:cubicBezTo>
                <a:cubicBezTo>
                  <a:pt x="4054" y="2734"/>
                  <a:pt x="2262" y="4431"/>
                  <a:pt x="189" y="6410"/>
                </a:cubicBezTo>
                <a:cubicBezTo>
                  <a:pt x="4808" y="10935"/>
                  <a:pt x="9333" y="15366"/>
                  <a:pt x="14234" y="20173"/>
                </a:cubicBezTo>
                <a:cubicBezTo>
                  <a:pt x="9521" y="24792"/>
                  <a:pt x="4902" y="29317"/>
                  <a:pt x="566" y="33559"/>
                </a:cubicBezTo>
                <a:cubicBezTo>
                  <a:pt x="2357" y="35445"/>
                  <a:pt x="4054" y="37236"/>
                  <a:pt x="6410" y="39687"/>
                </a:cubicBezTo>
                <a:cubicBezTo>
                  <a:pt x="10935" y="34973"/>
                  <a:pt x="15271" y="30449"/>
                  <a:pt x="20079" y="25452"/>
                </a:cubicBezTo>
                <a:close/>
                <a:moveTo>
                  <a:pt x="615476" y="330787"/>
                </a:moveTo>
                <a:cubicBezTo>
                  <a:pt x="617361" y="328995"/>
                  <a:pt x="619153" y="327299"/>
                  <a:pt x="621132" y="325319"/>
                </a:cubicBezTo>
                <a:cubicBezTo>
                  <a:pt x="616513" y="320700"/>
                  <a:pt x="611988" y="316269"/>
                  <a:pt x="606992" y="311367"/>
                </a:cubicBezTo>
                <a:cubicBezTo>
                  <a:pt x="611800" y="306842"/>
                  <a:pt x="616419" y="302412"/>
                  <a:pt x="620567" y="298453"/>
                </a:cubicBezTo>
                <a:cubicBezTo>
                  <a:pt x="618681" y="296190"/>
                  <a:pt x="617079" y="294211"/>
                  <a:pt x="615099" y="291854"/>
                </a:cubicBezTo>
                <a:cubicBezTo>
                  <a:pt x="610386" y="296662"/>
                  <a:pt x="605955" y="301092"/>
                  <a:pt x="601336" y="305900"/>
                </a:cubicBezTo>
                <a:cubicBezTo>
                  <a:pt x="596811" y="301281"/>
                  <a:pt x="592380" y="296850"/>
                  <a:pt x="588233" y="292702"/>
                </a:cubicBezTo>
                <a:cubicBezTo>
                  <a:pt x="586064" y="294493"/>
                  <a:pt x="584085" y="296190"/>
                  <a:pt x="581728" y="298170"/>
                </a:cubicBezTo>
                <a:cubicBezTo>
                  <a:pt x="586536" y="302883"/>
                  <a:pt x="591061" y="307314"/>
                  <a:pt x="595774" y="311839"/>
                </a:cubicBezTo>
                <a:cubicBezTo>
                  <a:pt x="591155" y="316364"/>
                  <a:pt x="586724" y="320888"/>
                  <a:pt x="582105" y="325319"/>
                </a:cubicBezTo>
                <a:cubicBezTo>
                  <a:pt x="583991" y="327204"/>
                  <a:pt x="585782" y="328995"/>
                  <a:pt x="587761" y="330881"/>
                </a:cubicBezTo>
                <a:cubicBezTo>
                  <a:pt x="592286" y="326262"/>
                  <a:pt x="596622" y="321831"/>
                  <a:pt x="601619" y="316646"/>
                </a:cubicBezTo>
                <a:cubicBezTo>
                  <a:pt x="606615" y="321643"/>
                  <a:pt x="610951" y="326167"/>
                  <a:pt x="615382" y="330598"/>
                </a:cubicBezTo>
                <a:close/>
                <a:moveTo>
                  <a:pt x="887062" y="20173"/>
                </a:moveTo>
                <a:cubicBezTo>
                  <a:pt x="882255" y="24792"/>
                  <a:pt x="877730" y="29317"/>
                  <a:pt x="873393" y="33465"/>
                </a:cubicBezTo>
                <a:cubicBezTo>
                  <a:pt x="875279" y="35539"/>
                  <a:pt x="876881" y="37424"/>
                  <a:pt x="878861" y="39593"/>
                </a:cubicBezTo>
                <a:cubicBezTo>
                  <a:pt x="883480" y="34879"/>
                  <a:pt x="887911" y="30354"/>
                  <a:pt x="892624" y="25641"/>
                </a:cubicBezTo>
                <a:cubicBezTo>
                  <a:pt x="897243" y="30354"/>
                  <a:pt x="901674" y="34879"/>
                  <a:pt x="906199" y="39498"/>
                </a:cubicBezTo>
                <a:cubicBezTo>
                  <a:pt x="908178" y="37424"/>
                  <a:pt x="909969" y="35633"/>
                  <a:pt x="912043" y="33371"/>
                </a:cubicBezTo>
                <a:cubicBezTo>
                  <a:pt x="907518" y="28940"/>
                  <a:pt x="902899" y="24510"/>
                  <a:pt x="897997" y="19796"/>
                </a:cubicBezTo>
                <a:cubicBezTo>
                  <a:pt x="902711" y="15083"/>
                  <a:pt x="907236" y="10747"/>
                  <a:pt x="911855" y="6222"/>
                </a:cubicBezTo>
                <a:cubicBezTo>
                  <a:pt x="909969" y="4336"/>
                  <a:pt x="908178" y="2545"/>
                  <a:pt x="905916" y="189"/>
                </a:cubicBezTo>
                <a:cubicBezTo>
                  <a:pt x="901485" y="4902"/>
                  <a:pt x="897149" y="9615"/>
                  <a:pt x="892247" y="14800"/>
                </a:cubicBezTo>
                <a:cubicBezTo>
                  <a:pt x="887534" y="9804"/>
                  <a:pt x="883197" y="5279"/>
                  <a:pt x="878955" y="660"/>
                </a:cubicBezTo>
                <a:cubicBezTo>
                  <a:pt x="876976" y="2545"/>
                  <a:pt x="875279" y="4242"/>
                  <a:pt x="873016" y="6410"/>
                </a:cubicBezTo>
                <a:cubicBezTo>
                  <a:pt x="877635" y="10935"/>
                  <a:pt x="882160" y="15366"/>
                  <a:pt x="887157" y="20173"/>
                </a:cubicBezTo>
                <a:close/>
                <a:moveTo>
                  <a:pt x="588044" y="584273"/>
                </a:moveTo>
                <a:cubicBezTo>
                  <a:pt x="585970" y="586159"/>
                  <a:pt x="584085" y="587856"/>
                  <a:pt x="581728" y="590118"/>
                </a:cubicBezTo>
                <a:cubicBezTo>
                  <a:pt x="586536" y="594643"/>
                  <a:pt x="591061" y="599073"/>
                  <a:pt x="595868" y="603598"/>
                </a:cubicBezTo>
                <a:cubicBezTo>
                  <a:pt x="591155" y="608217"/>
                  <a:pt x="586630" y="612648"/>
                  <a:pt x="582105" y="617079"/>
                </a:cubicBezTo>
                <a:cubicBezTo>
                  <a:pt x="583991" y="618964"/>
                  <a:pt x="585782" y="620755"/>
                  <a:pt x="587761" y="622829"/>
                </a:cubicBezTo>
                <a:cubicBezTo>
                  <a:pt x="592192" y="618210"/>
                  <a:pt x="596528" y="613685"/>
                  <a:pt x="601336" y="608689"/>
                </a:cubicBezTo>
                <a:cubicBezTo>
                  <a:pt x="606238" y="613685"/>
                  <a:pt x="610763" y="618210"/>
                  <a:pt x="615099" y="622640"/>
                </a:cubicBezTo>
                <a:cubicBezTo>
                  <a:pt x="617173" y="620661"/>
                  <a:pt x="618964" y="618964"/>
                  <a:pt x="621038" y="616984"/>
                </a:cubicBezTo>
                <a:cubicBezTo>
                  <a:pt x="616324" y="612365"/>
                  <a:pt x="611894" y="607935"/>
                  <a:pt x="606898" y="603127"/>
                </a:cubicBezTo>
                <a:cubicBezTo>
                  <a:pt x="611611" y="598508"/>
                  <a:pt x="616230" y="594077"/>
                  <a:pt x="620378" y="590118"/>
                </a:cubicBezTo>
                <a:cubicBezTo>
                  <a:pt x="618587" y="587950"/>
                  <a:pt x="616984" y="585970"/>
                  <a:pt x="615005" y="583613"/>
                </a:cubicBezTo>
                <a:cubicBezTo>
                  <a:pt x="610291" y="588327"/>
                  <a:pt x="605955" y="592852"/>
                  <a:pt x="601242" y="597565"/>
                </a:cubicBezTo>
                <a:cubicBezTo>
                  <a:pt x="596717" y="592946"/>
                  <a:pt x="592286" y="588515"/>
                  <a:pt x="587950" y="584179"/>
                </a:cubicBezTo>
                <a:close/>
                <a:moveTo>
                  <a:pt x="305146" y="20362"/>
                </a:moveTo>
                <a:cubicBezTo>
                  <a:pt x="300432" y="24887"/>
                  <a:pt x="295907" y="29317"/>
                  <a:pt x="291665" y="33465"/>
                </a:cubicBezTo>
                <a:cubicBezTo>
                  <a:pt x="293456" y="35539"/>
                  <a:pt x="295153" y="37424"/>
                  <a:pt x="297133" y="39687"/>
                </a:cubicBezTo>
                <a:cubicBezTo>
                  <a:pt x="301752" y="34973"/>
                  <a:pt x="306183" y="30449"/>
                  <a:pt x="310896" y="25641"/>
                </a:cubicBezTo>
                <a:cubicBezTo>
                  <a:pt x="315515" y="30260"/>
                  <a:pt x="319946" y="34785"/>
                  <a:pt x="324471" y="39404"/>
                </a:cubicBezTo>
                <a:cubicBezTo>
                  <a:pt x="326356" y="37424"/>
                  <a:pt x="328147" y="35633"/>
                  <a:pt x="330409" y="33371"/>
                </a:cubicBezTo>
                <a:cubicBezTo>
                  <a:pt x="325790" y="28846"/>
                  <a:pt x="321171" y="24415"/>
                  <a:pt x="316269" y="19608"/>
                </a:cubicBezTo>
                <a:cubicBezTo>
                  <a:pt x="320983" y="14989"/>
                  <a:pt x="325413" y="10558"/>
                  <a:pt x="329750" y="6316"/>
                </a:cubicBezTo>
                <a:cubicBezTo>
                  <a:pt x="327959" y="4336"/>
                  <a:pt x="326356" y="2451"/>
                  <a:pt x="324188" y="0"/>
                </a:cubicBezTo>
                <a:cubicBezTo>
                  <a:pt x="319474" y="4808"/>
                  <a:pt x="315044" y="9333"/>
                  <a:pt x="309953" y="14423"/>
                </a:cubicBezTo>
                <a:cubicBezTo>
                  <a:pt x="305523" y="9710"/>
                  <a:pt x="301186" y="5090"/>
                  <a:pt x="296944" y="566"/>
                </a:cubicBezTo>
                <a:cubicBezTo>
                  <a:pt x="294965" y="2451"/>
                  <a:pt x="293268" y="4148"/>
                  <a:pt x="291005" y="6222"/>
                </a:cubicBezTo>
                <a:cubicBezTo>
                  <a:pt x="295625" y="10841"/>
                  <a:pt x="300149" y="15271"/>
                  <a:pt x="305051" y="20173"/>
                </a:cubicBezTo>
                <a:close/>
                <a:moveTo>
                  <a:pt x="911478" y="298076"/>
                </a:moveTo>
                <a:cubicBezTo>
                  <a:pt x="909781" y="296096"/>
                  <a:pt x="908084" y="294211"/>
                  <a:pt x="906104" y="291948"/>
                </a:cubicBezTo>
                <a:cubicBezTo>
                  <a:pt x="901485" y="296662"/>
                  <a:pt x="897055" y="301186"/>
                  <a:pt x="892341" y="305900"/>
                </a:cubicBezTo>
                <a:cubicBezTo>
                  <a:pt x="887816" y="301281"/>
                  <a:pt x="883386" y="296850"/>
                  <a:pt x="879144" y="292608"/>
                </a:cubicBezTo>
                <a:cubicBezTo>
                  <a:pt x="877070" y="294493"/>
                  <a:pt x="875184" y="296284"/>
                  <a:pt x="872828" y="298453"/>
                </a:cubicBezTo>
                <a:cubicBezTo>
                  <a:pt x="877541" y="303072"/>
                  <a:pt x="881972" y="307408"/>
                  <a:pt x="886779" y="312121"/>
                </a:cubicBezTo>
                <a:cubicBezTo>
                  <a:pt x="882349" y="316552"/>
                  <a:pt x="877824" y="320983"/>
                  <a:pt x="873393" y="325413"/>
                </a:cubicBezTo>
                <a:cubicBezTo>
                  <a:pt x="875184" y="327299"/>
                  <a:pt x="876881" y="329090"/>
                  <a:pt x="879144" y="331446"/>
                </a:cubicBezTo>
                <a:cubicBezTo>
                  <a:pt x="883763" y="326733"/>
                  <a:pt x="888194" y="322208"/>
                  <a:pt x="893190" y="317023"/>
                </a:cubicBezTo>
                <a:cubicBezTo>
                  <a:pt x="897809" y="321737"/>
                  <a:pt x="902239" y="326167"/>
                  <a:pt x="906199" y="330315"/>
                </a:cubicBezTo>
                <a:cubicBezTo>
                  <a:pt x="908084" y="328713"/>
                  <a:pt x="910064" y="327110"/>
                  <a:pt x="912043" y="325413"/>
                </a:cubicBezTo>
                <a:cubicBezTo>
                  <a:pt x="907424" y="320888"/>
                  <a:pt x="902994" y="316458"/>
                  <a:pt x="897903" y="311462"/>
                </a:cubicBezTo>
                <a:cubicBezTo>
                  <a:pt x="902805" y="306654"/>
                  <a:pt x="907330" y="302223"/>
                  <a:pt x="911478" y="298076"/>
                </a:cubicBezTo>
                <a:close/>
                <a:moveTo>
                  <a:pt x="872828" y="590024"/>
                </a:moveTo>
                <a:cubicBezTo>
                  <a:pt x="877541" y="594454"/>
                  <a:pt x="882160" y="598885"/>
                  <a:pt x="887157" y="603598"/>
                </a:cubicBezTo>
                <a:cubicBezTo>
                  <a:pt x="882349" y="608312"/>
                  <a:pt x="877824" y="612742"/>
                  <a:pt x="873393" y="617079"/>
                </a:cubicBezTo>
                <a:cubicBezTo>
                  <a:pt x="875184" y="618964"/>
                  <a:pt x="876881" y="620849"/>
                  <a:pt x="878955" y="623018"/>
                </a:cubicBezTo>
                <a:cubicBezTo>
                  <a:pt x="883480" y="618304"/>
                  <a:pt x="887816" y="613779"/>
                  <a:pt x="892530" y="608972"/>
                </a:cubicBezTo>
                <a:cubicBezTo>
                  <a:pt x="897243" y="613874"/>
                  <a:pt x="901580" y="618398"/>
                  <a:pt x="905916" y="622923"/>
                </a:cubicBezTo>
                <a:cubicBezTo>
                  <a:pt x="908178" y="620755"/>
                  <a:pt x="910064" y="618964"/>
                  <a:pt x="912326" y="616796"/>
                </a:cubicBezTo>
                <a:cubicBezTo>
                  <a:pt x="907613" y="612271"/>
                  <a:pt x="903088" y="607840"/>
                  <a:pt x="897903" y="602844"/>
                </a:cubicBezTo>
                <a:cubicBezTo>
                  <a:pt x="902617" y="598319"/>
                  <a:pt x="907236" y="593983"/>
                  <a:pt x="911478" y="590024"/>
                </a:cubicBezTo>
                <a:cubicBezTo>
                  <a:pt x="909687" y="587950"/>
                  <a:pt x="907990" y="586064"/>
                  <a:pt x="905916" y="583708"/>
                </a:cubicBezTo>
                <a:cubicBezTo>
                  <a:pt x="901391" y="588421"/>
                  <a:pt x="896960" y="592946"/>
                  <a:pt x="892341" y="597754"/>
                </a:cubicBezTo>
                <a:cubicBezTo>
                  <a:pt x="887722" y="593135"/>
                  <a:pt x="883386" y="588610"/>
                  <a:pt x="878861" y="584085"/>
                </a:cubicBezTo>
                <a:cubicBezTo>
                  <a:pt x="876881" y="586064"/>
                  <a:pt x="875184" y="587856"/>
                  <a:pt x="872828" y="590118"/>
                </a:cubicBezTo>
                <a:close/>
              </a:path>
            </a:pathLst>
          </a:custGeom>
          <a:solidFill>
            <a:schemeClr val="accent2"/>
          </a:solidFill>
          <a:ln w="9427" cap="flat">
            <a:noFill/>
            <a:prstDash val="solid"/>
            <a:miter/>
          </a:ln>
        </p:spPr>
        <p:txBody>
          <a:bodyPr rtlCol="0" anchor="ctr"/>
          <a:lstStyle/>
          <a:p>
            <a:endParaRPr lang="en-US" b="0" i="0" dirty="0">
              <a:latin typeface="Oswald" pitchFamily="2" charset="77"/>
            </a:endParaRPr>
          </a:p>
        </p:txBody>
      </p:sp>
      <p:sp>
        <p:nvSpPr>
          <p:cNvPr id="10" name="Oval 9">
            <a:extLst>
              <a:ext uri="{FF2B5EF4-FFF2-40B4-BE49-F238E27FC236}">
                <a16:creationId xmlns:a16="http://schemas.microsoft.com/office/drawing/2014/main" id="{B3B43AD5-CA5B-27F8-C44F-B55AEAED10B6}"/>
              </a:ext>
            </a:extLst>
          </p:cNvPr>
          <p:cNvSpPr/>
          <p:nvPr userDrawn="1"/>
        </p:nvSpPr>
        <p:spPr>
          <a:xfrm>
            <a:off x="377438" y="1323676"/>
            <a:ext cx="277000" cy="276999"/>
          </a:xfrm>
          <a:prstGeom prst="ellipse">
            <a:avLst/>
          </a:prstGeom>
          <a:noFill/>
          <a:ln w="63500">
            <a:gradFill flip="none" rotWithShape="1">
              <a:gsLst>
                <a:gs pos="0">
                  <a:schemeClr val="accent2"/>
                </a:gs>
                <a:gs pos="99000">
                  <a:schemeClr val="accent3"/>
                </a:gs>
              </a:gsLst>
              <a:lin ang="81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Oswald" pitchFamily="2" charset="77"/>
            </a:endParaRPr>
          </a:p>
        </p:txBody>
      </p:sp>
      <p:sp>
        <p:nvSpPr>
          <p:cNvPr id="8" name="Title Placeholder 1">
            <a:extLst>
              <a:ext uri="{FF2B5EF4-FFF2-40B4-BE49-F238E27FC236}">
                <a16:creationId xmlns:a16="http://schemas.microsoft.com/office/drawing/2014/main" id="{6159F526-F694-7F0C-692D-4CF8172031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1082511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02">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40911A99-F6AF-4CE4-8F4B-05B3B0B73594}"/>
              </a:ext>
            </a:extLst>
          </p:cNvPr>
          <p:cNvSpPr/>
          <p:nvPr userDrawn="1"/>
        </p:nvSpPr>
        <p:spPr>
          <a:xfrm>
            <a:off x="0" y="1"/>
            <a:ext cx="5274366" cy="3429000"/>
          </a:xfrm>
          <a:custGeom>
            <a:avLst/>
            <a:gdLst>
              <a:gd name="connsiteX0" fmla="*/ 0 w 5274366"/>
              <a:gd name="connsiteY0" fmla="*/ 0 h 3429000"/>
              <a:gd name="connsiteX1" fmla="*/ 4702854 w 5274366"/>
              <a:gd name="connsiteY1" fmla="*/ 0 h 3429000"/>
              <a:gd name="connsiteX2" fmla="*/ 5274366 w 5274366"/>
              <a:gd name="connsiteY2" fmla="*/ 571511 h 3429000"/>
              <a:gd name="connsiteX3" fmla="*/ 5274366 w 5274366"/>
              <a:gd name="connsiteY3" fmla="*/ 3429000 h 3429000"/>
              <a:gd name="connsiteX4" fmla="*/ 0 w 5274366"/>
              <a:gd name="connsiteY4" fmla="*/ 3429000 h 3429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4366" h="3429000">
                <a:moveTo>
                  <a:pt x="0" y="0"/>
                </a:moveTo>
                <a:lnTo>
                  <a:pt x="4702854" y="0"/>
                </a:lnTo>
                <a:cubicBezTo>
                  <a:pt x="5018491" y="0"/>
                  <a:pt x="5274366" y="255874"/>
                  <a:pt x="5274366" y="571511"/>
                </a:cubicBezTo>
                <a:lnTo>
                  <a:pt x="5274366" y="3429000"/>
                </a:lnTo>
                <a:lnTo>
                  <a:pt x="0" y="3429000"/>
                </a:lnTo>
                <a:close/>
              </a:path>
            </a:pathLst>
          </a:custGeom>
          <a:gradFill>
            <a:gsLst>
              <a:gs pos="0">
                <a:schemeClr val="accent2"/>
              </a:gs>
              <a:gs pos="100000">
                <a:schemeClr val="accent3"/>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Oswald" pitchFamily="2" charset="77"/>
            </a:endParaRPr>
          </a:p>
        </p:txBody>
      </p:sp>
      <p:sp>
        <p:nvSpPr>
          <p:cNvPr id="8" name="Rectangle 7">
            <a:extLst>
              <a:ext uri="{FF2B5EF4-FFF2-40B4-BE49-F238E27FC236}">
                <a16:creationId xmlns:a16="http://schemas.microsoft.com/office/drawing/2014/main" id="{2EB99BC5-59F7-13AE-A4ED-470FD88EA549}"/>
              </a:ext>
            </a:extLst>
          </p:cNvPr>
          <p:cNvSpPr/>
          <p:nvPr userDrawn="1"/>
        </p:nvSpPr>
        <p:spPr>
          <a:xfrm>
            <a:off x="592667" y="558800"/>
            <a:ext cx="10761133" cy="561816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Oswald" pitchFamily="2" charset="77"/>
            </a:endParaRPr>
          </a:p>
        </p:txBody>
      </p:sp>
      <p:sp>
        <p:nvSpPr>
          <p:cNvPr id="3" name="Content Placeholder 2">
            <a:extLst>
              <a:ext uri="{FF2B5EF4-FFF2-40B4-BE49-F238E27FC236}">
                <a16:creationId xmlns:a16="http://schemas.microsoft.com/office/drawing/2014/main" id="{8AD6AFD1-F254-99E9-45FB-2CE3C527D03C}"/>
              </a:ext>
            </a:extLst>
          </p:cNvPr>
          <p:cNvSpPr>
            <a:spLocks noGrp="1"/>
          </p:cNvSpPr>
          <p:nvPr>
            <p:ph idx="1"/>
          </p:nvPr>
        </p:nvSpPr>
        <p:spPr>
          <a:xfrm>
            <a:off x="838200" y="1825625"/>
            <a:ext cx="10515600" cy="4351338"/>
          </a:xfrm>
          <a:prstGeom prst="rect">
            <a:avLst/>
          </a:prstGeom>
        </p:spPr>
        <p:txBody>
          <a:bodyPr>
            <a:normAutofit/>
          </a:bodyPr>
          <a:lstStyle>
            <a:lvl1pPr marL="0" indent="0">
              <a:buFontTx/>
              <a:buNone/>
              <a:defRPr sz="2000">
                <a:latin typeface="Oswald" pitchFamily="2" charset="77"/>
              </a:defRPr>
            </a:lvl1pPr>
            <a:lvl2pPr marL="457200" indent="0">
              <a:buFontTx/>
              <a:buNone/>
              <a:defRPr sz="1800">
                <a:latin typeface="Oswald" pitchFamily="2" charset="77"/>
              </a:defRPr>
            </a:lvl2pPr>
            <a:lvl3pPr marL="914400" indent="0">
              <a:buFontTx/>
              <a:buNone/>
              <a:defRPr sz="1600">
                <a:latin typeface="Oswald" pitchFamily="2" charset="77"/>
              </a:defRPr>
            </a:lvl3pPr>
            <a:lvl4pPr marL="1371600" indent="0">
              <a:buFontTx/>
              <a:buNone/>
              <a:defRPr sz="1400">
                <a:latin typeface="Oswald" pitchFamily="2" charset="77"/>
              </a:defRPr>
            </a:lvl4pPr>
            <a:lvl5pPr marL="1828800" indent="0">
              <a:buFontTx/>
              <a:buNone/>
              <a:defRPr sz="1400">
                <a:latin typeface="Oswald"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2FF379-4A1C-086A-1CD0-002871013A32}"/>
              </a:ext>
            </a:extLst>
          </p:cNvPr>
          <p:cNvSpPr>
            <a:spLocks noGrp="1"/>
          </p:cNvSpPr>
          <p:nvPr>
            <p:ph type="dt" sz="half" idx="10"/>
          </p:nvPr>
        </p:nvSpPr>
        <p:spPr/>
        <p:txBody>
          <a:bodyPr/>
          <a:lstStyle>
            <a:lvl1pPr>
              <a:defRPr>
                <a:latin typeface="Oswald" pitchFamily="2" charset="77"/>
              </a:defRPr>
            </a:lvl1pPr>
          </a:lstStyle>
          <a:p>
            <a:r>
              <a:rPr lang="en-US"/>
              <a:t>20XX</a:t>
            </a:r>
            <a:endParaRPr lang="en-US" dirty="0"/>
          </a:p>
        </p:txBody>
      </p:sp>
      <p:sp>
        <p:nvSpPr>
          <p:cNvPr id="5" name="Footer Placeholder 4">
            <a:extLst>
              <a:ext uri="{FF2B5EF4-FFF2-40B4-BE49-F238E27FC236}">
                <a16:creationId xmlns:a16="http://schemas.microsoft.com/office/drawing/2014/main" id="{BACF4A1F-3C46-8D2B-DAEB-172DF8684278}"/>
              </a:ext>
            </a:extLst>
          </p:cNvPr>
          <p:cNvSpPr>
            <a:spLocks noGrp="1"/>
          </p:cNvSpPr>
          <p:nvPr>
            <p:ph type="ftr" sz="quarter" idx="11"/>
          </p:nvPr>
        </p:nvSpPr>
        <p:spPr/>
        <p:txBody>
          <a:bodyPr/>
          <a:lstStyle>
            <a:lvl1pPr>
              <a:defRPr>
                <a:latin typeface="Oswald" pitchFamily="2" charset="77"/>
              </a:defRPr>
            </a:lvl1pPr>
          </a:lstStyle>
          <a:p>
            <a:endParaRPr lang="en-US"/>
          </a:p>
        </p:txBody>
      </p:sp>
      <p:sp>
        <p:nvSpPr>
          <p:cNvPr id="6" name="Slide Number Placeholder 5">
            <a:extLst>
              <a:ext uri="{FF2B5EF4-FFF2-40B4-BE49-F238E27FC236}">
                <a16:creationId xmlns:a16="http://schemas.microsoft.com/office/drawing/2014/main" id="{FBC1D808-CBAA-B9C7-9309-BC4A8CA19769}"/>
              </a:ext>
            </a:extLst>
          </p:cNvPr>
          <p:cNvSpPr>
            <a:spLocks noGrp="1"/>
          </p:cNvSpPr>
          <p:nvPr>
            <p:ph type="sldNum" sz="quarter" idx="12"/>
          </p:nvPr>
        </p:nvSpPr>
        <p:spPr/>
        <p:txBody>
          <a:bodyPr/>
          <a:lstStyle>
            <a:lvl1pPr>
              <a:defRPr>
                <a:latin typeface="Oswald" pitchFamily="2" charset="77"/>
              </a:defRPr>
            </a:lvl1pPr>
          </a:lstStyle>
          <a:p>
            <a:fld id="{92A6C7AB-A877-C342-9CE7-90563939BDE3}" type="slidenum">
              <a:rPr lang="en-US" smtClean="0"/>
              <a:pPr/>
              <a:t>‹#›</a:t>
            </a:fld>
            <a:endParaRPr lang="en-US"/>
          </a:p>
        </p:txBody>
      </p:sp>
      <p:sp>
        <p:nvSpPr>
          <p:cNvPr id="9" name="Round Diagonal Corner Rectangle 8">
            <a:extLst>
              <a:ext uri="{FF2B5EF4-FFF2-40B4-BE49-F238E27FC236}">
                <a16:creationId xmlns:a16="http://schemas.microsoft.com/office/drawing/2014/main" id="{5F0EE861-6222-06FC-41BF-60C711F9EB6D}"/>
              </a:ext>
            </a:extLst>
          </p:cNvPr>
          <p:cNvSpPr/>
          <p:nvPr userDrawn="1"/>
        </p:nvSpPr>
        <p:spPr>
          <a:xfrm>
            <a:off x="7491803" y="5864459"/>
            <a:ext cx="8181194" cy="1359204"/>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Oswald" pitchFamily="2" charset="77"/>
            </a:endParaRPr>
          </a:p>
        </p:txBody>
      </p:sp>
      <p:sp>
        <p:nvSpPr>
          <p:cNvPr id="10" name="Title Placeholder 1">
            <a:extLst>
              <a:ext uri="{FF2B5EF4-FFF2-40B4-BE49-F238E27FC236}">
                <a16:creationId xmlns:a16="http://schemas.microsoft.com/office/drawing/2014/main" id="{8AF5BA36-170D-CED6-F638-CCA8969A78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3339147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Slide with Image 01">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AA69419F-8865-D9CD-32D7-54A55BB92B8A}"/>
              </a:ext>
            </a:extLst>
          </p:cNvPr>
          <p:cNvSpPr/>
          <p:nvPr userDrawn="1"/>
        </p:nvSpPr>
        <p:spPr>
          <a:xfrm>
            <a:off x="821634" y="1714499"/>
            <a:ext cx="5274366" cy="4462463"/>
          </a:xfrm>
          <a:custGeom>
            <a:avLst/>
            <a:gdLst>
              <a:gd name="connsiteX0" fmla="*/ 0 w 5274366"/>
              <a:gd name="connsiteY0" fmla="*/ 0 h 3429000"/>
              <a:gd name="connsiteX1" fmla="*/ 4702854 w 5274366"/>
              <a:gd name="connsiteY1" fmla="*/ 0 h 3429000"/>
              <a:gd name="connsiteX2" fmla="*/ 5274366 w 5274366"/>
              <a:gd name="connsiteY2" fmla="*/ 571511 h 3429000"/>
              <a:gd name="connsiteX3" fmla="*/ 5274366 w 5274366"/>
              <a:gd name="connsiteY3" fmla="*/ 3429000 h 3429000"/>
              <a:gd name="connsiteX4" fmla="*/ 0 w 5274366"/>
              <a:gd name="connsiteY4" fmla="*/ 3429000 h 3429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4366" h="3429000">
                <a:moveTo>
                  <a:pt x="0" y="0"/>
                </a:moveTo>
                <a:lnTo>
                  <a:pt x="4702854" y="0"/>
                </a:lnTo>
                <a:cubicBezTo>
                  <a:pt x="5018491" y="0"/>
                  <a:pt x="5274366" y="255874"/>
                  <a:pt x="5274366" y="571511"/>
                </a:cubicBezTo>
                <a:lnTo>
                  <a:pt x="5274366" y="3429000"/>
                </a:lnTo>
                <a:lnTo>
                  <a:pt x="0" y="3429000"/>
                </a:lnTo>
                <a:close/>
              </a:path>
            </a:pathLst>
          </a:custGeom>
          <a:gradFill>
            <a:gsLst>
              <a:gs pos="0">
                <a:schemeClr val="accent2"/>
              </a:gs>
              <a:gs pos="100000">
                <a:schemeClr val="accent3"/>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Oswald" pitchFamily="2" charset="77"/>
            </a:endParaRPr>
          </a:p>
        </p:txBody>
      </p:sp>
      <p:sp>
        <p:nvSpPr>
          <p:cNvPr id="10" name="Round Diagonal Corner Rectangle 9">
            <a:extLst>
              <a:ext uri="{FF2B5EF4-FFF2-40B4-BE49-F238E27FC236}">
                <a16:creationId xmlns:a16="http://schemas.microsoft.com/office/drawing/2014/main" id="{BAF8E517-DD18-9947-FFAC-367058371A40}"/>
              </a:ext>
            </a:extLst>
          </p:cNvPr>
          <p:cNvSpPr/>
          <p:nvPr userDrawn="1"/>
        </p:nvSpPr>
        <p:spPr>
          <a:xfrm>
            <a:off x="7491803" y="5864459"/>
            <a:ext cx="8181194" cy="1359204"/>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Oswald" pitchFamily="2" charset="77"/>
            </a:endParaRPr>
          </a:p>
        </p:txBody>
      </p:sp>
      <p:sp>
        <p:nvSpPr>
          <p:cNvPr id="4" name="Content Placeholder 3">
            <a:extLst>
              <a:ext uri="{FF2B5EF4-FFF2-40B4-BE49-F238E27FC236}">
                <a16:creationId xmlns:a16="http://schemas.microsoft.com/office/drawing/2014/main" id="{66191849-8BBC-4FE1-BD56-DD89496450DA}"/>
              </a:ext>
            </a:extLst>
          </p:cNvPr>
          <p:cNvSpPr>
            <a:spLocks noGrp="1"/>
          </p:cNvSpPr>
          <p:nvPr>
            <p:ph sz="half" idx="2"/>
          </p:nvPr>
        </p:nvSpPr>
        <p:spPr>
          <a:xfrm>
            <a:off x="6172200" y="1825625"/>
            <a:ext cx="5181600" cy="4351338"/>
          </a:xfrm>
          <a:prstGeom prst="rect">
            <a:avLst/>
          </a:prstGeom>
        </p:spPr>
        <p:txBody>
          <a:bodyPr>
            <a:normAutofit/>
          </a:bodyPr>
          <a:lstStyle>
            <a:lvl1pPr marL="0" indent="0">
              <a:buFontTx/>
              <a:buNone/>
              <a:defRPr sz="2000">
                <a:latin typeface="Oswald" pitchFamily="2" charset="77"/>
              </a:defRPr>
            </a:lvl1pPr>
            <a:lvl2pPr marL="457200" indent="0">
              <a:buFontTx/>
              <a:buNone/>
              <a:defRPr sz="1800">
                <a:latin typeface="Oswald" pitchFamily="2" charset="77"/>
              </a:defRPr>
            </a:lvl2pPr>
            <a:lvl3pPr marL="914400" indent="0">
              <a:buFontTx/>
              <a:buNone/>
              <a:defRPr sz="1600">
                <a:latin typeface="Oswald" pitchFamily="2" charset="77"/>
              </a:defRPr>
            </a:lvl3pPr>
            <a:lvl4pPr marL="1371600" indent="0">
              <a:buFontTx/>
              <a:buNone/>
              <a:defRPr sz="1400">
                <a:latin typeface="Oswald" pitchFamily="2" charset="77"/>
              </a:defRPr>
            </a:lvl4pPr>
            <a:lvl5pPr marL="1828800" indent="0">
              <a:buFontTx/>
              <a:buNone/>
              <a:defRPr sz="1400">
                <a:latin typeface="Oswald"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CD8D3C-49CE-351D-5F1C-C99B2896A855}"/>
              </a:ext>
            </a:extLst>
          </p:cNvPr>
          <p:cNvSpPr>
            <a:spLocks noGrp="1"/>
          </p:cNvSpPr>
          <p:nvPr>
            <p:ph type="dt" sz="half" idx="10"/>
          </p:nvPr>
        </p:nvSpPr>
        <p:spPr/>
        <p:txBody>
          <a:bodyPr/>
          <a:lstStyle>
            <a:lvl1pPr>
              <a:defRPr>
                <a:latin typeface="Oswald" pitchFamily="2" charset="77"/>
              </a:defRPr>
            </a:lvl1pPr>
          </a:lstStyle>
          <a:p>
            <a:fld id="{04F85528-7667-1E46-8111-8E661B15A7D9}" type="datetimeFigureOut">
              <a:rPr lang="en-US" smtClean="0"/>
              <a:pPr/>
              <a:t>3/17/2026</a:t>
            </a:fld>
            <a:endParaRPr lang="en-US"/>
          </a:p>
        </p:txBody>
      </p:sp>
      <p:sp>
        <p:nvSpPr>
          <p:cNvPr id="6" name="Footer Placeholder 5">
            <a:extLst>
              <a:ext uri="{FF2B5EF4-FFF2-40B4-BE49-F238E27FC236}">
                <a16:creationId xmlns:a16="http://schemas.microsoft.com/office/drawing/2014/main" id="{B94F55DA-590C-AC00-ABB3-B63647043CF8}"/>
              </a:ext>
            </a:extLst>
          </p:cNvPr>
          <p:cNvSpPr>
            <a:spLocks noGrp="1"/>
          </p:cNvSpPr>
          <p:nvPr>
            <p:ph type="ftr" sz="quarter" idx="11"/>
          </p:nvPr>
        </p:nvSpPr>
        <p:spPr/>
        <p:txBody>
          <a:bodyPr/>
          <a:lstStyle>
            <a:lvl1pPr>
              <a:defRPr>
                <a:latin typeface="Oswald" pitchFamily="2" charset="77"/>
              </a:defRPr>
            </a:lvl1pPr>
          </a:lstStyle>
          <a:p>
            <a:endParaRPr lang="en-US"/>
          </a:p>
        </p:txBody>
      </p:sp>
      <p:sp>
        <p:nvSpPr>
          <p:cNvPr id="7" name="Slide Number Placeholder 6">
            <a:extLst>
              <a:ext uri="{FF2B5EF4-FFF2-40B4-BE49-F238E27FC236}">
                <a16:creationId xmlns:a16="http://schemas.microsoft.com/office/drawing/2014/main" id="{2F5AEAA4-5F74-10CA-8D89-3E8D71F14D92}"/>
              </a:ext>
            </a:extLst>
          </p:cNvPr>
          <p:cNvSpPr>
            <a:spLocks noGrp="1"/>
          </p:cNvSpPr>
          <p:nvPr>
            <p:ph type="sldNum" sz="quarter" idx="12"/>
          </p:nvPr>
        </p:nvSpPr>
        <p:spPr/>
        <p:txBody>
          <a:bodyPr/>
          <a:lstStyle>
            <a:lvl1pPr>
              <a:defRPr>
                <a:latin typeface="Oswald" pitchFamily="2" charset="77"/>
              </a:defRPr>
            </a:lvl1pPr>
          </a:lstStyle>
          <a:p>
            <a:fld id="{92A6C7AB-A877-C342-9CE7-90563939BDE3}" type="slidenum">
              <a:rPr lang="en-US" smtClean="0"/>
              <a:pPr/>
              <a:t>‹#›</a:t>
            </a:fld>
            <a:endParaRPr lang="en-US"/>
          </a:p>
        </p:txBody>
      </p:sp>
      <p:sp>
        <p:nvSpPr>
          <p:cNvPr id="9" name="Picture Placeholder 8">
            <a:extLst>
              <a:ext uri="{FF2B5EF4-FFF2-40B4-BE49-F238E27FC236}">
                <a16:creationId xmlns:a16="http://schemas.microsoft.com/office/drawing/2014/main" id="{C24933B8-7F1B-8266-103E-F0EF88F55778}"/>
              </a:ext>
            </a:extLst>
          </p:cNvPr>
          <p:cNvSpPr>
            <a:spLocks noGrp="1"/>
          </p:cNvSpPr>
          <p:nvPr>
            <p:ph type="pic" sz="quarter" idx="13"/>
          </p:nvPr>
        </p:nvSpPr>
        <p:spPr>
          <a:xfrm>
            <a:off x="1045817" y="1922197"/>
            <a:ext cx="4826000" cy="4047066"/>
          </a:xfrm>
        </p:spPr>
        <p:txBody>
          <a:bodyPr/>
          <a:lstStyle>
            <a:lvl1pPr>
              <a:defRPr>
                <a:latin typeface="Oswald" pitchFamily="2" charset="77"/>
              </a:defRPr>
            </a:lvl1pPr>
          </a:lstStyle>
          <a:p>
            <a:endParaRPr lang="en-US"/>
          </a:p>
        </p:txBody>
      </p:sp>
      <p:sp>
        <p:nvSpPr>
          <p:cNvPr id="11" name="Graphic 52">
            <a:extLst>
              <a:ext uri="{FF2B5EF4-FFF2-40B4-BE49-F238E27FC236}">
                <a16:creationId xmlns:a16="http://schemas.microsoft.com/office/drawing/2014/main" id="{EE8BF852-C880-F69A-AA5E-F238876D9242}"/>
              </a:ext>
            </a:extLst>
          </p:cNvPr>
          <p:cNvSpPr/>
          <p:nvPr userDrawn="1"/>
        </p:nvSpPr>
        <p:spPr>
          <a:xfrm>
            <a:off x="327371" y="4228347"/>
            <a:ext cx="912326" cy="915154"/>
          </a:xfrm>
          <a:custGeom>
            <a:avLst/>
            <a:gdLst>
              <a:gd name="connsiteX0" fmla="*/ 587573 w 912326"/>
              <a:gd name="connsiteY0" fmla="*/ 914871 h 915154"/>
              <a:gd name="connsiteX1" fmla="*/ 582199 w 912326"/>
              <a:gd name="connsiteY1" fmla="*/ 909215 h 915154"/>
              <a:gd name="connsiteX2" fmla="*/ 596151 w 912326"/>
              <a:gd name="connsiteY2" fmla="*/ 895546 h 915154"/>
              <a:gd name="connsiteX3" fmla="*/ 582011 w 912326"/>
              <a:gd name="connsiteY3" fmla="*/ 881689 h 915154"/>
              <a:gd name="connsiteX4" fmla="*/ 588044 w 912326"/>
              <a:gd name="connsiteY4" fmla="*/ 876316 h 915154"/>
              <a:gd name="connsiteX5" fmla="*/ 601147 w 912326"/>
              <a:gd name="connsiteY5" fmla="*/ 889890 h 915154"/>
              <a:gd name="connsiteX6" fmla="*/ 614910 w 912326"/>
              <a:gd name="connsiteY6" fmla="*/ 875750 h 915154"/>
              <a:gd name="connsiteX7" fmla="*/ 620944 w 912326"/>
              <a:gd name="connsiteY7" fmla="*/ 882066 h 915154"/>
              <a:gd name="connsiteX8" fmla="*/ 607463 w 912326"/>
              <a:gd name="connsiteY8" fmla="*/ 895264 h 915154"/>
              <a:gd name="connsiteX9" fmla="*/ 621321 w 912326"/>
              <a:gd name="connsiteY9" fmla="*/ 909027 h 915154"/>
              <a:gd name="connsiteX10" fmla="*/ 615476 w 912326"/>
              <a:gd name="connsiteY10" fmla="*/ 914400 h 915154"/>
              <a:gd name="connsiteX11" fmla="*/ 602844 w 912326"/>
              <a:gd name="connsiteY11" fmla="*/ 901485 h 915154"/>
              <a:gd name="connsiteX12" fmla="*/ 588327 w 912326"/>
              <a:gd name="connsiteY12" fmla="*/ 914966 h 915154"/>
              <a:gd name="connsiteX13" fmla="*/ 587761 w 912326"/>
              <a:gd name="connsiteY13" fmla="*/ 914966 h 915154"/>
              <a:gd name="connsiteX14" fmla="*/ 878861 w 912326"/>
              <a:gd name="connsiteY14" fmla="*/ 914871 h 915154"/>
              <a:gd name="connsiteX15" fmla="*/ 892341 w 912326"/>
              <a:gd name="connsiteY15" fmla="*/ 901768 h 915154"/>
              <a:gd name="connsiteX16" fmla="*/ 906104 w 912326"/>
              <a:gd name="connsiteY16" fmla="*/ 914871 h 915154"/>
              <a:gd name="connsiteX17" fmla="*/ 906670 w 912326"/>
              <a:gd name="connsiteY17" fmla="*/ 914871 h 915154"/>
              <a:gd name="connsiteX18" fmla="*/ 912138 w 912326"/>
              <a:gd name="connsiteY18" fmla="*/ 908744 h 915154"/>
              <a:gd name="connsiteX19" fmla="*/ 898280 w 912326"/>
              <a:gd name="connsiteY19" fmla="*/ 895169 h 915154"/>
              <a:gd name="connsiteX20" fmla="*/ 911666 w 912326"/>
              <a:gd name="connsiteY20" fmla="*/ 881972 h 915154"/>
              <a:gd name="connsiteX21" fmla="*/ 905916 w 912326"/>
              <a:gd name="connsiteY21" fmla="*/ 875467 h 915154"/>
              <a:gd name="connsiteX22" fmla="*/ 892247 w 912326"/>
              <a:gd name="connsiteY22" fmla="*/ 889796 h 915154"/>
              <a:gd name="connsiteX23" fmla="*/ 878672 w 912326"/>
              <a:gd name="connsiteY23" fmla="*/ 875939 h 915154"/>
              <a:gd name="connsiteX24" fmla="*/ 872828 w 912326"/>
              <a:gd name="connsiteY24" fmla="*/ 881878 h 915154"/>
              <a:gd name="connsiteX25" fmla="*/ 886874 w 912326"/>
              <a:gd name="connsiteY25" fmla="*/ 895735 h 915154"/>
              <a:gd name="connsiteX26" fmla="*/ 873111 w 912326"/>
              <a:gd name="connsiteY26" fmla="*/ 909121 h 915154"/>
              <a:gd name="connsiteX27" fmla="*/ 878201 w 912326"/>
              <a:gd name="connsiteY27" fmla="*/ 914966 h 915154"/>
              <a:gd name="connsiteX28" fmla="*/ 878767 w 912326"/>
              <a:gd name="connsiteY28" fmla="*/ 914966 h 915154"/>
              <a:gd name="connsiteX29" fmla="*/ 6222 w 912326"/>
              <a:gd name="connsiteY29" fmla="*/ 914871 h 915154"/>
              <a:gd name="connsiteX30" fmla="*/ 20362 w 912326"/>
              <a:gd name="connsiteY30" fmla="*/ 901297 h 915154"/>
              <a:gd name="connsiteX31" fmla="*/ 33654 w 912326"/>
              <a:gd name="connsiteY31" fmla="*/ 914683 h 915154"/>
              <a:gd name="connsiteX32" fmla="*/ 39404 w 912326"/>
              <a:gd name="connsiteY32" fmla="*/ 908744 h 915154"/>
              <a:gd name="connsiteX33" fmla="*/ 25358 w 912326"/>
              <a:gd name="connsiteY33" fmla="*/ 895075 h 915154"/>
              <a:gd name="connsiteX34" fmla="*/ 38838 w 912326"/>
              <a:gd name="connsiteY34" fmla="*/ 881972 h 915154"/>
              <a:gd name="connsiteX35" fmla="*/ 32805 w 912326"/>
              <a:gd name="connsiteY35" fmla="*/ 875656 h 915154"/>
              <a:gd name="connsiteX36" fmla="*/ 19231 w 912326"/>
              <a:gd name="connsiteY36" fmla="*/ 889890 h 915154"/>
              <a:gd name="connsiteX37" fmla="*/ 6033 w 912326"/>
              <a:gd name="connsiteY37" fmla="*/ 876221 h 915154"/>
              <a:gd name="connsiteX38" fmla="*/ 283 w 912326"/>
              <a:gd name="connsiteY38" fmla="*/ 881689 h 915154"/>
              <a:gd name="connsiteX39" fmla="*/ 14329 w 912326"/>
              <a:gd name="connsiteY39" fmla="*/ 895546 h 915154"/>
              <a:gd name="connsiteX40" fmla="*/ 471 w 912326"/>
              <a:gd name="connsiteY40" fmla="*/ 909215 h 915154"/>
              <a:gd name="connsiteX41" fmla="*/ 5750 w 912326"/>
              <a:gd name="connsiteY41" fmla="*/ 914966 h 915154"/>
              <a:gd name="connsiteX42" fmla="*/ 6316 w 912326"/>
              <a:gd name="connsiteY42" fmla="*/ 914966 h 915154"/>
              <a:gd name="connsiteX43" fmla="*/ 324753 w 912326"/>
              <a:gd name="connsiteY43" fmla="*/ 914871 h 915154"/>
              <a:gd name="connsiteX44" fmla="*/ 330315 w 912326"/>
              <a:gd name="connsiteY44" fmla="*/ 908838 h 915154"/>
              <a:gd name="connsiteX45" fmla="*/ 316458 w 912326"/>
              <a:gd name="connsiteY45" fmla="*/ 895075 h 915154"/>
              <a:gd name="connsiteX46" fmla="*/ 330127 w 912326"/>
              <a:gd name="connsiteY46" fmla="*/ 881595 h 915154"/>
              <a:gd name="connsiteX47" fmla="*/ 324188 w 912326"/>
              <a:gd name="connsiteY47" fmla="*/ 875656 h 915154"/>
              <a:gd name="connsiteX48" fmla="*/ 310142 w 912326"/>
              <a:gd name="connsiteY48" fmla="*/ 889890 h 915154"/>
              <a:gd name="connsiteX49" fmla="*/ 296850 w 912326"/>
              <a:gd name="connsiteY49" fmla="*/ 876221 h 915154"/>
              <a:gd name="connsiteX50" fmla="*/ 291005 w 912326"/>
              <a:gd name="connsiteY50" fmla="*/ 881689 h 915154"/>
              <a:gd name="connsiteX51" fmla="*/ 305051 w 912326"/>
              <a:gd name="connsiteY51" fmla="*/ 895641 h 915154"/>
              <a:gd name="connsiteX52" fmla="*/ 291948 w 912326"/>
              <a:gd name="connsiteY52" fmla="*/ 908650 h 915154"/>
              <a:gd name="connsiteX53" fmla="*/ 297133 w 912326"/>
              <a:gd name="connsiteY53" fmla="*/ 915154 h 915154"/>
              <a:gd name="connsiteX54" fmla="*/ 310142 w 912326"/>
              <a:gd name="connsiteY54" fmla="*/ 901768 h 915154"/>
              <a:gd name="connsiteX55" fmla="*/ 324188 w 912326"/>
              <a:gd name="connsiteY55" fmla="*/ 914871 h 915154"/>
              <a:gd name="connsiteX56" fmla="*/ 324753 w 912326"/>
              <a:gd name="connsiteY56" fmla="*/ 914871 h 915154"/>
              <a:gd name="connsiteX57" fmla="*/ 595868 w 912326"/>
              <a:gd name="connsiteY57" fmla="*/ 20079 h 915154"/>
              <a:gd name="connsiteX58" fmla="*/ 582388 w 912326"/>
              <a:gd name="connsiteY58" fmla="*/ 33277 h 915154"/>
              <a:gd name="connsiteX59" fmla="*/ 588421 w 912326"/>
              <a:gd name="connsiteY59" fmla="*/ 39781 h 915154"/>
              <a:gd name="connsiteX60" fmla="*/ 601901 w 912326"/>
              <a:gd name="connsiteY60" fmla="*/ 25358 h 915154"/>
              <a:gd name="connsiteX61" fmla="*/ 615288 w 912326"/>
              <a:gd name="connsiteY61" fmla="*/ 39404 h 915154"/>
              <a:gd name="connsiteX62" fmla="*/ 621321 w 912326"/>
              <a:gd name="connsiteY62" fmla="*/ 33371 h 915154"/>
              <a:gd name="connsiteX63" fmla="*/ 607086 w 912326"/>
              <a:gd name="connsiteY63" fmla="*/ 19419 h 915154"/>
              <a:gd name="connsiteX64" fmla="*/ 620661 w 912326"/>
              <a:gd name="connsiteY64" fmla="*/ 6222 h 915154"/>
              <a:gd name="connsiteX65" fmla="*/ 615193 w 912326"/>
              <a:gd name="connsiteY65" fmla="*/ 377 h 915154"/>
              <a:gd name="connsiteX66" fmla="*/ 601242 w 912326"/>
              <a:gd name="connsiteY66" fmla="*/ 14612 h 915154"/>
              <a:gd name="connsiteX67" fmla="*/ 587667 w 912326"/>
              <a:gd name="connsiteY67" fmla="*/ 660 h 915154"/>
              <a:gd name="connsiteX68" fmla="*/ 581822 w 912326"/>
              <a:gd name="connsiteY68" fmla="*/ 6410 h 915154"/>
              <a:gd name="connsiteX69" fmla="*/ 595774 w 912326"/>
              <a:gd name="connsiteY69" fmla="*/ 20079 h 915154"/>
              <a:gd name="connsiteX70" fmla="*/ 39687 w 912326"/>
              <a:gd name="connsiteY70" fmla="*/ 325036 h 915154"/>
              <a:gd name="connsiteX71" fmla="*/ 25358 w 912326"/>
              <a:gd name="connsiteY71" fmla="*/ 311273 h 915154"/>
              <a:gd name="connsiteX72" fmla="*/ 38838 w 912326"/>
              <a:gd name="connsiteY72" fmla="*/ 297887 h 915154"/>
              <a:gd name="connsiteX73" fmla="*/ 33088 w 912326"/>
              <a:gd name="connsiteY73" fmla="*/ 291948 h 915154"/>
              <a:gd name="connsiteX74" fmla="*/ 19136 w 912326"/>
              <a:gd name="connsiteY74" fmla="*/ 306088 h 915154"/>
              <a:gd name="connsiteX75" fmla="*/ 5939 w 912326"/>
              <a:gd name="connsiteY75" fmla="*/ 292514 h 915154"/>
              <a:gd name="connsiteX76" fmla="*/ 0 w 912326"/>
              <a:gd name="connsiteY76" fmla="*/ 298264 h 915154"/>
              <a:gd name="connsiteX77" fmla="*/ 14234 w 912326"/>
              <a:gd name="connsiteY77" fmla="*/ 311933 h 915154"/>
              <a:gd name="connsiteX78" fmla="*/ 566 w 912326"/>
              <a:gd name="connsiteY78" fmla="*/ 325319 h 915154"/>
              <a:gd name="connsiteX79" fmla="*/ 6033 w 912326"/>
              <a:gd name="connsiteY79" fmla="*/ 331164 h 915154"/>
              <a:gd name="connsiteX80" fmla="*/ 19702 w 912326"/>
              <a:gd name="connsiteY80" fmla="*/ 317401 h 915154"/>
              <a:gd name="connsiteX81" fmla="*/ 33182 w 912326"/>
              <a:gd name="connsiteY81" fmla="*/ 331164 h 915154"/>
              <a:gd name="connsiteX82" fmla="*/ 39687 w 912326"/>
              <a:gd name="connsiteY82" fmla="*/ 325036 h 915154"/>
              <a:gd name="connsiteX83" fmla="*/ 329844 w 912326"/>
              <a:gd name="connsiteY83" fmla="*/ 298170 h 915154"/>
              <a:gd name="connsiteX84" fmla="*/ 324094 w 912326"/>
              <a:gd name="connsiteY84" fmla="*/ 291854 h 915154"/>
              <a:gd name="connsiteX85" fmla="*/ 310425 w 912326"/>
              <a:gd name="connsiteY85" fmla="*/ 306371 h 915154"/>
              <a:gd name="connsiteX86" fmla="*/ 296944 w 912326"/>
              <a:gd name="connsiteY86" fmla="*/ 292514 h 915154"/>
              <a:gd name="connsiteX87" fmla="*/ 291005 w 912326"/>
              <a:gd name="connsiteY87" fmla="*/ 298453 h 915154"/>
              <a:gd name="connsiteX88" fmla="*/ 305051 w 912326"/>
              <a:gd name="connsiteY88" fmla="*/ 312404 h 915154"/>
              <a:gd name="connsiteX89" fmla="*/ 291665 w 912326"/>
              <a:gd name="connsiteY89" fmla="*/ 325508 h 915154"/>
              <a:gd name="connsiteX90" fmla="*/ 297133 w 912326"/>
              <a:gd name="connsiteY90" fmla="*/ 331446 h 915154"/>
              <a:gd name="connsiteX91" fmla="*/ 310707 w 912326"/>
              <a:gd name="connsiteY91" fmla="*/ 317495 h 915154"/>
              <a:gd name="connsiteX92" fmla="*/ 323999 w 912326"/>
              <a:gd name="connsiteY92" fmla="*/ 331069 h 915154"/>
              <a:gd name="connsiteX93" fmla="*/ 330315 w 912326"/>
              <a:gd name="connsiteY93" fmla="*/ 325413 h 915154"/>
              <a:gd name="connsiteX94" fmla="*/ 316175 w 912326"/>
              <a:gd name="connsiteY94" fmla="*/ 311650 h 915154"/>
              <a:gd name="connsiteX95" fmla="*/ 329844 w 912326"/>
              <a:gd name="connsiteY95" fmla="*/ 298264 h 915154"/>
              <a:gd name="connsiteX96" fmla="*/ 19419 w 912326"/>
              <a:gd name="connsiteY96" fmla="*/ 598131 h 915154"/>
              <a:gd name="connsiteX97" fmla="*/ 6127 w 912326"/>
              <a:gd name="connsiteY97" fmla="*/ 584273 h 915154"/>
              <a:gd name="connsiteX98" fmla="*/ 283 w 912326"/>
              <a:gd name="connsiteY98" fmla="*/ 589929 h 915154"/>
              <a:gd name="connsiteX99" fmla="*/ 14329 w 912326"/>
              <a:gd name="connsiteY99" fmla="*/ 603504 h 915154"/>
              <a:gd name="connsiteX100" fmla="*/ 754 w 912326"/>
              <a:gd name="connsiteY100" fmla="*/ 616796 h 915154"/>
              <a:gd name="connsiteX101" fmla="*/ 6316 w 912326"/>
              <a:gd name="connsiteY101" fmla="*/ 623112 h 915154"/>
              <a:gd name="connsiteX102" fmla="*/ 20173 w 912326"/>
              <a:gd name="connsiteY102" fmla="*/ 609066 h 915154"/>
              <a:gd name="connsiteX103" fmla="*/ 33371 w 912326"/>
              <a:gd name="connsiteY103" fmla="*/ 622546 h 915154"/>
              <a:gd name="connsiteX104" fmla="*/ 39593 w 912326"/>
              <a:gd name="connsiteY104" fmla="*/ 616796 h 915154"/>
              <a:gd name="connsiteX105" fmla="*/ 25452 w 912326"/>
              <a:gd name="connsiteY105" fmla="*/ 603127 h 915154"/>
              <a:gd name="connsiteX106" fmla="*/ 39216 w 912326"/>
              <a:gd name="connsiteY106" fmla="*/ 589552 h 915154"/>
              <a:gd name="connsiteX107" fmla="*/ 33182 w 912326"/>
              <a:gd name="connsiteY107" fmla="*/ 583425 h 915154"/>
              <a:gd name="connsiteX108" fmla="*/ 19513 w 912326"/>
              <a:gd name="connsiteY108" fmla="*/ 598036 h 915154"/>
              <a:gd name="connsiteX109" fmla="*/ 297133 w 912326"/>
              <a:gd name="connsiteY109" fmla="*/ 584179 h 915154"/>
              <a:gd name="connsiteX110" fmla="*/ 291383 w 912326"/>
              <a:gd name="connsiteY110" fmla="*/ 589929 h 915154"/>
              <a:gd name="connsiteX111" fmla="*/ 305240 w 912326"/>
              <a:gd name="connsiteY111" fmla="*/ 603598 h 915154"/>
              <a:gd name="connsiteX112" fmla="*/ 291665 w 912326"/>
              <a:gd name="connsiteY112" fmla="*/ 616796 h 915154"/>
              <a:gd name="connsiteX113" fmla="*/ 297227 w 912326"/>
              <a:gd name="connsiteY113" fmla="*/ 622923 h 915154"/>
              <a:gd name="connsiteX114" fmla="*/ 310896 w 912326"/>
              <a:gd name="connsiteY114" fmla="*/ 609066 h 915154"/>
              <a:gd name="connsiteX115" fmla="*/ 324565 w 912326"/>
              <a:gd name="connsiteY115" fmla="*/ 622829 h 915154"/>
              <a:gd name="connsiteX116" fmla="*/ 330504 w 912326"/>
              <a:gd name="connsiteY116" fmla="*/ 616702 h 915154"/>
              <a:gd name="connsiteX117" fmla="*/ 316364 w 912326"/>
              <a:gd name="connsiteY117" fmla="*/ 603033 h 915154"/>
              <a:gd name="connsiteX118" fmla="*/ 330221 w 912326"/>
              <a:gd name="connsiteY118" fmla="*/ 589552 h 915154"/>
              <a:gd name="connsiteX119" fmla="*/ 324659 w 912326"/>
              <a:gd name="connsiteY119" fmla="*/ 583896 h 915154"/>
              <a:gd name="connsiteX120" fmla="*/ 310519 w 912326"/>
              <a:gd name="connsiteY120" fmla="*/ 598131 h 915154"/>
              <a:gd name="connsiteX121" fmla="*/ 297227 w 912326"/>
              <a:gd name="connsiteY121" fmla="*/ 584179 h 915154"/>
              <a:gd name="connsiteX122" fmla="*/ 19985 w 912326"/>
              <a:gd name="connsiteY122" fmla="*/ 25547 h 915154"/>
              <a:gd name="connsiteX123" fmla="*/ 33465 w 912326"/>
              <a:gd name="connsiteY123" fmla="*/ 39404 h 915154"/>
              <a:gd name="connsiteX124" fmla="*/ 39310 w 912326"/>
              <a:gd name="connsiteY124" fmla="*/ 33465 h 915154"/>
              <a:gd name="connsiteX125" fmla="*/ 25264 w 912326"/>
              <a:gd name="connsiteY125" fmla="*/ 19608 h 915154"/>
              <a:gd name="connsiteX126" fmla="*/ 39027 w 912326"/>
              <a:gd name="connsiteY126" fmla="*/ 6316 h 915154"/>
              <a:gd name="connsiteX127" fmla="*/ 33182 w 912326"/>
              <a:gd name="connsiteY127" fmla="*/ 283 h 915154"/>
              <a:gd name="connsiteX128" fmla="*/ 19231 w 912326"/>
              <a:gd name="connsiteY128" fmla="*/ 14517 h 915154"/>
              <a:gd name="connsiteX129" fmla="*/ 5939 w 912326"/>
              <a:gd name="connsiteY129" fmla="*/ 943 h 915154"/>
              <a:gd name="connsiteX130" fmla="*/ 189 w 912326"/>
              <a:gd name="connsiteY130" fmla="*/ 6410 h 915154"/>
              <a:gd name="connsiteX131" fmla="*/ 14234 w 912326"/>
              <a:gd name="connsiteY131" fmla="*/ 20173 h 915154"/>
              <a:gd name="connsiteX132" fmla="*/ 566 w 912326"/>
              <a:gd name="connsiteY132" fmla="*/ 33559 h 915154"/>
              <a:gd name="connsiteX133" fmla="*/ 6410 w 912326"/>
              <a:gd name="connsiteY133" fmla="*/ 39687 h 915154"/>
              <a:gd name="connsiteX134" fmla="*/ 20079 w 912326"/>
              <a:gd name="connsiteY134" fmla="*/ 25452 h 915154"/>
              <a:gd name="connsiteX135" fmla="*/ 615476 w 912326"/>
              <a:gd name="connsiteY135" fmla="*/ 330787 h 915154"/>
              <a:gd name="connsiteX136" fmla="*/ 621132 w 912326"/>
              <a:gd name="connsiteY136" fmla="*/ 325319 h 915154"/>
              <a:gd name="connsiteX137" fmla="*/ 606992 w 912326"/>
              <a:gd name="connsiteY137" fmla="*/ 311367 h 915154"/>
              <a:gd name="connsiteX138" fmla="*/ 620567 w 912326"/>
              <a:gd name="connsiteY138" fmla="*/ 298453 h 915154"/>
              <a:gd name="connsiteX139" fmla="*/ 615099 w 912326"/>
              <a:gd name="connsiteY139" fmla="*/ 291854 h 915154"/>
              <a:gd name="connsiteX140" fmla="*/ 601336 w 912326"/>
              <a:gd name="connsiteY140" fmla="*/ 305900 h 915154"/>
              <a:gd name="connsiteX141" fmla="*/ 588233 w 912326"/>
              <a:gd name="connsiteY141" fmla="*/ 292702 h 915154"/>
              <a:gd name="connsiteX142" fmla="*/ 581728 w 912326"/>
              <a:gd name="connsiteY142" fmla="*/ 298170 h 915154"/>
              <a:gd name="connsiteX143" fmla="*/ 595774 w 912326"/>
              <a:gd name="connsiteY143" fmla="*/ 311839 h 915154"/>
              <a:gd name="connsiteX144" fmla="*/ 582105 w 912326"/>
              <a:gd name="connsiteY144" fmla="*/ 325319 h 915154"/>
              <a:gd name="connsiteX145" fmla="*/ 587761 w 912326"/>
              <a:gd name="connsiteY145" fmla="*/ 330881 h 915154"/>
              <a:gd name="connsiteX146" fmla="*/ 601619 w 912326"/>
              <a:gd name="connsiteY146" fmla="*/ 316646 h 915154"/>
              <a:gd name="connsiteX147" fmla="*/ 615382 w 912326"/>
              <a:gd name="connsiteY147" fmla="*/ 330598 h 915154"/>
              <a:gd name="connsiteX148" fmla="*/ 887062 w 912326"/>
              <a:gd name="connsiteY148" fmla="*/ 20173 h 915154"/>
              <a:gd name="connsiteX149" fmla="*/ 873393 w 912326"/>
              <a:gd name="connsiteY149" fmla="*/ 33465 h 915154"/>
              <a:gd name="connsiteX150" fmla="*/ 878861 w 912326"/>
              <a:gd name="connsiteY150" fmla="*/ 39593 h 915154"/>
              <a:gd name="connsiteX151" fmla="*/ 892624 w 912326"/>
              <a:gd name="connsiteY151" fmla="*/ 25641 h 915154"/>
              <a:gd name="connsiteX152" fmla="*/ 906199 w 912326"/>
              <a:gd name="connsiteY152" fmla="*/ 39498 h 915154"/>
              <a:gd name="connsiteX153" fmla="*/ 912043 w 912326"/>
              <a:gd name="connsiteY153" fmla="*/ 33371 h 915154"/>
              <a:gd name="connsiteX154" fmla="*/ 897997 w 912326"/>
              <a:gd name="connsiteY154" fmla="*/ 19796 h 915154"/>
              <a:gd name="connsiteX155" fmla="*/ 911855 w 912326"/>
              <a:gd name="connsiteY155" fmla="*/ 6222 h 915154"/>
              <a:gd name="connsiteX156" fmla="*/ 905916 w 912326"/>
              <a:gd name="connsiteY156" fmla="*/ 189 h 915154"/>
              <a:gd name="connsiteX157" fmla="*/ 892247 w 912326"/>
              <a:gd name="connsiteY157" fmla="*/ 14800 h 915154"/>
              <a:gd name="connsiteX158" fmla="*/ 878955 w 912326"/>
              <a:gd name="connsiteY158" fmla="*/ 660 h 915154"/>
              <a:gd name="connsiteX159" fmla="*/ 873016 w 912326"/>
              <a:gd name="connsiteY159" fmla="*/ 6410 h 915154"/>
              <a:gd name="connsiteX160" fmla="*/ 887157 w 912326"/>
              <a:gd name="connsiteY160" fmla="*/ 20173 h 915154"/>
              <a:gd name="connsiteX161" fmla="*/ 588044 w 912326"/>
              <a:gd name="connsiteY161" fmla="*/ 584273 h 915154"/>
              <a:gd name="connsiteX162" fmla="*/ 581728 w 912326"/>
              <a:gd name="connsiteY162" fmla="*/ 590118 h 915154"/>
              <a:gd name="connsiteX163" fmla="*/ 595868 w 912326"/>
              <a:gd name="connsiteY163" fmla="*/ 603598 h 915154"/>
              <a:gd name="connsiteX164" fmla="*/ 582105 w 912326"/>
              <a:gd name="connsiteY164" fmla="*/ 617079 h 915154"/>
              <a:gd name="connsiteX165" fmla="*/ 587761 w 912326"/>
              <a:gd name="connsiteY165" fmla="*/ 622829 h 915154"/>
              <a:gd name="connsiteX166" fmla="*/ 601336 w 912326"/>
              <a:gd name="connsiteY166" fmla="*/ 608689 h 915154"/>
              <a:gd name="connsiteX167" fmla="*/ 615099 w 912326"/>
              <a:gd name="connsiteY167" fmla="*/ 622640 h 915154"/>
              <a:gd name="connsiteX168" fmla="*/ 621038 w 912326"/>
              <a:gd name="connsiteY168" fmla="*/ 616984 h 915154"/>
              <a:gd name="connsiteX169" fmla="*/ 606898 w 912326"/>
              <a:gd name="connsiteY169" fmla="*/ 603127 h 915154"/>
              <a:gd name="connsiteX170" fmla="*/ 620378 w 912326"/>
              <a:gd name="connsiteY170" fmla="*/ 590118 h 915154"/>
              <a:gd name="connsiteX171" fmla="*/ 615005 w 912326"/>
              <a:gd name="connsiteY171" fmla="*/ 583613 h 915154"/>
              <a:gd name="connsiteX172" fmla="*/ 601242 w 912326"/>
              <a:gd name="connsiteY172" fmla="*/ 597565 h 915154"/>
              <a:gd name="connsiteX173" fmla="*/ 587950 w 912326"/>
              <a:gd name="connsiteY173" fmla="*/ 584179 h 915154"/>
              <a:gd name="connsiteX174" fmla="*/ 305146 w 912326"/>
              <a:gd name="connsiteY174" fmla="*/ 20362 h 915154"/>
              <a:gd name="connsiteX175" fmla="*/ 291665 w 912326"/>
              <a:gd name="connsiteY175" fmla="*/ 33465 h 915154"/>
              <a:gd name="connsiteX176" fmla="*/ 297133 w 912326"/>
              <a:gd name="connsiteY176" fmla="*/ 39687 h 915154"/>
              <a:gd name="connsiteX177" fmla="*/ 310896 w 912326"/>
              <a:gd name="connsiteY177" fmla="*/ 25641 h 915154"/>
              <a:gd name="connsiteX178" fmla="*/ 324471 w 912326"/>
              <a:gd name="connsiteY178" fmla="*/ 39404 h 915154"/>
              <a:gd name="connsiteX179" fmla="*/ 330409 w 912326"/>
              <a:gd name="connsiteY179" fmla="*/ 33371 h 915154"/>
              <a:gd name="connsiteX180" fmla="*/ 316269 w 912326"/>
              <a:gd name="connsiteY180" fmla="*/ 19608 h 915154"/>
              <a:gd name="connsiteX181" fmla="*/ 329750 w 912326"/>
              <a:gd name="connsiteY181" fmla="*/ 6316 h 915154"/>
              <a:gd name="connsiteX182" fmla="*/ 324188 w 912326"/>
              <a:gd name="connsiteY182" fmla="*/ 0 h 915154"/>
              <a:gd name="connsiteX183" fmla="*/ 309953 w 912326"/>
              <a:gd name="connsiteY183" fmla="*/ 14423 h 915154"/>
              <a:gd name="connsiteX184" fmla="*/ 296944 w 912326"/>
              <a:gd name="connsiteY184" fmla="*/ 566 h 915154"/>
              <a:gd name="connsiteX185" fmla="*/ 291005 w 912326"/>
              <a:gd name="connsiteY185" fmla="*/ 6222 h 915154"/>
              <a:gd name="connsiteX186" fmla="*/ 305051 w 912326"/>
              <a:gd name="connsiteY186" fmla="*/ 20173 h 915154"/>
              <a:gd name="connsiteX187" fmla="*/ 911478 w 912326"/>
              <a:gd name="connsiteY187" fmla="*/ 298076 h 915154"/>
              <a:gd name="connsiteX188" fmla="*/ 906104 w 912326"/>
              <a:gd name="connsiteY188" fmla="*/ 291948 h 915154"/>
              <a:gd name="connsiteX189" fmla="*/ 892341 w 912326"/>
              <a:gd name="connsiteY189" fmla="*/ 305900 h 915154"/>
              <a:gd name="connsiteX190" fmla="*/ 879144 w 912326"/>
              <a:gd name="connsiteY190" fmla="*/ 292608 h 915154"/>
              <a:gd name="connsiteX191" fmla="*/ 872828 w 912326"/>
              <a:gd name="connsiteY191" fmla="*/ 298453 h 915154"/>
              <a:gd name="connsiteX192" fmla="*/ 886779 w 912326"/>
              <a:gd name="connsiteY192" fmla="*/ 312121 h 915154"/>
              <a:gd name="connsiteX193" fmla="*/ 873393 w 912326"/>
              <a:gd name="connsiteY193" fmla="*/ 325413 h 915154"/>
              <a:gd name="connsiteX194" fmla="*/ 879144 w 912326"/>
              <a:gd name="connsiteY194" fmla="*/ 331446 h 915154"/>
              <a:gd name="connsiteX195" fmla="*/ 893190 w 912326"/>
              <a:gd name="connsiteY195" fmla="*/ 317023 h 915154"/>
              <a:gd name="connsiteX196" fmla="*/ 906199 w 912326"/>
              <a:gd name="connsiteY196" fmla="*/ 330315 h 915154"/>
              <a:gd name="connsiteX197" fmla="*/ 912043 w 912326"/>
              <a:gd name="connsiteY197" fmla="*/ 325413 h 915154"/>
              <a:gd name="connsiteX198" fmla="*/ 897903 w 912326"/>
              <a:gd name="connsiteY198" fmla="*/ 311462 h 915154"/>
              <a:gd name="connsiteX199" fmla="*/ 911478 w 912326"/>
              <a:gd name="connsiteY199" fmla="*/ 298076 h 915154"/>
              <a:gd name="connsiteX200" fmla="*/ 872828 w 912326"/>
              <a:gd name="connsiteY200" fmla="*/ 590024 h 915154"/>
              <a:gd name="connsiteX201" fmla="*/ 887157 w 912326"/>
              <a:gd name="connsiteY201" fmla="*/ 603598 h 915154"/>
              <a:gd name="connsiteX202" fmla="*/ 873393 w 912326"/>
              <a:gd name="connsiteY202" fmla="*/ 617079 h 915154"/>
              <a:gd name="connsiteX203" fmla="*/ 878955 w 912326"/>
              <a:gd name="connsiteY203" fmla="*/ 623018 h 915154"/>
              <a:gd name="connsiteX204" fmla="*/ 892530 w 912326"/>
              <a:gd name="connsiteY204" fmla="*/ 608972 h 915154"/>
              <a:gd name="connsiteX205" fmla="*/ 905916 w 912326"/>
              <a:gd name="connsiteY205" fmla="*/ 622923 h 915154"/>
              <a:gd name="connsiteX206" fmla="*/ 912326 w 912326"/>
              <a:gd name="connsiteY206" fmla="*/ 616796 h 915154"/>
              <a:gd name="connsiteX207" fmla="*/ 897903 w 912326"/>
              <a:gd name="connsiteY207" fmla="*/ 602844 h 915154"/>
              <a:gd name="connsiteX208" fmla="*/ 911478 w 912326"/>
              <a:gd name="connsiteY208" fmla="*/ 590024 h 915154"/>
              <a:gd name="connsiteX209" fmla="*/ 905916 w 912326"/>
              <a:gd name="connsiteY209" fmla="*/ 583708 h 915154"/>
              <a:gd name="connsiteX210" fmla="*/ 892341 w 912326"/>
              <a:gd name="connsiteY210" fmla="*/ 597754 h 915154"/>
              <a:gd name="connsiteX211" fmla="*/ 878861 w 912326"/>
              <a:gd name="connsiteY211" fmla="*/ 584085 h 915154"/>
              <a:gd name="connsiteX212" fmla="*/ 872828 w 912326"/>
              <a:gd name="connsiteY212" fmla="*/ 590118 h 915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912326" h="915154">
                <a:moveTo>
                  <a:pt x="587573" y="914871"/>
                </a:moveTo>
                <a:cubicBezTo>
                  <a:pt x="585876" y="912986"/>
                  <a:pt x="584085" y="911195"/>
                  <a:pt x="582199" y="909215"/>
                </a:cubicBezTo>
                <a:cubicBezTo>
                  <a:pt x="586819" y="904690"/>
                  <a:pt x="591343" y="900166"/>
                  <a:pt x="596151" y="895546"/>
                </a:cubicBezTo>
                <a:cubicBezTo>
                  <a:pt x="591249" y="890739"/>
                  <a:pt x="586724" y="886308"/>
                  <a:pt x="582011" y="881689"/>
                </a:cubicBezTo>
                <a:cubicBezTo>
                  <a:pt x="584085" y="879804"/>
                  <a:pt x="585970" y="878107"/>
                  <a:pt x="588044" y="876316"/>
                </a:cubicBezTo>
                <a:cubicBezTo>
                  <a:pt x="592286" y="880652"/>
                  <a:pt x="596622" y="885271"/>
                  <a:pt x="601147" y="889890"/>
                </a:cubicBezTo>
                <a:cubicBezTo>
                  <a:pt x="606049" y="884894"/>
                  <a:pt x="610386" y="880369"/>
                  <a:pt x="614910" y="875750"/>
                </a:cubicBezTo>
                <a:cubicBezTo>
                  <a:pt x="617173" y="878107"/>
                  <a:pt x="618870" y="879992"/>
                  <a:pt x="620944" y="882066"/>
                </a:cubicBezTo>
                <a:cubicBezTo>
                  <a:pt x="616607" y="886308"/>
                  <a:pt x="612082" y="890739"/>
                  <a:pt x="607463" y="895264"/>
                </a:cubicBezTo>
                <a:cubicBezTo>
                  <a:pt x="612082" y="899883"/>
                  <a:pt x="616607" y="904313"/>
                  <a:pt x="621321" y="909027"/>
                </a:cubicBezTo>
                <a:cubicBezTo>
                  <a:pt x="619153" y="911006"/>
                  <a:pt x="617361" y="912703"/>
                  <a:pt x="615476" y="914400"/>
                </a:cubicBezTo>
                <a:cubicBezTo>
                  <a:pt x="611234" y="910064"/>
                  <a:pt x="606803" y="905539"/>
                  <a:pt x="602844" y="901485"/>
                </a:cubicBezTo>
                <a:cubicBezTo>
                  <a:pt x="597659" y="906293"/>
                  <a:pt x="592946" y="910629"/>
                  <a:pt x="588327" y="914966"/>
                </a:cubicBezTo>
                <a:lnTo>
                  <a:pt x="587761" y="914966"/>
                </a:lnTo>
                <a:close/>
                <a:moveTo>
                  <a:pt x="878861" y="914871"/>
                </a:moveTo>
                <a:cubicBezTo>
                  <a:pt x="883386" y="910441"/>
                  <a:pt x="888005" y="906010"/>
                  <a:pt x="892341" y="901768"/>
                </a:cubicBezTo>
                <a:cubicBezTo>
                  <a:pt x="896866" y="906104"/>
                  <a:pt x="901485" y="910535"/>
                  <a:pt x="906104" y="914871"/>
                </a:cubicBezTo>
                <a:lnTo>
                  <a:pt x="906670" y="914871"/>
                </a:lnTo>
                <a:cubicBezTo>
                  <a:pt x="908367" y="912986"/>
                  <a:pt x="910158" y="911006"/>
                  <a:pt x="912138" y="908744"/>
                </a:cubicBezTo>
                <a:cubicBezTo>
                  <a:pt x="907424" y="904219"/>
                  <a:pt x="902899" y="899789"/>
                  <a:pt x="898280" y="895169"/>
                </a:cubicBezTo>
                <a:cubicBezTo>
                  <a:pt x="902899" y="890644"/>
                  <a:pt x="907424" y="886214"/>
                  <a:pt x="911666" y="881972"/>
                </a:cubicBezTo>
                <a:cubicBezTo>
                  <a:pt x="909781" y="879898"/>
                  <a:pt x="908084" y="877918"/>
                  <a:pt x="905916" y="875467"/>
                </a:cubicBezTo>
                <a:cubicBezTo>
                  <a:pt x="901297" y="880275"/>
                  <a:pt x="896960" y="884800"/>
                  <a:pt x="892247" y="889796"/>
                </a:cubicBezTo>
                <a:cubicBezTo>
                  <a:pt x="887628" y="885083"/>
                  <a:pt x="883197" y="880558"/>
                  <a:pt x="878672" y="875939"/>
                </a:cubicBezTo>
                <a:cubicBezTo>
                  <a:pt x="876787" y="877918"/>
                  <a:pt x="874996" y="879709"/>
                  <a:pt x="872828" y="881878"/>
                </a:cubicBezTo>
                <a:cubicBezTo>
                  <a:pt x="877447" y="886402"/>
                  <a:pt x="881972" y="890833"/>
                  <a:pt x="886874" y="895735"/>
                </a:cubicBezTo>
                <a:cubicBezTo>
                  <a:pt x="882160" y="900260"/>
                  <a:pt x="877730" y="904690"/>
                  <a:pt x="873111" y="909121"/>
                </a:cubicBezTo>
                <a:cubicBezTo>
                  <a:pt x="874902" y="911195"/>
                  <a:pt x="876599" y="913080"/>
                  <a:pt x="878201" y="914966"/>
                </a:cubicBezTo>
                <a:lnTo>
                  <a:pt x="878767" y="914966"/>
                </a:lnTo>
                <a:close/>
                <a:moveTo>
                  <a:pt x="6222" y="914871"/>
                </a:moveTo>
                <a:cubicBezTo>
                  <a:pt x="10841" y="910441"/>
                  <a:pt x="15366" y="906010"/>
                  <a:pt x="20362" y="901297"/>
                </a:cubicBezTo>
                <a:cubicBezTo>
                  <a:pt x="24604" y="905633"/>
                  <a:pt x="29035" y="910064"/>
                  <a:pt x="33654" y="914683"/>
                </a:cubicBezTo>
                <a:cubicBezTo>
                  <a:pt x="35539" y="912797"/>
                  <a:pt x="37236" y="911006"/>
                  <a:pt x="39404" y="908744"/>
                </a:cubicBezTo>
                <a:cubicBezTo>
                  <a:pt x="34785" y="904219"/>
                  <a:pt x="30260" y="899789"/>
                  <a:pt x="25358" y="895075"/>
                </a:cubicBezTo>
                <a:cubicBezTo>
                  <a:pt x="30072" y="890456"/>
                  <a:pt x="34596" y="886025"/>
                  <a:pt x="38838" y="881972"/>
                </a:cubicBezTo>
                <a:cubicBezTo>
                  <a:pt x="36953" y="879992"/>
                  <a:pt x="35162" y="878107"/>
                  <a:pt x="32805" y="875656"/>
                </a:cubicBezTo>
                <a:cubicBezTo>
                  <a:pt x="28375" y="880275"/>
                  <a:pt x="24038" y="884800"/>
                  <a:pt x="19231" y="889890"/>
                </a:cubicBezTo>
                <a:cubicBezTo>
                  <a:pt x="14706" y="885177"/>
                  <a:pt x="10369" y="880652"/>
                  <a:pt x="6033" y="876221"/>
                </a:cubicBezTo>
                <a:cubicBezTo>
                  <a:pt x="4148" y="878013"/>
                  <a:pt x="2262" y="879804"/>
                  <a:pt x="283" y="881689"/>
                </a:cubicBezTo>
                <a:cubicBezTo>
                  <a:pt x="4996" y="886308"/>
                  <a:pt x="9427" y="890739"/>
                  <a:pt x="14329" y="895546"/>
                </a:cubicBezTo>
                <a:cubicBezTo>
                  <a:pt x="9615" y="900166"/>
                  <a:pt x="5090" y="904690"/>
                  <a:pt x="471" y="909215"/>
                </a:cubicBezTo>
                <a:cubicBezTo>
                  <a:pt x="2357" y="911195"/>
                  <a:pt x="4054" y="913080"/>
                  <a:pt x="5750" y="914966"/>
                </a:cubicBezTo>
                <a:lnTo>
                  <a:pt x="6316" y="914966"/>
                </a:lnTo>
                <a:close/>
                <a:moveTo>
                  <a:pt x="324753" y="914871"/>
                </a:moveTo>
                <a:cubicBezTo>
                  <a:pt x="326545" y="912986"/>
                  <a:pt x="328241" y="911006"/>
                  <a:pt x="330315" y="908838"/>
                </a:cubicBezTo>
                <a:cubicBezTo>
                  <a:pt x="325696" y="904219"/>
                  <a:pt x="321171" y="899789"/>
                  <a:pt x="316458" y="895075"/>
                </a:cubicBezTo>
                <a:cubicBezTo>
                  <a:pt x="320983" y="890550"/>
                  <a:pt x="325508" y="886120"/>
                  <a:pt x="330127" y="881595"/>
                </a:cubicBezTo>
                <a:cubicBezTo>
                  <a:pt x="328241" y="879709"/>
                  <a:pt x="326450" y="877918"/>
                  <a:pt x="324188" y="875656"/>
                </a:cubicBezTo>
                <a:cubicBezTo>
                  <a:pt x="319569" y="880275"/>
                  <a:pt x="315138" y="884800"/>
                  <a:pt x="310142" y="889890"/>
                </a:cubicBezTo>
                <a:cubicBezTo>
                  <a:pt x="305523" y="885177"/>
                  <a:pt x="301092" y="880652"/>
                  <a:pt x="296850" y="876221"/>
                </a:cubicBezTo>
                <a:cubicBezTo>
                  <a:pt x="294965" y="878013"/>
                  <a:pt x="293079" y="879709"/>
                  <a:pt x="291005" y="881689"/>
                </a:cubicBezTo>
                <a:cubicBezTo>
                  <a:pt x="295719" y="886308"/>
                  <a:pt x="300149" y="890739"/>
                  <a:pt x="305051" y="895641"/>
                </a:cubicBezTo>
                <a:cubicBezTo>
                  <a:pt x="300432" y="900260"/>
                  <a:pt x="295907" y="904690"/>
                  <a:pt x="291948" y="908650"/>
                </a:cubicBezTo>
                <a:cubicBezTo>
                  <a:pt x="293645" y="910724"/>
                  <a:pt x="295153" y="912703"/>
                  <a:pt x="297133" y="915154"/>
                </a:cubicBezTo>
                <a:cubicBezTo>
                  <a:pt x="301846" y="910346"/>
                  <a:pt x="306183" y="905822"/>
                  <a:pt x="310142" y="901768"/>
                </a:cubicBezTo>
                <a:cubicBezTo>
                  <a:pt x="314950" y="906199"/>
                  <a:pt x="319569" y="910535"/>
                  <a:pt x="324188" y="914871"/>
                </a:cubicBezTo>
                <a:lnTo>
                  <a:pt x="324753" y="914871"/>
                </a:lnTo>
                <a:close/>
                <a:moveTo>
                  <a:pt x="595868" y="20079"/>
                </a:moveTo>
                <a:cubicBezTo>
                  <a:pt x="591249" y="24604"/>
                  <a:pt x="586724" y="29035"/>
                  <a:pt x="582388" y="33277"/>
                </a:cubicBezTo>
                <a:cubicBezTo>
                  <a:pt x="584368" y="35351"/>
                  <a:pt x="586064" y="37236"/>
                  <a:pt x="588421" y="39781"/>
                </a:cubicBezTo>
                <a:cubicBezTo>
                  <a:pt x="592852" y="35068"/>
                  <a:pt x="597188" y="30449"/>
                  <a:pt x="601901" y="25358"/>
                </a:cubicBezTo>
                <a:cubicBezTo>
                  <a:pt x="606521" y="30166"/>
                  <a:pt x="610857" y="34691"/>
                  <a:pt x="615288" y="39404"/>
                </a:cubicBezTo>
                <a:cubicBezTo>
                  <a:pt x="617267" y="37424"/>
                  <a:pt x="619058" y="35633"/>
                  <a:pt x="621321" y="33371"/>
                </a:cubicBezTo>
                <a:cubicBezTo>
                  <a:pt x="616607" y="28752"/>
                  <a:pt x="612082" y="24321"/>
                  <a:pt x="607086" y="19419"/>
                </a:cubicBezTo>
                <a:cubicBezTo>
                  <a:pt x="611705" y="14894"/>
                  <a:pt x="616230" y="10558"/>
                  <a:pt x="620661" y="6222"/>
                </a:cubicBezTo>
                <a:cubicBezTo>
                  <a:pt x="618870" y="4242"/>
                  <a:pt x="617173" y="2451"/>
                  <a:pt x="615193" y="377"/>
                </a:cubicBezTo>
                <a:cubicBezTo>
                  <a:pt x="610574" y="5090"/>
                  <a:pt x="606144" y="9521"/>
                  <a:pt x="601242" y="14612"/>
                </a:cubicBezTo>
                <a:cubicBezTo>
                  <a:pt x="596622" y="9804"/>
                  <a:pt x="592192" y="5279"/>
                  <a:pt x="587667" y="660"/>
                </a:cubicBezTo>
                <a:cubicBezTo>
                  <a:pt x="585782" y="2545"/>
                  <a:pt x="584085" y="4242"/>
                  <a:pt x="581822" y="6410"/>
                </a:cubicBezTo>
                <a:cubicBezTo>
                  <a:pt x="586536" y="11029"/>
                  <a:pt x="591061" y="15460"/>
                  <a:pt x="595774" y="20079"/>
                </a:cubicBezTo>
                <a:close/>
                <a:moveTo>
                  <a:pt x="39687" y="325036"/>
                </a:moveTo>
                <a:cubicBezTo>
                  <a:pt x="34879" y="320417"/>
                  <a:pt x="30354" y="315986"/>
                  <a:pt x="25358" y="311273"/>
                </a:cubicBezTo>
                <a:cubicBezTo>
                  <a:pt x="29977" y="306748"/>
                  <a:pt x="34408" y="302318"/>
                  <a:pt x="38838" y="297887"/>
                </a:cubicBezTo>
                <a:cubicBezTo>
                  <a:pt x="37047" y="296002"/>
                  <a:pt x="35351" y="294211"/>
                  <a:pt x="33088" y="291948"/>
                </a:cubicBezTo>
                <a:cubicBezTo>
                  <a:pt x="28469" y="296567"/>
                  <a:pt x="24038" y="301092"/>
                  <a:pt x="19136" y="306088"/>
                </a:cubicBezTo>
                <a:cubicBezTo>
                  <a:pt x="14612" y="301469"/>
                  <a:pt x="10181" y="296944"/>
                  <a:pt x="5939" y="292514"/>
                </a:cubicBezTo>
                <a:cubicBezTo>
                  <a:pt x="4054" y="294305"/>
                  <a:pt x="2262" y="296096"/>
                  <a:pt x="0" y="298264"/>
                </a:cubicBezTo>
                <a:cubicBezTo>
                  <a:pt x="4713" y="302789"/>
                  <a:pt x="9238" y="307125"/>
                  <a:pt x="14234" y="311933"/>
                </a:cubicBezTo>
                <a:cubicBezTo>
                  <a:pt x="9521" y="316552"/>
                  <a:pt x="4996" y="320983"/>
                  <a:pt x="566" y="325319"/>
                </a:cubicBezTo>
                <a:cubicBezTo>
                  <a:pt x="2357" y="327204"/>
                  <a:pt x="4054" y="329090"/>
                  <a:pt x="6033" y="331164"/>
                </a:cubicBezTo>
                <a:cubicBezTo>
                  <a:pt x="10652" y="326545"/>
                  <a:pt x="15083" y="322020"/>
                  <a:pt x="19702" y="317401"/>
                </a:cubicBezTo>
                <a:cubicBezTo>
                  <a:pt x="24321" y="322114"/>
                  <a:pt x="28752" y="326639"/>
                  <a:pt x="33182" y="331164"/>
                </a:cubicBezTo>
                <a:cubicBezTo>
                  <a:pt x="35539" y="328995"/>
                  <a:pt x="37330" y="327204"/>
                  <a:pt x="39687" y="325036"/>
                </a:cubicBezTo>
                <a:close/>
                <a:moveTo>
                  <a:pt x="329844" y="298170"/>
                </a:moveTo>
                <a:cubicBezTo>
                  <a:pt x="328053" y="296190"/>
                  <a:pt x="326356" y="294305"/>
                  <a:pt x="324094" y="291854"/>
                </a:cubicBezTo>
                <a:cubicBezTo>
                  <a:pt x="319569" y="296662"/>
                  <a:pt x="315232" y="301281"/>
                  <a:pt x="310425" y="306371"/>
                </a:cubicBezTo>
                <a:cubicBezTo>
                  <a:pt x="305711" y="301469"/>
                  <a:pt x="301281" y="297039"/>
                  <a:pt x="296944" y="292514"/>
                </a:cubicBezTo>
                <a:cubicBezTo>
                  <a:pt x="295059" y="294399"/>
                  <a:pt x="293268" y="296190"/>
                  <a:pt x="291005" y="298453"/>
                </a:cubicBezTo>
                <a:cubicBezTo>
                  <a:pt x="295625" y="302978"/>
                  <a:pt x="300149" y="307408"/>
                  <a:pt x="305051" y="312404"/>
                </a:cubicBezTo>
                <a:cubicBezTo>
                  <a:pt x="300432" y="316835"/>
                  <a:pt x="295907" y="321265"/>
                  <a:pt x="291665" y="325508"/>
                </a:cubicBezTo>
                <a:cubicBezTo>
                  <a:pt x="293456" y="327393"/>
                  <a:pt x="295153" y="329278"/>
                  <a:pt x="297133" y="331446"/>
                </a:cubicBezTo>
                <a:cubicBezTo>
                  <a:pt x="301658" y="326733"/>
                  <a:pt x="306088" y="322208"/>
                  <a:pt x="310707" y="317495"/>
                </a:cubicBezTo>
                <a:cubicBezTo>
                  <a:pt x="315327" y="322302"/>
                  <a:pt x="319757" y="326827"/>
                  <a:pt x="323999" y="331069"/>
                </a:cubicBezTo>
                <a:cubicBezTo>
                  <a:pt x="326262" y="329090"/>
                  <a:pt x="328147" y="327299"/>
                  <a:pt x="330315" y="325413"/>
                </a:cubicBezTo>
                <a:cubicBezTo>
                  <a:pt x="325602" y="320888"/>
                  <a:pt x="321171" y="316552"/>
                  <a:pt x="316175" y="311650"/>
                </a:cubicBezTo>
                <a:cubicBezTo>
                  <a:pt x="320983" y="306937"/>
                  <a:pt x="325508" y="302506"/>
                  <a:pt x="329844" y="298264"/>
                </a:cubicBezTo>
                <a:close/>
                <a:moveTo>
                  <a:pt x="19419" y="598131"/>
                </a:moveTo>
                <a:cubicBezTo>
                  <a:pt x="14706" y="593229"/>
                  <a:pt x="10369" y="588704"/>
                  <a:pt x="6127" y="584273"/>
                </a:cubicBezTo>
                <a:cubicBezTo>
                  <a:pt x="4242" y="586159"/>
                  <a:pt x="2451" y="587856"/>
                  <a:pt x="283" y="589929"/>
                </a:cubicBezTo>
                <a:cubicBezTo>
                  <a:pt x="4808" y="594360"/>
                  <a:pt x="9427" y="598696"/>
                  <a:pt x="14329" y="603504"/>
                </a:cubicBezTo>
                <a:cubicBezTo>
                  <a:pt x="9521" y="608217"/>
                  <a:pt x="4996" y="612742"/>
                  <a:pt x="754" y="616796"/>
                </a:cubicBezTo>
                <a:cubicBezTo>
                  <a:pt x="2545" y="618870"/>
                  <a:pt x="4242" y="620755"/>
                  <a:pt x="6316" y="623112"/>
                </a:cubicBezTo>
                <a:cubicBezTo>
                  <a:pt x="10935" y="618398"/>
                  <a:pt x="15366" y="613874"/>
                  <a:pt x="20173" y="609066"/>
                </a:cubicBezTo>
                <a:cubicBezTo>
                  <a:pt x="24698" y="613685"/>
                  <a:pt x="29035" y="618116"/>
                  <a:pt x="33371" y="622546"/>
                </a:cubicBezTo>
                <a:cubicBezTo>
                  <a:pt x="35445" y="620661"/>
                  <a:pt x="37236" y="618964"/>
                  <a:pt x="39593" y="616796"/>
                </a:cubicBezTo>
                <a:cubicBezTo>
                  <a:pt x="34973" y="612271"/>
                  <a:pt x="30354" y="607840"/>
                  <a:pt x="25452" y="603127"/>
                </a:cubicBezTo>
                <a:cubicBezTo>
                  <a:pt x="30166" y="598414"/>
                  <a:pt x="34691" y="593983"/>
                  <a:pt x="39216" y="589552"/>
                </a:cubicBezTo>
                <a:cubicBezTo>
                  <a:pt x="37330" y="587667"/>
                  <a:pt x="35539" y="585876"/>
                  <a:pt x="33182" y="583425"/>
                </a:cubicBezTo>
                <a:cubicBezTo>
                  <a:pt x="28752" y="588233"/>
                  <a:pt x="24321" y="592852"/>
                  <a:pt x="19513" y="598036"/>
                </a:cubicBezTo>
                <a:close/>
                <a:moveTo>
                  <a:pt x="297133" y="584179"/>
                </a:moveTo>
                <a:cubicBezTo>
                  <a:pt x="295153" y="586159"/>
                  <a:pt x="293362" y="587950"/>
                  <a:pt x="291383" y="589929"/>
                </a:cubicBezTo>
                <a:cubicBezTo>
                  <a:pt x="295813" y="594360"/>
                  <a:pt x="300338" y="598791"/>
                  <a:pt x="305240" y="603598"/>
                </a:cubicBezTo>
                <a:cubicBezTo>
                  <a:pt x="300527" y="608217"/>
                  <a:pt x="296002" y="612648"/>
                  <a:pt x="291665" y="616796"/>
                </a:cubicBezTo>
                <a:cubicBezTo>
                  <a:pt x="293551" y="618870"/>
                  <a:pt x="295248" y="620755"/>
                  <a:pt x="297227" y="622923"/>
                </a:cubicBezTo>
                <a:cubicBezTo>
                  <a:pt x="301846" y="618304"/>
                  <a:pt x="306183" y="613779"/>
                  <a:pt x="310896" y="609066"/>
                </a:cubicBezTo>
                <a:cubicBezTo>
                  <a:pt x="315515" y="613685"/>
                  <a:pt x="319946" y="618210"/>
                  <a:pt x="324565" y="622829"/>
                </a:cubicBezTo>
                <a:cubicBezTo>
                  <a:pt x="326545" y="620755"/>
                  <a:pt x="328241" y="618964"/>
                  <a:pt x="330504" y="616702"/>
                </a:cubicBezTo>
                <a:cubicBezTo>
                  <a:pt x="325885" y="612271"/>
                  <a:pt x="321360" y="607840"/>
                  <a:pt x="316364" y="603033"/>
                </a:cubicBezTo>
                <a:cubicBezTo>
                  <a:pt x="321077" y="598414"/>
                  <a:pt x="325602" y="594077"/>
                  <a:pt x="330221" y="589552"/>
                </a:cubicBezTo>
                <a:cubicBezTo>
                  <a:pt x="328336" y="587573"/>
                  <a:pt x="326545" y="585782"/>
                  <a:pt x="324659" y="583896"/>
                </a:cubicBezTo>
                <a:cubicBezTo>
                  <a:pt x="320040" y="588515"/>
                  <a:pt x="315609" y="592946"/>
                  <a:pt x="310519" y="598131"/>
                </a:cubicBezTo>
                <a:cubicBezTo>
                  <a:pt x="305806" y="593135"/>
                  <a:pt x="301469" y="588610"/>
                  <a:pt x="297227" y="584179"/>
                </a:cubicBezTo>
                <a:close/>
                <a:moveTo>
                  <a:pt x="19985" y="25547"/>
                </a:moveTo>
                <a:cubicBezTo>
                  <a:pt x="24604" y="30260"/>
                  <a:pt x="28940" y="34785"/>
                  <a:pt x="33465" y="39404"/>
                </a:cubicBezTo>
                <a:cubicBezTo>
                  <a:pt x="35445" y="37424"/>
                  <a:pt x="37142" y="35633"/>
                  <a:pt x="39310" y="33465"/>
                </a:cubicBezTo>
                <a:cubicBezTo>
                  <a:pt x="34691" y="28940"/>
                  <a:pt x="30166" y="24510"/>
                  <a:pt x="25264" y="19608"/>
                </a:cubicBezTo>
                <a:cubicBezTo>
                  <a:pt x="29977" y="15083"/>
                  <a:pt x="34502" y="10652"/>
                  <a:pt x="39027" y="6316"/>
                </a:cubicBezTo>
                <a:cubicBezTo>
                  <a:pt x="37142" y="4336"/>
                  <a:pt x="35351" y="2545"/>
                  <a:pt x="33182" y="283"/>
                </a:cubicBezTo>
                <a:cubicBezTo>
                  <a:pt x="28563" y="4996"/>
                  <a:pt x="24133" y="9521"/>
                  <a:pt x="19231" y="14517"/>
                </a:cubicBezTo>
                <a:cubicBezTo>
                  <a:pt x="14612" y="9804"/>
                  <a:pt x="10181" y="5373"/>
                  <a:pt x="5939" y="943"/>
                </a:cubicBezTo>
                <a:cubicBezTo>
                  <a:pt x="4054" y="2734"/>
                  <a:pt x="2262" y="4431"/>
                  <a:pt x="189" y="6410"/>
                </a:cubicBezTo>
                <a:cubicBezTo>
                  <a:pt x="4808" y="10935"/>
                  <a:pt x="9333" y="15366"/>
                  <a:pt x="14234" y="20173"/>
                </a:cubicBezTo>
                <a:cubicBezTo>
                  <a:pt x="9521" y="24792"/>
                  <a:pt x="4902" y="29317"/>
                  <a:pt x="566" y="33559"/>
                </a:cubicBezTo>
                <a:cubicBezTo>
                  <a:pt x="2357" y="35445"/>
                  <a:pt x="4054" y="37236"/>
                  <a:pt x="6410" y="39687"/>
                </a:cubicBezTo>
                <a:cubicBezTo>
                  <a:pt x="10935" y="34973"/>
                  <a:pt x="15271" y="30449"/>
                  <a:pt x="20079" y="25452"/>
                </a:cubicBezTo>
                <a:close/>
                <a:moveTo>
                  <a:pt x="615476" y="330787"/>
                </a:moveTo>
                <a:cubicBezTo>
                  <a:pt x="617361" y="328995"/>
                  <a:pt x="619153" y="327299"/>
                  <a:pt x="621132" y="325319"/>
                </a:cubicBezTo>
                <a:cubicBezTo>
                  <a:pt x="616513" y="320700"/>
                  <a:pt x="611988" y="316269"/>
                  <a:pt x="606992" y="311367"/>
                </a:cubicBezTo>
                <a:cubicBezTo>
                  <a:pt x="611800" y="306842"/>
                  <a:pt x="616419" y="302412"/>
                  <a:pt x="620567" y="298453"/>
                </a:cubicBezTo>
                <a:cubicBezTo>
                  <a:pt x="618681" y="296190"/>
                  <a:pt x="617079" y="294211"/>
                  <a:pt x="615099" y="291854"/>
                </a:cubicBezTo>
                <a:cubicBezTo>
                  <a:pt x="610386" y="296662"/>
                  <a:pt x="605955" y="301092"/>
                  <a:pt x="601336" y="305900"/>
                </a:cubicBezTo>
                <a:cubicBezTo>
                  <a:pt x="596811" y="301281"/>
                  <a:pt x="592380" y="296850"/>
                  <a:pt x="588233" y="292702"/>
                </a:cubicBezTo>
                <a:cubicBezTo>
                  <a:pt x="586064" y="294493"/>
                  <a:pt x="584085" y="296190"/>
                  <a:pt x="581728" y="298170"/>
                </a:cubicBezTo>
                <a:cubicBezTo>
                  <a:pt x="586536" y="302883"/>
                  <a:pt x="591061" y="307314"/>
                  <a:pt x="595774" y="311839"/>
                </a:cubicBezTo>
                <a:cubicBezTo>
                  <a:pt x="591155" y="316364"/>
                  <a:pt x="586724" y="320888"/>
                  <a:pt x="582105" y="325319"/>
                </a:cubicBezTo>
                <a:cubicBezTo>
                  <a:pt x="583991" y="327204"/>
                  <a:pt x="585782" y="328995"/>
                  <a:pt x="587761" y="330881"/>
                </a:cubicBezTo>
                <a:cubicBezTo>
                  <a:pt x="592286" y="326262"/>
                  <a:pt x="596622" y="321831"/>
                  <a:pt x="601619" y="316646"/>
                </a:cubicBezTo>
                <a:cubicBezTo>
                  <a:pt x="606615" y="321643"/>
                  <a:pt x="610951" y="326167"/>
                  <a:pt x="615382" y="330598"/>
                </a:cubicBezTo>
                <a:close/>
                <a:moveTo>
                  <a:pt x="887062" y="20173"/>
                </a:moveTo>
                <a:cubicBezTo>
                  <a:pt x="882255" y="24792"/>
                  <a:pt x="877730" y="29317"/>
                  <a:pt x="873393" y="33465"/>
                </a:cubicBezTo>
                <a:cubicBezTo>
                  <a:pt x="875279" y="35539"/>
                  <a:pt x="876881" y="37424"/>
                  <a:pt x="878861" y="39593"/>
                </a:cubicBezTo>
                <a:cubicBezTo>
                  <a:pt x="883480" y="34879"/>
                  <a:pt x="887911" y="30354"/>
                  <a:pt x="892624" y="25641"/>
                </a:cubicBezTo>
                <a:cubicBezTo>
                  <a:pt x="897243" y="30354"/>
                  <a:pt x="901674" y="34879"/>
                  <a:pt x="906199" y="39498"/>
                </a:cubicBezTo>
                <a:cubicBezTo>
                  <a:pt x="908178" y="37424"/>
                  <a:pt x="909969" y="35633"/>
                  <a:pt x="912043" y="33371"/>
                </a:cubicBezTo>
                <a:cubicBezTo>
                  <a:pt x="907518" y="28940"/>
                  <a:pt x="902899" y="24510"/>
                  <a:pt x="897997" y="19796"/>
                </a:cubicBezTo>
                <a:cubicBezTo>
                  <a:pt x="902711" y="15083"/>
                  <a:pt x="907236" y="10747"/>
                  <a:pt x="911855" y="6222"/>
                </a:cubicBezTo>
                <a:cubicBezTo>
                  <a:pt x="909969" y="4336"/>
                  <a:pt x="908178" y="2545"/>
                  <a:pt x="905916" y="189"/>
                </a:cubicBezTo>
                <a:cubicBezTo>
                  <a:pt x="901485" y="4902"/>
                  <a:pt x="897149" y="9615"/>
                  <a:pt x="892247" y="14800"/>
                </a:cubicBezTo>
                <a:cubicBezTo>
                  <a:pt x="887534" y="9804"/>
                  <a:pt x="883197" y="5279"/>
                  <a:pt x="878955" y="660"/>
                </a:cubicBezTo>
                <a:cubicBezTo>
                  <a:pt x="876976" y="2545"/>
                  <a:pt x="875279" y="4242"/>
                  <a:pt x="873016" y="6410"/>
                </a:cubicBezTo>
                <a:cubicBezTo>
                  <a:pt x="877635" y="10935"/>
                  <a:pt x="882160" y="15366"/>
                  <a:pt x="887157" y="20173"/>
                </a:cubicBezTo>
                <a:close/>
                <a:moveTo>
                  <a:pt x="588044" y="584273"/>
                </a:moveTo>
                <a:cubicBezTo>
                  <a:pt x="585970" y="586159"/>
                  <a:pt x="584085" y="587856"/>
                  <a:pt x="581728" y="590118"/>
                </a:cubicBezTo>
                <a:cubicBezTo>
                  <a:pt x="586536" y="594643"/>
                  <a:pt x="591061" y="599073"/>
                  <a:pt x="595868" y="603598"/>
                </a:cubicBezTo>
                <a:cubicBezTo>
                  <a:pt x="591155" y="608217"/>
                  <a:pt x="586630" y="612648"/>
                  <a:pt x="582105" y="617079"/>
                </a:cubicBezTo>
                <a:cubicBezTo>
                  <a:pt x="583991" y="618964"/>
                  <a:pt x="585782" y="620755"/>
                  <a:pt x="587761" y="622829"/>
                </a:cubicBezTo>
                <a:cubicBezTo>
                  <a:pt x="592192" y="618210"/>
                  <a:pt x="596528" y="613685"/>
                  <a:pt x="601336" y="608689"/>
                </a:cubicBezTo>
                <a:cubicBezTo>
                  <a:pt x="606238" y="613685"/>
                  <a:pt x="610763" y="618210"/>
                  <a:pt x="615099" y="622640"/>
                </a:cubicBezTo>
                <a:cubicBezTo>
                  <a:pt x="617173" y="620661"/>
                  <a:pt x="618964" y="618964"/>
                  <a:pt x="621038" y="616984"/>
                </a:cubicBezTo>
                <a:cubicBezTo>
                  <a:pt x="616324" y="612365"/>
                  <a:pt x="611894" y="607935"/>
                  <a:pt x="606898" y="603127"/>
                </a:cubicBezTo>
                <a:cubicBezTo>
                  <a:pt x="611611" y="598508"/>
                  <a:pt x="616230" y="594077"/>
                  <a:pt x="620378" y="590118"/>
                </a:cubicBezTo>
                <a:cubicBezTo>
                  <a:pt x="618587" y="587950"/>
                  <a:pt x="616984" y="585970"/>
                  <a:pt x="615005" y="583613"/>
                </a:cubicBezTo>
                <a:cubicBezTo>
                  <a:pt x="610291" y="588327"/>
                  <a:pt x="605955" y="592852"/>
                  <a:pt x="601242" y="597565"/>
                </a:cubicBezTo>
                <a:cubicBezTo>
                  <a:pt x="596717" y="592946"/>
                  <a:pt x="592286" y="588515"/>
                  <a:pt x="587950" y="584179"/>
                </a:cubicBezTo>
                <a:close/>
                <a:moveTo>
                  <a:pt x="305146" y="20362"/>
                </a:moveTo>
                <a:cubicBezTo>
                  <a:pt x="300432" y="24887"/>
                  <a:pt x="295907" y="29317"/>
                  <a:pt x="291665" y="33465"/>
                </a:cubicBezTo>
                <a:cubicBezTo>
                  <a:pt x="293456" y="35539"/>
                  <a:pt x="295153" y="37424"/>
                  <a:pt x="297133" y="39687"/>
                </a:cubicBezTo>
                <a:cubicBezTo>
                  <a:pt x="301752" y="34973"/>
                  <a:pt x="306183" y="30449"/>
                  <a:pt x="310896" y="25641"/>
                </a:cubicBezTo>
                <a:cubicBezTo>
                  <a:pt x="315515" y="30260"/>
                  <a:pt x="319946" y="34785"/>
                  <a:pt x="324471" y="39404"/>
                </a:cubicBezTo>
                <a:cubicBezTo>
                  <a:pt x="326356" y="37424"/>
                  <a:pt x="328147" y="35633"/>
                  <a:pt x="330409" y="33371"/>
                </a:cubicBezTo>
                <a:cubicBezTo>
                  <a:pt x="325790" y="28846"/>
                  <a:pt x="321171" y="24415"/>
                  <a:pt x="316269" y="19608"/>
                </a:cubicBezTo>
                <a:cubicBezTo>
                  <a:pt x="320983" y="14989"/>
                  <a:pt x="325413" y="10558"/>
                  <a:pt x="329750" y="6316"/>
                </a:cubicBezTo>
                <a:cubicBezTo>
                  <a:pt x="327959" y="4336"/>
                  <a:pt x="326356" y="2451"/>
                  <a:pt x="324188" y="0"/>
                </a:cubicBezTo>
                <a:cubicBezTo>
                  <a:pt x="319474" y="4808"/>
                  <a:pt x="315044" y="9333"/>
                  <a:pt x="309953" y="14423"/>
                </a:cubicBezTo>
                <a:cubicBezTo>
                  <a:pt x="305523" y="9710"/>
                  <a:pt x="301186" y="5090"/>
                  <a:pt x="296944" y="566"/>
                </a:cubicBezTo>
                <a:cubicBezTo>
                  <a:pt x="294965" y="2451"/>
                  <a:pt x="293268" y="4148"/>
                  <a:pt x="291005" y="6222"/>
                </a:cubicBezTo>
                <a:cubicBezTo>
                  <a:pt x="295625" y="10841"/>
                  <a:pt x="300149" y="15271"/>
                  <a:pt x="305051" y="20173"/>
                </a:cubicBezTo>
                <a:close/>
                <a:moveTo>
                  <a:pt x="911478" y="298076"/>
                </a:moveTo>
                <a:cubicBezTo>
                  <a:pt x="909781" y="296096"/>
                  <a:pt x="908084" y="294211"/>
                  <a:pt x="906104" y="291948"/>
                </a:cubicBezTo>
                <a:cubicBezTo>
                  <a:pt x="901485" y="296662"/>
                  <a:pt x="897055" y="301186"/>
                  <a:pt x="892341" y="305900"/>
                </a:cubicBezTo>
                <a:cubicBezTo>
                  <a:pt x="887816" y="301281"/>
                  <a:pt x="883386" y="296850"/>
                  <a:pt x="879144" y="292608"/>
                </a:cubicBezTo>
                <a:cubicBezTo>
                  <a:pt x="877070" y="294493"/>
                  <a:pt x="875184" y="296284"/>
                  <a:pt x="872828" y="298453"/>
                </a:cubicBezTo>
                <a:cubicBezTo>
                  <a:pt x="877541" y="303072"/>
                  <a:pt x="881972" y="307408"/>
                  <a:pt x="886779" y="312121"/>
                </a:cubicBezTo>
                <a:cubicBezTo>
                  <a:pt x="882349" y="316552"/>
                  <a:pt x="877824" y="320983"/>
                  <a:pt x="873393" y="325413"/>
                </a:cubicBezTo>
                <a:cubicBezTo>
                  <a:pt x="875184" y="327299"/>
                  <a:pt x="876881" y="329090"/>
                  <a:pt x="879144" y="331446"/>
                </a:cubicBezTo>
                <a:cubicBezTo>
                  <a:pt x="883763" y="326733"/>
                  <a:pt x="888194" y="322208"/>
                  <a:pt x="893190" y="317023"/>
                </a:cubicBezTo>
                <a:cubicBezTo>
                  <a:pt x="897809" y="321737"/>
                  <a:pt x="902239" y="326167"/>
                  <a:pt x="906199" y="330315"/>
                </a:cubicBezTo>
                <a:cubicBezTo>
                  <a:pt x="908084" y="328713"/>
                  <a:pt x="910064" y="327110"/>
                  <a:pt x="912043" y="325413"/>
                </a:cubicBezTo>
                <a:cubicBezTo>
                  <a:pt x="907424" y="320888"/>
                  <a:pt x="902994" y="316458"/>
                  <a:pt x="897903" y="311462"/>
                </a:cubicBezTo>
                <a:cubicBezTo>
                  <a:pt x="902805" y="306654"/>
                  <a:pt x="907330" y="302223"/>
                  <a:pt x="911478" y="298076"/>
                </a:cubicBezTo>
                <a:close/>
                <a:moveTo>
                  <a:pt x="872828" y="590024"/>
                </a:moveTo>
                <a:cubicBezTo>
                  <a:pt x="877541" y="594454"/>
                  <a:pt x="882160" y="598885"/>
                  <a:pt x="887157" y="603598"/>
                </a:cubicBezTo>
                <a:cubicBezTo>
                  <a:pt x="882349" y="608312"/>
                  <a:pt x="877824" y="612742"/>
                  <a:pt x="873393" y="617079"/>
                </a:cubicBezTo>
                <a:cubicBezTo>
                  <a:pt x="875184" y="618964"/>
                  <a:pt x="876881" y="620849"/>
                  <a:pt x="878955" y="623018"/>
                </a:cubicBezTo>
                <a:cubicBezTo>
                  <a:pt x="883480" y="618304"/>
                  <a:pt x="887816" y="613779"/>
                  <a:pt x="892530" y="608972"/>
                </a:cubicBezTo>
                <a:cubicBezTo>
                  <a:pt x="897243" y="613874"/>
                  <a:pt x="901580" y="618398"/>
                  <a:pt x="905916" y="622923"/>
                </a:cubicBezTo>
                <a:cubicBezTo>
                  <a:pt x="908178" y="620755"/>
                  <a:pt x="910064" y="618964"/>
                  <a:pt x="912326" y="616796"/>
                </a:cubicBezTo>
                <a:cubicBezTo>
                  <a:pt x="907613" y="612271"/>
                  <a:pt x="903088" y="607840"/>
                  <a:pt x="897903" y="602844"/>
                </a:cubicBezTo>
                <a:cubicBezTo>
                  <a:pt x="902617" y="598319"/>
                  <a:pt x="907236" y="593983"/>
                  <a:pt x="911478" y="590024"/>
                </a:cubicBezTo>
                <a:cubicBezTo>
                  <a:pt x="909687" y="587950"/>
                  <a:pt x="907990" y="586064"/>
                  <a:pt x="905916" y="583708"/>
                </a:cubicBezTo>
                <a:cubicBezTo>
                  <a:pt x="901391" y="588421"/>
                  <a:pt x="896960" y="592946"/>
                  <a:pt x="892341" y="597754"/>
                </a:cubicBezTo>
                <a:cubicBezTo>
                  <a:pt x="887722" y="593135"/>
                  <a:pt x="883386" y="588610"/>
                  <a:pt x="878861" y="584085"/>
                </a:cubicBezTo>
                <a:cubicBezTo>
                  <a:pt x="876881" y="586064"/>
                  <a:pt x="875184" y="587856"/>
                  <a:pt x="872828" y="590118"/>
                </a:cubicBezTo>
                <a:close/>
              </a:path>
            </a:pathLst>
          </a:custGeom>
          <a:solidFill>
            <a:schemeClr val="accent2"/>
          </a:solidFill>
          <a:ln w="9427" cap="flat">
            <a:noFill/>
            <a:prstDash val="solid"/>
            <a:miter/>
          </a:ln>
        </p:spPr>
        <p:txBody>
          <a:bodyPr rtlCol="0" anchor="ctr"/>
          <a:lstStyle/>
          <a:p>
            <a:endParaRPr lang="en-US" b="0" i="0" dirty="0">
              <a:latin typeface="Oswald" pitchFamily="2" charset="77"/>
            </a:endParaRPr>
          </a:p>
        </p:txBody>
      </p:sp>
      <p:sp>
        <p:nvSpPr>
          <p:cNvPr id="2" name="Title Placeholder 1">
            <a:extLst>
              <a:ext uri="{FF2B5EF4-FFF2-40B4-BE49-F238E27FC236}">
                <a16:creationId xmlns:a16="http://schemas.microsoft.com/office/drawing/2014/main" id="{98C79B04-B163-3013-B705-530AA225C1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3523251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Slide with Image 02">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8CD8D3C-49CE-351D-5F1C-C99B2896A855}"/>
              </a:ext>
            </a:extLst>
          </p:cNvPr>
          <p:cNvSpPr>
            <a:spLocks noGrp="1"/>
          </p:cNvSpPr>
          <p:nvPr>
            <p:ph type="dt" sz="half" idx="10"/>
          </p:nvPr>
        </p:nvSpPr>
        <p:spPr/>
        <p:txBody>
          <a:bodyPr/>
          <a:lstStyle>
            <a:lvl1pPr>
              <a:defRPr>
                <a:latin typeface="Oswald" pitchFamily="2" charset="77"/>
              </a:defRPr>
            </a:lvl1pPr>
          </a:lstStyle>
          <a:p>
            <a:fld id="{04F85528-7667-1E46-8111-8E661B15A7D9}" type="datetimeFigureOut">
              <a:rPr lang="en-US" smtClean="0"/>
              <a:pPr/>
              <a:t>3/17/2026</a:t>
            </a:fld>
            <a:endParaRPr lang="en-US"/>
          </a:p>
        </p:txBody>
      </p:sp>
      <p:sp>
        <p:nvSpPr>
          <p:cNvPr id="6" name="Footer Placeholder 5">
            <a:extLst>
              <a:ext uri="{FF2B5EF4-FFF2-40B4-BE49-F238E27FC236}">
                <a16:creationId xmlns:a16="http://schemas.microsoft.com/office/drawing/2014/main" id="{B94F55DA-590C-AC00-ABB3-B63647043CF8}"/>
              </a:ext>
            </a:extLst>
          </p:cNvPr>
          <p:cNvSpPr>
            <a:spLocks noGrp="1"/>
          </p:cNvSpPr>
          <p:nvPr>
            <p:ph type="ftr" sz="quarter" idx="11"/>
          </p:nvPr>
        </p:nvSpPr>
        <p:spPr/>
        <p:txBody>
          <a:bodyPr/>
          <a:lstStyle>
            <a:lvl1pPr>
              <a:defRPr>
                <a:latin typeface="Oswald" pitchFamily="2" charset="77"/>
              </a:defRPr>
            </a:lvl1pPr>
          </a:lstStyle>
          <a:p>
            <a:endParaRPr lang="en-US"/>
          </a:p>
        </p:txBody>
      </p:sp>
      <p:sp>
        <p:nvSpPr>
          <p:cNvPr id="7" name="Slide Number Placeholder 6">
            <a:extLst>
              <a:ext uri="{FF2B5EF4-FFF2-40B4-BE49-F238E27FC236}">
                <a16:creationId xmlns:a16="http://schemas.microsoft.com/office/drawing/2014/main" id="{2F5AEAA4-5F74-10CA-8D89-3E8D71F14D92}"/>
              </a:ext>
            </a:extLst>
          </p:cNvPr>
          <p:cNvSpPr>
            <a:spLocks noGrp="1"/>
          </p:cNvSpPr>
          <p:nvPr>
            <p:ph type="sldNum" sz="quarter" idx="12"/>
          </p:nvPr>
        </p:nvSpPr>
        <p:spPr/>
        <p:txBody>
          <a:bodyPr/>
          <a:lstStyle>
            <a:lvl1pPr>
              <a:defRPr>
                <a:latin typeface="Oswald" pitchFamily="2" charset="77"/>
              </a:defRPr>
            </a:lvl1pPr>
          </a:lstStyle>
          <a:p>
            <a:fld id="{92A6C7AB-A877-C342-9CE7-90563939BDE3}" type="slidenum">
              <a:rPr lang="en-US" smtClean="0"/>
              <a:pPr/>
              <a:t>‹#›</a:t>
            </a:fld>
            <a:endParaRPr lang="en-US"/>
          </a:p>
        </p:txBody>
      </p:sp>
      <p:sp>
        <p:nvSpPr>
          <p:cNvPr id="9" name="Picture Placeholder 8">
            <a:extLst>
              <a:ext uri="{FF2B5EF4-FFF2-40B4-BE49-F238E27FC236}">
                <a16:creationId xmlns:a16="http://schemas.microsoft.com/office/drawing/2014/main" id="{C24933B8-7F1B-8266-103E-F0EF88F55778}"/>
              </a:ext>
            </a:extLst>
          </p:cNvPr>
          <p:cNvSpPr>
            <a:spLocks noGrp="1"/>
          </p:cNvSpPr>
          <p:nvPr>
            <p:ph type="pic" sz="quarter" idx="13"/>
          </p:nvPr>
        </p:nvSpPr>
        <p:spPr>
          <a:xfrm>
            <a:off x="838200" y="1825625"/>
            <a:ext cx="5257800" cy="4351338"/>
          </a:xfrm>
          <a:gradFill>
            <a:gsLst>
              <a:gs pos="0">
                <a:schemeClr val="accent2"/>
              </a:gs>
              <a:gs pos="100000">
                <a:schemeClr val="accent1"/>
              </a:gs>
            </a:gsLst>
            <a:lin ang="8100000" scaled="1"/>
          </a:gradFill>
        </p:spPr>
        <p:txBody>
          <a:bodyPr/>
          <a:lstStyle>
            <a:lvl1pPr>
              <a:defRPr>
                <a:latin typeface="Oswald" pitchFamily="2" charset="77"/>
              </a:defRPr>
            </a:lvl1pPr>
          </a:lstStyle>
          <a:p>
            <a:endParaRPr lang="en-US"/>
          </a:p>
        </p:txBody>
      </p:sp>
      <p:sp>
        <p:nvSpPr>
          <p:cNvPr id="3" name="Content Placeholder 3">
            <a:extLst>
              <a:ext uri="{FF2B5EF4-FFF2-40B4-BE49-F238E27FC236}">
                <a16:creationId xmlns:a16="http://schemas.microsoft.com/office/drawing/2014/main" id="{69A31A06-9CE9-613F-CE22-221FFCB07B19}"/>
              </a:ext>
            </a:extLst>
          </p:cNvPr>
          <p:cNvSpPr>
            <a:spLocks noGrp="1"/>
          </p:cNvSpPr>
          <p:nvPr>
            <p:ph sz="half" idx="2"/>
          </p:nvPr>
        </p:nvSpPr>
        <p:spPr>
          <a:xfrm>
            <a:off x="6172200" y="1825625"/>
            <a:ext cx="5181600" cy="4351338"/>
          </a:xfrm>
          <a:prstGeom prst="rect">
            <a:avLst/>
          </a:prstGeom>
        </p:spPr>
        <p:txBody>
          <a:bodyPr>
            <a:normAutofit/>
          </a:bodyPr>
          <a:lstStyle>
            <a:lvl1pPr marL="0" indent="0">
              <a:buFontTx/>
              <a:buNone/>
              <a:defRPr sz="2000">
                <a:latin typeface="Oswald" pitchFamily="2" charset="77"/>
              </a:defRPr>
            </a:lvl1pPr>
            <a:lvl2pPr marL="457200" indent="0">
              <a:buFontTx/>
              <a:buNone/>
              <a:defRPr sz="1800">
                <a:latin typeface="Oswald" pitchFamily="2" charset="77"/>
              </a:defRPr>
            </a:lvl2pPr>
            <a:lvl3pPr marL="914400" indent="0">
              <a:buFontTx/>
              <a:buNone/>
              <a:defRPr sz="1600">
                <a:latin typeface="Oswald" pitchFamily="2" charset="77"/>
              </a:defRPr>
            </a:lvl3pPr>
            <a:lvl4pPr marL="1371600" indent="0">
              <a:buFontTx/>
              <a:buNone/>
              <a:defRPr sz="1400">
                <a:latin typeface="Oswald" pitchFamily="2" charset="77"/>
              </a:defRPr>
            </a:lvl4pPr>
            <a:lvl5pPr marL="1828800" indent="0">
              <a:buFontTx/>
              <a:buNone/>
              <a:defRPr sz="1400">
                <a:latin typeface="Oswald"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222EADF-4CF1-65C9-84BB-6A214E0B3C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4101113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Quot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AABCDCC-7B63-1BFC-C58E-5AAF76F4AA51}"/>
              </a:ext>
            </a:extLst>
          </p:cNvPr>
          <p:cNvGrpSpPr/>
          <p:nvPr userDrawn="1"/>
        </p:nvGrpSpPr>
        <p:grpSpPr>
          <a:xfrm>
            <a:off x="-6614400" y="3558620"/>
            <a:ext cx="10239916" cy="10239880"/>
            <a:chOff x="-7520779" y="699012"/>
            <a:chExt cx="13261976" cy="13261929"/>
          </a:xfrm>
        </p:grpSpPr>
        <p:sp>
          <p:nvSpPr>
            <p:cNvPr id="7" name="Oval 6">
              <a:extLst>
                <a:ext uri="{FF2B5EF4-FFF2-40B4-BE49-F238E27FC236}">
                  <a16:creationId xmlns:a16="http://schemas.microsoft.com/office/drawing/2014/main" id="{9C1C2E0D-1548-A006-4AD1-192BDC8D7828}"/>
                </a:ext>
              </a:extLst>
            </p:cNvPr>
            <p:cNvSpPr/>
            <p:nvPr userDrawn="1"/>
          </p:nvSpPr>
          <p:spPr>
            <a:xfrm>
              <a:off x="-7520779" y="699012"/>
              <a:ext cx="13261976" cy="13261929"/>
            </a:xfrm>
            <a:prstGeom prst="ellipse">
              <a:avLst/>
            </a:prstGeom>
            <a:noFill/>
            <a:ln w="50800">
              <a:gradFill flip="none" rotWithShape="1">
                <a:gsLst>
                  <a:gs pos="0">
                    <a:schemeClr val="accent2"/>
                  </a:gs>
                  <a:gs pos="99000">
                    <a:schemeClr val="accent3"/>
                  </a:gs>
                </a:gsLst>
                <a:lin ang="8100000" scaled="1"/>
                <a:tileRect/>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8" name="Oval 7">
              <a:extLst>
                <a:ext uri="{FF2B5EF4-FFF2-40B4-BE49-F238E27FC236}">
                  <a16:creationId xmlns:a16="http://schemas.microsoft.com/office/drawing/2014/main" id="{BC7E2DF6-7AA3-65DF-E06F-2239D4EC728B}"/>
                </a:ext>
              </a:extLst>
            </p:cNvPr>
            <p:cNvSpPr/>
            <p:nvPr userDrawn="1"/>
          </p:nvSpPr>
          <p:spPr>
            <a:xfrm>
              <a:off x="-7148652" y="1074973"/>
              <a:ext cx="12517721" cy="12517716"/>
            </a:xfrm>
            <a:prstGeom prst="ellipse">
              <a:avLst/>
            </a:prstGeom>
            <a:gradFill flip="none" rotWithShape="1">
              <a:gsLst>
                <a:gs pos="0">
                  <a:schemeClr val="accent2"/>
                </a:gs>
                <a:gs pos="100000">
                  <a:schemeClr val="accent1"/>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grpSp>
      <p:sp>
        <p:nvSpPr>
          <p:cNvPr id="2" name="Title 1">
            <a:extLst>
              <a:ext uri="{FF2B5EF4-FFF2-40B4-BE49-F238E27FC236}">
                <a16:creationId xmlns:a16="http://schemas.microsoft.com/office/drawing/2014/main" id="{8D1AF7F9-2BED-F8CE-2370-040EA075BECE}"/>
              </a:ext>
            </a:extLst>
          </p:cNvPr>
          <p:cNvSpPr>
            <a:spLocks noGrp="1"/>
          </p:cNvSpPr>
          <p:nvPr>
            <p:ph type="title" hasCustomPrompt="1"/>
          </p:nvPr>
        </p:nvSpPr>
        <p:spPr>
          <a:xfrm>
            <a:off x="838200" y="342900"/>
            <a:ext cx="10515600" cy="3086100"/>
          </a:xfrm>
        </p:spPr>
        <p:txBody>
          <a:bodyPr anchor="b">
            <a:normAutofit/>
          </a:bodyPr>
          <a:lstStyle>
            <a:lvl1pPr>
              <a:defRPr sz="4800">
                <a:solidFill>
                  <a:schemeClr val="bg1"/>
                </a:solidFill>
                <a:latin typeface="Oswald" pitchFamily="2" charset="77"/>
              </a:defRPr>
            </a:lvl1pPr>
          </a:lstStyle>
          <a:p>
            <a:r>
              <a:rPr lang="en-US" dirty="0"/>
              <a:t>Click to edit </a:t>
            </a:r>
            <a:br>
              <a:rPr lang="en-US" dirty="0"/>
            </a:br>
            <a:r>
              <a:rPr lang="en-US" dirty="0"/>
              <a:t>Master title style</a:t>
            </a:r>
          </a:p>
        </p:txBody>
      </p:sp>
      <p:sp>
        <p:nvSpPr>
          <p:cNvPr id="3" name="Text Placeholder 2">
            <a:extLst>
              <a:ext uri="{FF2B5EF4-FFF2-40B4-BE49-F238E27FC236}">
                <a16:creationId xmlns:a16="http://schemas.microsoft.com/office/drawing/2014/main" id="{0B515FD6-82C1-F27F-AB17-2E2DD041039E}"/>
              </a:ext>
            </a:extLst>
          </p:cNvPr>
          <p:cNvSpPr>
            <a:spLocks noGrp="1"/>
          </p:cNvSpPr>
          <p:nvPr>
            <p:ph type="body" idx="1"/>
          </p:nvPr>
        </p:nvSpPr>
        <p:spPr>
          <a:xfrm>
            <a:off x="6908004" y="3558620"/>
            <a:ext cx="2743200" cy="1500187"/>
          </a:xfrm>
          <a:prstGeom prst="rect">
            <a:avLst/>
          </a:prstGeom>
        </p:spPr>
        <p:txBody>
          <a:bodyPr>
            <a:normAutofit/>
          </a:bodyPr>
          <a:lstStyle>
            <a:lvl1pPr marL="0" indent="0">
              <a:buNone/>
              <a:defRPr sz="1600">
                <a:solidFill>
                  <a:schemeClr val="bg1"/>
                </a:solidFill>
                <a:latin typeface="Oswa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9034668E-504D-8D1B-8AC9-3E387BF0B1BA}"/>
              </a:ext>
            </a:extLst>
          </p:cNvPr>
          <p:cNvSpPr>
            <a:spLocks noGrp="1"/>
          </p:cNvSpPr>
          <p:nvPr>
            <p:ph type="dt" sz="half" idx="10"/>
          </p:nvPr>
        </p:nvSpPr>
        <p:spPr/>
        <p:txBody>
          <a:bodyPr/>
          <a:lstStyle>
            <a:lvl1pPr>
              <a:defRPr>
                <a:solidFill>
                  <a:schemeClr val="bg1"/>
                </a:solidFill>
                <a:latin typeface="Oswald" pitchFamily="2" charset="77"/>
              </a:defRPr>
            </a:lvl1pPr>
          </a:lstStyle>
          <a:p>
            <a:r>
              <a:rPr lang="en-US"/>
              <a:t>20XX</a:t>
            </a:r>
            <a:endParaRPr lang="en-US" dirty="0"/>
          </a:p>
        </p:txBody>
      </p:sp>
      <p:sp>
        <p:nvSpPr>
          <p:cNvPr id="5" name="Footer Placeholder 4">
            <a:extLst>
              <a:ext uri="{FF2B5EF4-FFF2-40B4-BE49-F238E27FC236}">
                <a16:creationId xmlns:a16="http://schemas.microsoft.com/office/drawing/2014/main" id="{BB5369F0-13E7-3987-C328-EA939F9601E5}"/>
              </a:ext>
            </a:extLst>
          </p:cNvPr>
          <p:cNvSpPr>
            <a:spLocks noGrp="1"/>
          </p:cNvSpPr>
          <p:nvPr>
            <p:ph type="ftr" sz="quarter" idx="11"/>
          </p:nvPr>
        </p:nvSpPr>
        <p:spPr/>
        <p:txBody>
          <a:bodyPr/>
          <a:lstStyle>
            <a:lvl1pPr>
              <a:defRPr>
                <a:solidFill>
                  <a:schemeClr val="bg1"/>
                </a:solidFill>
                <a:latin typeface="Oswald" pitchFamily="2" charset="77"/>
              </a:defRPr>
            </a:lvl1pPr>
          </a:lstStyle>
          <a:p>
            <a:endParaRPr lang="en-US"/>
          </a:p>
        </p:txBody>
      </p:sp>
      <p:sp>
        <p:nvSpPr>
          <p:cNvPr id="6" name="Slide Number Placeholder 5">
            <a:extLst>
              <a:ext uri="{FF2B5EF4-FFF2-40B4-BE49-F238E27FC236}">
                <a16:creationId xmlns:a16="http://schemas.microsoft.com/office/drawing/2014/main" id="{76047604-23FB-3B77-51A9-FC577F45E9D1}"/>
              </a:ext>
            </a:extLst>
          </p:cNvPr>
          <p:cNvSpPr>
            <a:spLocks noGrp="1"/>
          </p:cNvSpPr>
          <p:nvPr>
            <p:ph type="sldNum" sz="quarter" idx="12"/>
          </p:nvPr>
        </p:nvSpPr>
        <p:spPr/>
        <p:txBody>
          <a:bodyPr/>
          <a:lstStyle>
            <a:lvl1pPr>
              <a:defRPr>
                <a:solidFill>
                  <a:schemeClr val="bg1"/>
                </a:solidFill>
                <a:latin typeface="Oswald" pitchFamily="2" charset="77"/>
              </a:defRPr>
            </a:lvl1pPr>
          </a:lstStyle>
          <a:p>
            <a:fld id="{92A6C7AB-A877-C342-9CE7-90563939BDE3}" type="slidenum">
              <a:rPr lang="en-US" smtClean="0"/>
              <a:pPr/>
              <a:t>‹#›</a:t>
            </a:fld>
            <a:endParaRPr lang="en-US"/>
          </a:p>
        </p:txBody>
      </p:sp>
      <p:sp>
        <p:nvSpPr>
          <p:cNvPr id="10" name="Round Diagonal Corner Rectangle 9">
            <a:extLst>
              <a:ext uri="{FF2B5EF4-FFF2-40B4-BE49-F238E27FC236}">
                <a16:creationId xmlns:a16="http://schemas.microsoft.com/office/drawing/2014/main" id="{9AEF8239-1A7B-7CDC-A4B5-A09B1F292DF2}"/>
              </a:ext>
            </a:extLst>
          </p:cNvPr>
          <p:cNvSpPr/>
          <p:nvPr userDrawn="1"/>
        </p:nvSpPr>
        <p:spPr>
          <a:xfrm>
            <a:off x="1524264" y="730716"/>
            <a:ext cx="5613271" cy="2319130"/>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11" name="Round Diagonal Corner Rectangle 10">
            <a:extLst>
              <a:ext uri="{FF2B5EF4-FFF2-40B4-BE49-F238E27FC236}">
                <a16:creationId xmlns:a16="http://schemas.microsoft.com/office/drawing/2014/main" id="{8C8198AC-C14C-E357-43F6-E23BC8EE7446}"/>
              </a:ext>
            </a:extLst>
          </p:cNvPr>
          <p:cNvSpPr/>
          <p:nvPr userDrawn="1"/>
        </p:nvSpPr>
        <p:spPr>
          <a:xfrm rot="16200000">
            <a:off x="7940036" y="7518996"/>
            <a:ext cx="5613271" cy="2319130"/>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12" name="Graphic 52">
            <a:extLst>
              <a:ext uri="{FF2B5EF4-FFF2-40B4-BE49-F238E27FC236}">
                <a16:creationId xmlns:a16="http://schemas.microsoft.com/office/drawing/2014/main" id="{2B2116E4-E668-C133-D041-B2A6D8DF3F75}"/>
              </a:ext>
            </a:extLst>
          </p:cNvPr>
          <p:cNvSpPr/>
          <p:nvPr userDrawn="1"/>
        </p:nvSpPr>
        <p:spPr>
          <a:xfrm>
            <a:off x="9195041" y="3851136"/>
            <a:ext cx="912326" cy="915154"/>
          </a:xfrm>
          <a:custGeom>
            <a:avLst/>
            <a:gdLst>
              <a:gd name="connsiteX0" fmla="*/ 587573 w 912326"/>
              <a:gd name="connsiteY0" fmla="*/ 914871 h 915154"/>
              <a:gd name="connsiteX1" fmla="*/ 582199 w 912326"/>
              <a:gd name="connsiteY1" fmla="*/ 909215 h 915154"/>
              <a:gd name="connsiteX2" fmla="*/ 596151 w 912326"/>
              <a:gd name="connsiteY2" fmla="*/ 895546 h 915154"/>
              <a:gd name="connsiteX3" fmla="*/ 582011 w 912326"/>
              <a:gd name="connsiteY3" fmla="*/ 881689 h 915154"/>
              <a:gd name="connsiteX4" fmla="*/ 588044 w 912326"/>
              <a:gd name="connsiteY4" fmla="*/ 876316 h 915154"/>
              <a:gd name="connsiteX5" fmla="*/ 601147 w 912326"/>
              <a:gd name="connsiteY5" fmla="*/ 889890 h 915154"/>
              <a:gd name="connsiteX6" fmla="*/ 614910 w 912326"/>
              <a:gd name="connsiteY6" fmla="*/ 875750 h 915154"/>
              <a:gd name="connsiteX7" fmla="*/ 620944 w 912326"/>
              <a:gd name="connsiteY7" fmla="*/ 882066 h 915154"/>
              <a:gd name="connsiteX8" fmla="*/ 607463 w 912326"/>
              <a:gd name="connsiteY8" fmla="*/ 895264 h 915154"/>
              <a:gd name="connsiteX9" fmla="*/ 621321 w 912326"/>
              <a:gd name="connsiteY9" fmla="*/ 909027 h 915154"/>
              <a:gd name="connsiteX10" fmla="*/ 615476 w 912326"/>
              <a:gd name="connsiteY10" fmla="*/ 914400 h 915154"/>
              <a:gd name="connsiteX11" fmla="*/ 602844 w 912326"/>
              <a:gd name="connsiteY11" fmla="*/ 901485 h 915154"/>
              <a:gd name="connsiteX12" fmla="*/ 588327 w 912326"/>
              <a:gd name="connsiteY12" fmla="*/ 914966 h 915154"/>
              <a:gd name="connsiteX13" fmla="*/ 587761 w 912326"/>
              <a:gd name="connsiteY13" fmla="*/ 914966 h 915154"/>
              <a:gd name="connsiteX14" fmla="*/ 878861 w 912326"/>
              <a:gd name="connsiteY14" fmla="*/ 914871 h 915154"/>
              <a:gd name="connsiteX15" fmla="*/ 892341 w 912326"/>
              <a:gd name="connsiteY15" fmla="*/ 901768 h 915154"/>
              <a:gd name="connsiteX16" fmla="*/ 906104 w 912326"/>
              <a:gd name="connsiteY16" fmla="*/ 914871 h 915154"/>
              <a:gd name="connsiteX17" fmla="*/ 906670 w 912326"/>
              <a:gd name="connsiteY17" fmla="*/ 914871 h 915154"/>
              <a:gd name="connsiteX18" fmla="*/ 912138 w 912326"/>
              <a:gd name="connsiteY18" fmla="*/ 908744 h 915154"/>
              <a:gd name="connsiteX19" fmla="*/ 898280 w 912326"/>
              <a:gd name="connsiteY19" fmla="*/ 895169 h 915154"/>
              <a:gd name="connsiteX20" fmla="*/ 911666 w 912326"/>
              <a:gd name="connsiteY20" fmla="*/ 881972 h 915154"/>
              <a:gd name="connsiteX21" fmla="*/ 905916 w 912326"/>
              <a:gd name="connsiteY21" fmla="*/ 875467 h 915154"/>
              <a:gd name="connsiteX22" fmla="*/ 892247 w 912326"/>
              <a:gd name="connsiteY22" fmla="*/ 889796 h 915154"/>
              <a:gd name="connsiteX23" fmla="*/ 878672 w 912326"/>
              <a:gd name="connsiteY23" fmla="*/ 875939 h 915154"/>
              <a:gd name="connsiteX24" fmla="*/ 872828 w 912326"/>
              <a:gd name="connsiteY24" fmla="*/ 881878 h 915154"/>
              <a:gd name="connsiteX25" fmla="*/ 886874 w 912326"/>
              <a:gd name="connsiteY25" fmla="*/ 895735 h 915154"/>
              <a:gd name="connsiteX26" fmla="*/ 873111 w 912326"/>
              <a:gd name="connsiteY26" fmla="*/ 909121 h 915154"/>
              <a:gd name="connsiteX27" fmla="*/ 878201 w 912326"/>
              <a:gd name="connsiteY27" fmla="*/ 914966 h 915154"/>
              <a:gd name="connsiteX28" fmla="*/ 878767 w 912326"/>
              <a:gd name="connsiteY28" fmla="*/ 914966 h 915154"/>
              <a:gd name="connsiteX29" fmla="*/ 6222 w 912326"/>
              <a:gd name="connsiteY29" fmla="*/ 914871 h 915154"/>
              <a:gd name="connsiteX30" fmla="*/ 20362 w 912326"/>
              <a:gd name="connsiteY30" fmla="*/ 901297 h 915154"/>
              <a:gd name="connsiteX31" fmla="*/ 33654 w 912326"/>
              <a:gd name="connsiteY31" fmla="*/ 914683 h 915154"/>
              <a:gd name="connsiteX32" fmla="*/ 39404 w 912326"/>
              <a:gd name="connsiteY32" fmla="*/ 908744 h 915154"/>
              <a:gd name="connsiteX33" fmla="*/ 25358 w 912326"/>
              <a:gd name="connsiteY33" fmla="*/ 895075 h 915154"/>
              <a:gd name="connsiteX34" fmla="*/ 38838 w 912326"/>
              <a:gd name="connsiteY34" fmla="*/ 881972 h 915154"/>
              <a:gd name="connsiteX35" fmla="*/ 32805 w 912326"/>
              <a:gd name="connsiteY35" fmla="*/ 875656 h 915154"/>
              <a:gd name="connsiteX36" fmla="*/ 19231 w 912326"/>
              <a:gd name="connsiteY36" fmla="*/ 889890 h 915154"/>
              <a:gd name="connsiteX37" fmla="*/ 6033 w 912326"/>
              <a:gd name="connsiteY37" fmla="*/ 876221 h 915154"/>
              <a:gd name="connsiteX38" fmla="*/ 283 w 912326"/>
              <a:gd name="connsiteY38" fmla="*/ 881689 h 915154"/>
              <a:gd name="connsiteX39" fmla="*/ 14329 w 912326"/>
              <a:gd name="connsiteY39" fmla="*/ 895546 h 915154"/>
              <a:gd name="connsiteX40" fmla="*/ 471 w 912326"/>
              <a:gd name="connsiteY40" fmla="*/ 909215 h 915154"/>
              <a:gd name="connsiteX41" fmla="*/ 5750 w 912326"/>
              <a:gd name="connsiteY41" fmla="*/ 914966 h 915154"/>
              <a:gd name="connsiteX42" fmla="*/ 6316 w 912326"/>
              <a:gd name="connsiteY42" fmla="*/ 914966 h 915154"/>
              <a:gd name="connsiteX43" fmla="*/ 324753 w 912326"/>
              <a:gd name="connsiteY43" fmla="*/ 914871 h 915154"/>
              <a:gd name="connsiteX44" fmla="*/ 330315 w 912326"/>
              <a:gd name="connsiteY44" fmla="*/ 908838 h 915154"/>
              <a:gd name="connsiteX45" fmla="*/ 316458 w 912326"/>
              <a:gd name="connsiteY45" fmla="*/ 895075 h 915154"/>
              <a:gd name="connsiteX46" fmla="*/ 330127 w 912326"/>
              <a:gd name="connsiteY46" fmla="*/ 881595 h 915154"/>
              <a:gd name="connsiteX47" fmla="*/ 324188 w 912326"/>
              <a:gd name="connsiteY47" fmla="*/ 875656 h 915154"/>
              <a:gd name="connsiteX48" fmla="*/ 310142 w 912326"/>
              <a:gd name="connsiteY48" fmla="*/ 889890 h 915154"/>
              <a:gd name="connsiteX49" fmla="*/ 296850 w 912326"/>
              <a:gd name="connsiteY49" fmla="*/ 876221 h 915154"/>
              <a:gd name="connsiteX50" fmla="*/ 291005 w 912326"/>
              <a:gd name="connsiteY50" fmla="*/ 881689 h 915154"/>
              <a:gd name="connsiteX51" fmla="*/ 305051 w 912326"/>
              <a:gd name="connsiteY51" fmla="*/ 895641 h 915154"/>
              <a:gd name="connsiteX52" fmla="*/ 291948 w 912326"/>
              <a:gd name="connsiteY52" fmla="*/ 908650 h 915154"/>
              <a:gd name="connsiteX53" fmla="*/ 297133 w 912326"/>
              <a:gd name="connsiteY53" fmla="*/ 915154 h 915154"/>
              <a:gd name="connsiteX54" fmla="*/ 310142 w 912326"/>
              <a:gd name="connsiteY54" fmla="*/ 901768 h 915154"/>
              <a:gd name="connsiteX55" fmla="*/ 324188 w 912326"/>
              <a:gd name="connsiteY55" fmla="*/ 914871 h 915154"/>
              <a:gd name="connsiteX56" fmla="*/ 324753 w 912326"/>
              <a:gd name="connsiteY56" fmla="*/ 914871 h 915154"/>
              <a:gd name="connsiteX57" fmla="*/ 595868 w 912326"/>
              <a:gd name="connsiteY57" fmla="*/ 20079 h 915154"/>
              <a:gd name="connsiteX58" fmla="*/ 582388 w 912326"/>
              <a:gd name="connsiteY58" fmla="*/ 33277 h 915154"/>
              <a:gd name="connsiteX59" fmla="*/ 588421 w 912326"/>
              <a:gd name="connsiteY59" fmla="*/ 39781 h 915154"/>
              <a:gd name="connsiteX60" fmla="*/ 601901 w 912326"/>
              <a:gd name="connsiteY60" fmla="*/ 25358 h 915154"/>
              <a:gd name="connsiteX61" fmla="*/ 615288 w 912326"/>
              <a:gd name="connsiteY61" fmla="*/ 39404 h 915154"/>
              <a:gd name="connsiteX62" fmla="*/ 621321 w 912326"/>
              <a:gd name="connsiteY62" fmla="*/ 33371 h 915154"/>
              <a:gd name="connsiteX63" fmla="*/ 607086 w 912326"/>
              <a:gd name="connsiteY63" fmla="*/ 19419 h 915154"/>
              <a:gd name="connsiteX64" fmla="*/ 620661 w 912326"/>
              <a:gd name="connsiteY64" fmla="*/ 6222 h 915154"/>
              <a:gd name="connsiteX65" fmla="*/ 615193 w 912326"/>
              <a:gd name="connsiteY65" fmla="*/ 377 h 915154"/>
              <a:gd name="connsiteX66" fmla="*/ 601242 w 912326"/>
              <a:gd name="connsiteY66" fmla="*/ 14612 h 915154"/>
              <a:gd name="connsiteX67" fmla="*/ 587667 w 912326"/>
              <a:gd name="connsiteY67" fmla="*/ 660 h 915154"/>
              <a:gd name="connsiteX68" fmla="*/ 581822 w 912326"/>
              <a:gd name="connsiteY68" fmla="*/ 6410 h 915154"/>
              <a:gd name="connsiteX69" fmla="*/ 595774 w 912326"/>
              <a:gd name="connsiteY69" fmla="*/ 20079 h 915154"/>
              <a:gd name="connsiteX70" fmla="*/ 39687 w 912326"/>
              <a:gd name="connsiteY70" fmla="*/ 325036 h 915154"/>
              <a:gd name="connsiteX71" fmla="*/ 25358 w 912326"/>
              <a:gd name="connsiteY71" fmla="*/ 311273 h 915154"/>
              <a:gd name="connsiteX72" fmla="*/ 38838 w 912326"/>
              <a:gd name="connsiteY72" fmla="*/ 297887 h 915154"/>
              <a:gd name="connsiteX73" fmla="*/ 33088 w 912326"/>
              <a:gd name="connsiteY73" fmla="*/ 291948 h 915154"/>
              <a:gd name="connsiteX74" fmla="*/ 19136 w 912326"/>
              <a:gd name="connsiteY74" fmla="*/ 306088 h 915154"/>
              <a:gd name="connsiteX75" fmla="*/ 5939 w 912326"/>
              <a:gd name="connsiteY75" fmla="*/ 292514 h 915154"/>
              <a:gd name="connsiteX76" fmla="*/ 0 w 912326"/>
              <a:gd name="connsiteY76" fmla="*/ 298264 h 915154"/>
              <a:gd name="connsiteX77" fmla="*/ 14234 w 912326"/>
              <a:gd name="connsiteY77" fmla="*/ 311933 h 915154"/>
              <a:gd name="connsiteX78" fmla="*/ 566 w 912326"/>
              <a:gd name="connsiteY78" fmla="*/ 325319 h 915154"/>
              <a:gd name="connsiteX79" fmla="*/ 6033 w 912326"/>
              <a:gd name="connsiteY79" fmla="*/ 331164 h 915154"/>
              <a:gd name="connsiteX80" fmla="*/ 19702 w 912326"/>
              <a:gd name="connsiteY80" fmla="*/ 317401 h 915154"/>
              <a:gd name="connsiteX81" fmla="*/ 33182 w 912326"/>
              <a:gd name="connsiteY81" fmla="*/ 331164 h 915154"/>
              <a:gd name="connsiteX82" fmla="*/ 39687 w 912326"/>
              <a:gd name="connsiteY82" fmla="*/ 325036 h 915154"/>
              <a:gd name="connsiteX83" fmla="*/ 329844 w 912326"/>
              <a:gd name="connsiteY83" fmla="*/ 298170 h 915154"/>
              <a:gd name="connsiteX84" fmla="*/ 324094 w 912326"/>
              <a:gd name="connsiteY84" fmla="*/ 291854 h 915154"/>
              <a:gd name="connsiteX85" fmla="*/ 310425 w 912326"/>
              <a:gd name="connsiteY85" fmla="*/ 306371 h 915154"/>
              <a:gd name="connsiteX86" fmla="*/ 296944 w 912326"/>
              <a:gd name="connsiteY86" fmla="*/ 292514 h 915154"/>
              <a:gd name="connsiteX87" fmla="*/ 291005 w 912326"/>
              <a:gd name="connsiteY87" fmla="*/ 298453 h 915154"/>
              <a:gd name="connsiteX88" fmla="*/ 305051 w 912326"/>
              <a:gd name="connsiteY88" fmla="*/ 312404 h 915154"/>
              <a:gd name="connsiteX89" fmla="*/ 291665 w 912326"/>
              <a:gd name="connsiteY89" fmla="*/ 325508 h 915154"/>
              <a:gd name="connsiteX90" fmla="*/ 297133 w 912326"/>
              <a:gd name="connsiteY90" fmla="*/ 331446 h 915154"/>
              <a:gd name="connsiteX91" fmla="*/ 310707 w 912326"/>
              <a:gd name="connsiteY91" fmla="*/ 317495 h 915154"/>
              <a:gd name="connsiteX92" fmla="*/ 323999 w 912326"/>
              <a:gd name="connsiteY92" fmla="*/ 331069 h 915154"/>
              <a:gd name="connsiteX93" fmla="*/ 330315 w 912326"/>
              <a:gd name="connsiteY93" fmla="*/ 325413 h 915154"/>
              <a:gd name="connsiteX94" fmla="*/ 316175 w 912326"/>
              <a:gd name="connsiteY94" fmla="*/ 311650 h 915154"/>
              <a:gd name="connsiteX95" fmla="*/ 329844 w 912326"/>
              <a:gd name="connsiteY95" fmla="*/ 298264 h 915154"/>
              <a:gd name="connsiteX96" fmla="*/ 19419 w 912326"/>
              <a:gd name="connsiteY96" fmla="*/ 598131 h 915154"/>
              <a:gd name="connsiteX97" fmla="*/ 6127 w 912326"/>
              <a:gd name="connsiteY97" fmla="*/ 584273 h 915154"/>
              <a:gd name="connsiteX98" fmla="*/ 283 w 912326"/>
              <a:gd name="connsiteY98" fmla="*/ 589929 h 915154"/>
              <a:gd name="connsiteX99" fmla="*/ 14329 w 912326"/>
              <a:gd name="connsiteY99" fmla="*/ 603504 h 915154"/>
              <a:gd name="connsiteX100" fmla="*/ 754 w 912326"/>
              <a:gd name="connsiteY100" fmla="*/ 616796 h 915154"/>
              <a:gd name="connsiteX101" fmla="*/ 6316 w 912326"/>
              <a:gd name="connsiteY101" fmla="*/ 623112 h 915154"/>
              <a:gd name="connsiteX102" fmla="*/ 20173 w 912326"/>
              <a:gd name="connsiteY102" fmla="*/ 609066 h 915154"/>
              <a:gd name="connsiteX103" fmla="*/ 33371 w 912326"/>
              <a:gd name="connsiteY103" fmla="*/ 622546 h 915154"/>
              <a:gd name="connsiteX104" fmla="*/ 39593 w 912326"/>
              <a:gd name="connsiteY104" fmla="*/ 616796 h 915154"/>
              <a:gd name="connsiteX105" fmla="*/ 25452 w 912326"/>
              <a:gd name="connsiteY105" fmla="*/ 603127 h 915154"/>
              <a:gd name="connsiteX106" fmla="*/ 39216 w 912326"/>
              <a:gd name="connsiteY106" fmla="*/ 589552 h 915154"/>
              <a:gd name="connsiteX107" fmla="*/ 33182 w 912326"/>
              <a:gd name="connsiteY107" fmla="*/ 583425 h 915154"/>
              <a:gd name="connsiteX108" fmla="*/ 19513 w 912326"/>
              <a:gd name="connsiteY108" fmla="*/ 598036 h 915154"/>
              <a:gd name="connsiteX109" fmla="*/ 297133 w 912326"/>
              <a:gd name="connsiteY109" fmla="*/ 584179 h 915154"/>
              <a:gd name="connsiteX110" fmla="*/ 291383 w 912326"/>
              <a:gd name="connsiteY110" fmla="*/ 589929 h 915154"/>
              <a:gd name="connsiteX111" fmla="*/ 305240 w 912326"/>
              <a:gd name="connsiteY111" fmla="*/ 603598 h 915154"/>
              <a:gd name="connsiteX112" fmla="*/ 291665 w 912326"/>
              <a:gd name="connsiteY112" fmla="*/ 616796 h 915154"/>
              <a:gd name="connsiteX113" fmla="*/ 297227 w 912326"/>
              <a:gd name="connsiteY113" fmla="*/ 622923 h 915154"/>
              <a:gd name="connsiteX114" fmla="*/ 310896 w 912326"/>
              <a:gd name="connsiteY114" fmla="*/ 609066 h 915154"/>
              <a:gd name="connsiteX115" fmla="*/ 324565 w 912326"/>
              <a:gd name="connsiteY115" fmla="*/ 622829 h 915154"/>
              <a:gd name="connsiteX116" fmla="*/ 330504 w 912326"/>
              <a:gd name="connsiteY116" fmla="*/ 616702 h 915154"/>
              <a:gd name="connsiteX117" fmla="*/ 316364 w 912326"/>
              <a:gd name="connsiteY117" fmla="*/ 603033 h 915154"/>
              <a:gd name="connsiteX118" fmla="*/ 330221 w 912326"/>
              <a:gd name="connsiteY118" fmla="*/ 589552 h 915154"/>
              <a:gd name="connsiteX119" fmla="*/ 324659 w 912326"/>
              <a:gd name="connsiteY119" fmla="*/ 583896 h 915154"/>
              <a:gd name="connsiteX120" fmla="*/ 310519 w 912326"/>
              <a:gd name="connsiteY120" fmla="*/ 598131 h 915154"/>
              <a:gd name="connsiteX121" fmla="*/ 297227 w 912326"/>
              <a:gd name="connsiteY121" fmla="*/ 584179 h 915154"/>
              <a:gd name="connsiteX122" fmla="*/ 19985 w 912326"/>
              <a:gd name="connsiteY122" fmla="*/ 25547 h 915154"/>
              <a:gd name="connsiteX123" fmla="*/ 33465 w 912326"/>
              <a:gd name="connsiteY123" fmla="*/ 39404 h 915154"/>
              <a:gd name="connsiteX124" fmla="*/ 39310 w 912326"/>
              <a:gd name="connsiteY124" fmla="*/ 33465 h 915154"/>
              <a:gd name="connsiteX125" fmla="*/ 25264 w 912326"/>
              <a:gd name="connsiteY125" fmla="*/ 19608 h 915154"/>
              <a:gd name="connsiteX126" fmla="*/ 39027 w 912326"/>
              <a:gd name="connsiteY126" fmla="*/ 6316 h 915154"/>
              <a:gd name="connsiteX127" fmla="*/ 33182 w 912326"/>
              <a:gd name="connsiteY127" fmla="*/ 283 h 915154"/>
              <a:gd name="connsiteX128" fmla="*/ 19231 w 912326"/>
              <a:gd name="connsiteY128" fmla="*/ 14517 h 915154"/>
              <a:gd name="connsiteX129" fmla="*/ 5939 w 912326"/>
              <a:gd name="connsiteY129" fmla="*/ 943 h 915154"/>
              <a:gd name="connsiteX130" fmla="*/ 189 w 912326"/>
              <a:gd name="connsiteY130" fmla="*/ 6410 h 915154"/>
              <a:gd name="connsiteX131" fmla="*/ 14234 w 912326"/>
              <a:gd name="connsiteY131" fmla="*/ 20173 h 915154"/>
              <a:gd name="connsiteX132" fmla="*/ 566 w 912326"/>
              <a:gd name="connsiteY132" fmla="*/ 33559 h 915154"/>
              <a:gd name="connsiteX133" fmla="*/ 6410 w 912326"/>
              <a:gd name="connsiteY133" fmla="*/ 39687 h 915154"/>
              <a:gd name="connsiteX134" fmla="*/ 20079 w 912326"/>
              <a:gd name="connsiteY134" fmla="*/ 25452 h 915154"/>
              <a:gd name="connsiteX135" fmla="*/ 615476 w 912326"/>
              <a:gd name="connsiteY135" fmla="*/ 330787 h 915154"/>
              <a:gd name="connsiteX136" fmla="*/ 621132 w 912326"/>
              <a:gd name="connsiteY136" fmla="*/ 325319 h 915154"/>
              <a:gd name="connsiteX137" fmla="*/ 606992 w 912326"/>
              <a:gd name="connsiteY137" fmla="*/ 311367 h 915154"/>
              <a:gd name="connsiteX138" fmla="*/ 620567 w 912326"/>
              <a:gd name="connsiteY138" fmla="*/ 298453 h 915154"/>
              <a:gd name="connsiteX139" fmla="*/ 615099 w 912326"/>
              <a:gd name="connsiteY139" fmla="*/ 291854 h 915154"/>
              <a:gd name="connsiteX140" fmla="*/ 601336 w 912326"/>
              <a:gd name="connsiteY140" fmla="*/ 305900 h 915154"/>
              <a:gd name="connsiteX141" fmla="*/ 588233 w 912326"/>
              <a:gd name="connsiteY141" fmla="*/ 292702 h 915154"/>
              <a:gd name="connsiteX142" fmla="*/ 581728 w 912326"/>
              <a:gd name="connsiteY142" fmla="*/ 298170 h 915154"/>
              <a:gd name="connsiteX143" fmla="*/ 595774 w 912326"/>
              <a:gd name="connsiteY143" fmla="*/ 311839 h 915154"/>
              <a:gd name="connsiteX144" fmla="*/ 582105 w 912326"/>
              <a:gd name="connsiteY144" fmla="*/ 325319 h 915154"/>
              <a:gd name="connsiteX145" fmla="*/ 587761 w 912326"/>
              <a:gd name="connsiteY145" fmla="*/ 330881 h 915154"/>
              <a:gd name="connsiteX146" fmla="*/ 601619 w 912326"/>
              <a:gd name="connsiteY146" fmla="*/ 316646 h 915154"/>
              <a:gd name="connsiteX147" fmla="*/ 615382 w 912326"/>
              <a:gd name="connsiteY147" fmla="*/ 330598 h 915154"/>
              <a:gd name="connsiteX148" fmla="*/ 887062 w 912326"/>
              <a:gd name="connsiteY148" fmla="*/ 20173 h 915154"/>
              <a:gd name="connsiteX149" fmla="*/ 873393 w 912326"/>
              <a:gd name="connsiteY149" fmla="*/ 33465 h 915154"/>
              <a:gd name="connsiteX150" fmla="*/ 878861 w 912326"/>
              <a:gd name="connsiteY150" fmla="*/ 39593 h 915154"/>
              <a:gd name="connsiteX151" fmla="*/ 892624 w 912326"/>
              <a:gd name="connsiteY151" fmla="*/ 25641 h 915154"/>
              <a:gd name="connsiteX152" fmla="*/ 906199 w 912326"/>
              <a:gd name="connsiteY152" fmla="*/ 39498 h 915154"/>
              <a:gd name="connsiteX153" fmla="*/ 912043 w 912326"/>
              <a:gd name="connsiteY153" fmla="*/ 33371 h 915154"/>
              <a:gd name="connsiteX154" fmla="*/ 897997 w 912326"/>
              <a:gd name="connsiteY154" fmla="*/ 19796 h 915154"/>
              <a:gd name="connsiteX155" fmla="*/ 911855 w 912326"/>
              <a:gd name="connsiteY155" fmla="*/ 6222 h 915154"/>
              <a:gd name="connsiteX156" fmla="*/ 905916 w 912326"/>
              <a:gd name="connsiteY156" fmla="*/ 189 h 915154"/>
              <a:gd name="connsiteX157" fmla="*/ 892247 w 912326"/>
              <a:gd name="connsiteY157" fmla="*/ 14800 h 915154"/>
              <a:gd name="connsiteX158" fmla="*/ 878955 w 912326"/>
              <a:gd name="connsiteY158" fmla="*/ 660 h 915154"/>
              <a:gd name="connsiteX159" fmla="*/ 873016 w 912326"/>
              <a:gd name="connsiteY159" fmla="*/ 6410 h 915154"/>
              <a:gd name="connsiteX160" fmla="*/ 887157 w 912326"/>
              <a:gd name="connsiteY160" fmla="*/ 20173 h 915154"/>
              <a:gd name="connsiteX161" fmla="*/ 588044 w 912326"/>
              <a:gd name="connsiteY161" fmla="*/ 584273 h 915154"/>
              <a:gd name="connsiteX162" fmla="*/ 581728 w 912326"/>
              <a:gd name="connsiteY162" fmla="*/ 590118 h 915154"/>
              <a:gd name="connsiteX163" fmla="*/ 595868 w 912326"/>
              <a:gd name="connsiteY163" fmla="*/ 603598 h 915154"/>
              <a:gd name="connsiteX164" fmla="*/ 582105 w 912326"/>
              <a:gd name="connsiteY164" fmla="*/ 617079 h 915154"/>
              <a:gd name="connsiteX165" fmla="*/ 587761 w 912326"/>
              <a:gd name="connsiteY165" fmla="*/ 622829 h 915154"/>
              <a:gd name="connsiteX166" fmla="*/ 601336 w 912326"/>
              <a:gd name="connsiteY166" fmla="*/ 608689 h 915154"/>
              <a:gd name="connsiteX167" fmla="*/ 615099 w 912326"/>
              <a:gd name="connsiteY167" fmla="*/ 622640 h 915154"/>
              <a:gd name="connsiteX168" fmla="*/ 621038 w 912326"/>
              <a:gd name="connsiteY168" fmla="*/ 616984 h 915154"/>
              <a:gd name="connsiteX169" fmla="*/ 606898 w 912326"/>
              <a:gd name="connsiteY169" fmla="*/ 603127 h 915154"/>
              <a:gd name="connsiteX170" fmla="*/ 620378 w 912326"/>
              <a:gd name="connsiteY170" fmla="*/ 590118 h 915154"/>
              <a:gd name="connsiteX171" fmla="*/ 615005 w 912326"/>
              <a:gd name="connsiteY171" fmla="*/ 583613 h 915154"/>
              <a:gd name="connsiteX172" fmla="*/ 601242 w 912326"/>
              <a:gd name="connsiteY172" fmla="*/ 597565 h 915154"/>
              <a:gd name="connsiteX173" fmla="*/ 587950 w 912326"/>
              <a:gd name="connsiteY173" fmla="*/ 584179 h 915154"/>
              <a:gd name="connsiteX174" fmla="*/ 305146 w 912326"/>
              <a:gd name="connsiteY174" fmla="*/ 20362 h 915154"/>
              <a:gd name="connsiteX175" fmla="*/ 291665 w 912326"/>
              <a:gd name="connsiteY175" fmla="*/ 33465 h 915154"/>
              <a:gd name="connsiteX176" fmla="*/ 297133 w 912326"/>
              <a:gd name="connsiteY176" fmla="*/ 39687 h 915154"/>
              <a:gd name="connsiteX177" fmla="*/ 310896 w 912326"/>
              <a:gd name="connsiteY177" fmla="*/ 25641 h 915154"/>
              <a:gd name="connsiteX178" fmla="*/ 324471 w 912326"/>
              <a:gd name="connsiteY178" fmla="*/ 39404 h 915154"/>
              <a:gd name="connsiteX179" fmla="*/ 330409 w 912326"/>
              <a:gd name="connsiteY179" fmla="*/ 33371 h 915154"/>
              <a:gd name="connsiteX180" fmla="*/ 316269 w 912326"/>
              <a:gd name="connsiteY180" fmla="*/ 19608 h 915154"/>
              <a:gd name="connsiteX181" fmla="*/ 329750 w 912326"/>
              <a:gd name="connsiteY181" fmla="*/ 6316 h 915154"/>
              <a:gd name="connsiteX182" fmla="*/ 324188 w 912326"/>
              <a:gd name="connsiteY182" fmla="*/ 0 h 915154"/>
              <a:gd name="connsiteX183" fmla="*/ 309953 w 912326"/>
              <a:gd name="connsiteY183" fmla="*/ 14423 h 915154"/>
              <a:gd name="connsiteX184" fmla="*/ 296944 w 912326"/>
              <a:gd name="connsiteY184" fmla="*/ 566 h 915154"/>
              <a:gd name="connsiteX185" fmla="*/ 291005 w 912326"/>
              <a:gd name="connsiteY185" fmla="*/ 6222 h 915154"/>
              <a:gd name="connsiteX186" fmla="*/ 305051 w 912326"/>
              <a:gd name="connsiteY186" fmla="*/ 20173 h 915154"/>
              <a:gd name="connsiteX187" fmla="*/ 911478 w 912326"/>
              <a:gd name="connsiteY187" fmla="*/ 298076 h 915154"/>
              <a:gd name="connsiteX188" fmla="*/ 906104 w 912326"/>
              <a:gd name="connsiteY188" fmla="*/ 291948 h 915154"/>
              <a:gd name="connsiteX189" fmla="*/ 892341 w 912326"/>
              <a:gd name="connsiteY189" fmla="*/ 305900 h 915154"/>
              <a:gd name="connsiteX190" fmla="*/ 879144 w 912326"/>
              <a:gd name="connsiteY190" fmla="*/ 292608 h 915154"/>
              <a:gd name="connsiteX191" fmla="*/ 872828 w 912326"/>
              <a:gd name="connsiteY191" fmla="*/ 298453 h 915154"/>
              <a:gd name="connsiteX192" fmla="*/ 886779 w 912326"/>
              <a:gd name="connsiteY192" fmla="*/ 312121 h 915154"/>
              <a:gd name="connsiteX193" fmla="*/ 873393 w 912326"/>
              <a:gd name="connsiteY193" fmla="*/ 325413 h 915154"/>
              <a:gd name="connsiteX194" fmla="*/ 879144 w 912326"/>
              <a:gd name="connsiteY194" fmla="*/ 331446 h 915154"/>
              <a:gd name="connsiteX195" fmla="*/ 893190 w 912326"/>
              <a:gd name="connsiteY195" fmla="*/ 317023 h 915154"/>
              <a:gd name="connsiteX196" fmla="*/ 906199 w 912326"/>
              <a:gd name="connsiteY196" fmla="*/ 330315 h 915154"/>
              <a:gd name="connsiteX197" fmla="*/ 912043 w 912326"/>
              <a:gd name="connsiteY197" fmla="*/ 325413 h 915154"/>
              <a:gd name="connsiteX198" fmla="*/ 897903 w 912326"/>
              <a:gd name="connsiteY198" fmla="*/ 311462 h 915154"/>
              <a:gd name="connsiteX199" fmla="*/ 911478 w 912326"/>
              <a:gd name="connsiteY199" fmla="*/ 298076 h 915154"/>
              <a:gd name="connsiteX200" fmla="*/ 872828 w 912326"/>
              <a:gd name="connsiteY200" fmla="*/ 590024 h 915154"/>
              <a:gd name="connsiteX201" fmla="*/ 887157 w 912326"/>
              <a:gd name="connsiteY201" fmla="*/ 603598 h 915154"/>
              <a:gd name="connsiteX202" fmla="*/ 873393 w 912326"/>
              <a:gd name="connsiteY202" fmla="*/ 617079 h 915154"/>
              <a:gd name="connsiteX203" fmla="*/ 878955 w 912326"/>
              <a:gd name="connsiteY203" fmla="*/ 623018 h 915154"/>
              <a:gd name="connsiteX204" fmla="*/ 892530 w 912326"/>
              <a:gd name="connsiteY204" fmla="*/ 608972 h 915154"/>
              <a:gd name="connsiteX205" fmla="*/ 905916 w 912326"/>
              <a:gd name="connsiteY205" fmla="*/ 622923 h 915154"/>
              <a:gd name="connsiteX206" fmla="*/ 912326 w 912326"/>
              <a:gd name="connsiteY206" fmla="*/ 616796 h 915154"/>
              <a:gd name="connsiteX207" fmla="*/ 897903 w 912326"/>
              <a:gd name="connsiteY207" fmla="*/ 602844 h 915154"/>
              <a:gd name="connsiteX208" fmla="*/ 911478 w 912326"/>
              <a:gd name="connsiteY208" fmla="*/ 590024 h 915154"/>
              <a:gd name="connsiteX209" fmla="*/ 905916 w 912326"/>
              <a:gd name="connsiteY209" fmla="*/ 583708 h 915154"/>
              <a:gd name="connsiteX210" fmla="*/ 892341 w 912326"/>
              <a:gd name="connsiteY210" fmla="*/ 597754 h 915154"/>
              <a:gd name="connsiteX211" fmla="*/ 878861 w 912326"/>
              <a:gd name="connsiteY211" fmla="*/ 584085 h 915154"/>
              <a:gd name="connsiteX212" fmla="*/ 872828 w 912326"/>
              <a:gd name="connsiteY212" fmla="*/ 590118 h 915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912326" h="915154">
                <a:moveTo>
                  <a:pt x="587573" y="914871"/>
                </a:moveTo>
                <a:cubicBezTo>
                  <a:pt x="585876" y="912986"/>
                  <a:pt x="584085" y="911195"/>
                  <a:pt x="582199" y="909215"/>
                </a:cubicBezTo>
                <a:cubicBezTo>
                  <a:pt x="586819" y="904690"/>
                  <a:pt x="591343" y="900166"/>
                  <a:pt x="596151" y="895546"/>
                </a:cubicBezTo>
                <a:cubicBezTo>
                  <a:pt x="591249" y="890739"/>
                  <a:pt x="586724" y="886308"/>
                  <a:pt x="582011" y="881689"/>
                </a:cubicBezTo>
                <a:cubicBezTo>
                  <a:pt x="584085" y="879804"/>
                  <a:pt x="585970" y="878107"/>
                  <a:pt x="588044" y="876316"/>
                </a:cubicBezTo>
                <a:cubicBezTo>
                  <a:pt x="592286" y="880652"/>
                  <a:pt x="596622" y="885271"/>
                  <a:pt x="601147" y="889890"/>
                </a:cubicBezTo>
                <a:cubicBezTo>
                  <a:pt x="606049" y="884894"/>
                  <a:pt x="610386" y="880369"/>
                  <a:pt x="614910" y="875750"/>
                </a:cubicBezTo>
                <a:cubicBezTo>
                  <a:pt x="617173" y="878107"/>
                  <a:pt x="618870" y="879992"/>
                  <a:pt x="620944" y="882066"/>
                </a:cubicBezTo>
                <a:cubicBezTo>
                  <a:pt x="616607" y="886308"/>
                  <a:pt x="612082" y="890739"/>
                  <a:pt x="607463" y="895264"/>
                </a:cubicBezTo>
                <a:cubicBezTo>
                  <a:pt x="612082" y="899883"/>
                  <a:pt x="616607" y="904313"/>
                  <a:pt x="621321" y="909027"/>
                </a:cubicBezTo>
                <a:cubicBezTo>
                  <a:pt x="619153" y="911006"/>
                  <a:pt x="617361" y="912703"/>
                  <a:pt x="615476" y="914400"/>
                </a:cubicBezTo>
                <a:cubicBezTo>
                  <a:pt x="611234" y="910064"/>
                  <a:pt x="606803" y="905539"/>
                  <a:pt x="602844" y="901485"/>
                </a:cubicBezTo>
                <a:cubicBezTo>
                  <a:pt x="597659" y="906293"/>
                  <a:pt x="592946" y="910629"/>
                  <a:pt x="588327" y="914966"/>
                </a:cubicBezTo>
                <a:lnTo>
                  <a:pt x="587761" y="914966"/>
                </a:lnTo>
                <a:close/>
                <a:moveTo>
                  <a:pt x="878861" y="914871"/>
                </a:moveTo>
                <a:cubicBezTo>
                  <a:pt x="883386" y="910441"/>
                  <a:pt x="888005" y="906010"/>
                  <a:pt x="892341" y="901768"/>
                </a:cubicBezTo>
                <a:cubicBezTo>
                  <a:pt x="896866" y="906104"/>
                  <a:pt x="901485" y="910535"/>
                  <a:pt x="906104" y="914871"/>
                </a:cubicBezTo>
                <a:lnTo>
                  <a:pt x="906670" y="914871"/>
                </a:lnTo>
                <a:cubicBezTo>
                  <a:pt x="908367" y="912986"/>
                  <a:pt x="910158" y="911006"/>
                  <a:pt x="912138" y="908744"/>
                </a:cubicBezTo>
                <a:cubicBezTo>
                  <a:pt x="907424" y="904219"/>
                  <a:pt x="902899" y="899789"/>
                  <a:pt x="898280" y="895169"/>
                </a:cubicBezTo>
                <a:cubicBezTo>
                  <a:pt x="902899" y="890644"/>
                  <a:pt x="907424" y="886214"/>
                  <a:pt x="911666" y="881972"/>
                </a:cubicBezTo>
                <a:cubicBezTo>
                  <a:pt x="909781" y="879898"/>
                  <a:pt x="908084" y="877918"/>
                  <a:pt x="905916" y="875467"/>
                </a:cubicBezTo>
                <a:cubicBezTo>
                  <a:pt x="901297" y="880275"/>
                  <a:pt x="896960" y="884800"/>
                  <a:pt x="892247" y="889796"/>
                </a:cubicBezTo>
                <a:cubicBezTo>
                  <a:pt x="887628" y="885083"/>
                  <a:pt x="883197" y="880558"/>
                  <a:pt x="878672" y="875939"/>
                </a:cubicBezTo>
                <a:cubicBezTo>
                  <a:pt x="876787" y="877918"/>
                  <a:pt x="874996" y="879709"/>
                  <a:pt x="872828" y="881878"/>
                </a:cubicBezTo>
                <a:cubicBezTo>
                  <a:pt x="877447" y="886402"/>
                  <a:pt x="881972" y="890833"/>
                  <a:pt x="886874" y="895735"/>
                </a:cubicBezTo>
                <a:cubicBezTo>
                  <a:pt x="882160" y="900260"/>
                  <a:pt x="877730" y="904690"/>
                  <a:pt x="873111" y="909121"/>
                </a:cubicBezTo>
                <a:cubicBezTo>
                  <a:pt x="874902" y="911195"/>
                  <a:pt x="876599" y="913080"/>
                  <a:pt x="878201" y="914966"/>
                </a:cubicBezTo>
                <a:lnTo>
                  <a:pt x="878767" y="914966"/>
                </a:lnTo>
                <a:close/>
                <a:moveTo>
                  <a:pt x="6222" y="914871"/>
                </a:moveTo>
                <a:cubicBezTo>
                  <a:pt x="10841" y="910441"/>
                  <a:pt x="15366" y="906010"/>
                  <a:pt x="20362" y="901297"/>
                </a:cubicBezTo>
                <a:cubicBezTo>
                  <a:pt x="24604" y="905633"/>
                  <a:pt x="29035" y="910064"/>
                  <a:pt x="33654" y="914683"/>
                </a:cubicBezTo>
                <a:cubicBezTo>
                  <a:pt x="35539" y="912797"/>
                  <a:pt x="37236" y="911006"/>
                  <a:pt x="39404" y="908744"/>
                </a:cubicBezTo>
                <a:cubicBezTo>
                  <a:pt x="34785" y="904219"/>
                  <a:pt x="30260" y="899789"/>
                  <a:pt x="25358" y="895075"/>
                </a:cubicBezTo>
                <a:cubicBezTo>
                  <a:pt x="30072" y="890456"/>
                  <a:pt x="34596" y="886025"/>
                  <a:pt x="38838" y="881972"/>
                </a:cubicBezTo>
                <a:cubicBezTo>
                  <a:pt x="36953" y="879992"/>
                  <a:pt x="35162" y="878107"/>
                  <a:pt x="32805" y="875656"/>
                </a:cubicBezTo>
                <a:cubicBezTo>
                  <a:pt x="28375" y="880275"/>
                  <a:pt x="24038" y="884800"/>
                  <a:pt x="19231" y="889890"/>
                </a:cubicBezTo>
                <a:cubicBezTo>
                  <a:pt x="14706" y="885177"/>
                  <a:pt x="10369" y="880652"/>
                  <a:pt x="6033" y="876221"/>
                </a:cubicBezTo>
                <a:cubicBezTo>
                  <a:pt x="4148" y="878013"/>
                  <a:pt x="2262" y="879804"/>
                  <a:pt x="283" y="881689"/>
                </a:cubicBezTo>
                <a:cubicBezTo>
                  <a:pt x="4996" y="886308"/>
                  <a:pt x="9427" y="890739"/>
                  <a:pt x="14329" y="895546"/>
                </a:cubicBezTo>
                <a:cubicBezTo>
                  <a:pt x="9615" y="900166"/>
                  <a:pt x="5090" y="904690"/>
                  <a:pt x="471" y="909215"/>
                </a:cubicBezTo>
                <a:cubicBezTo>
                  <a:pt x="2357" y="911195"/>
                  <a:pt x="4054" y="913080"/>
                  <a:pt x="5750" y="914966"/>
                </a:cubicBezTo>
                <a:lnTo>
                  <a:pt x="6316" y="914966"/>
                </a:lnTo>
                <a:close/>
                <a:moveTo>
                  <a:pt x="324753" y="914871"/>
                </a:moveTo>
                <a:cubicBezTo>
                  <a:pt x="326545" y="912986"/>
                  <a:pt x="328241" y="911006"/>
                  <a:pt x="330315" y="908838"/>
                </a:cubicBezTo>
                <a:cubicBezTo>
                  <a:pt x="325696" y="904219"/>
                  <a:pt x="321171" y="899789"/>
                  <a:pt x="316458" y="895075"/>
                </a:cubicBezTo>
                <a:cubicBezTo>
                  <a:pt x="320983" y="890550"/>
                  <a:pt x="325508" y="886120"/>
                  <a:pt x="330127" y="881595"/>
                </a:cubicBezTo>
                <a:cubicBezTo>
                  <a:pt x="328241" y="879709"/>
                  <a:pt x="326450" y="877918"/>
                  <a:pt x="324188" y="875656"/>
                </a:cubicBezTo>
                <a:cubicBezTo>
                  <a:pt x="319569" y="880275"/>
                  <a:pt x="315138" y="884800"/>
                  <a:pt x="310142" y="889890"/>
                </a:cubicBezTo>
                <a:cubicBezTo>
                  <a:pt x="305523" y="885177"/>
                  <a:pt x="301092" y="880652"/>
                  <a:pt x="296850" y="876221"/>
                </a:cubicBezTo>
                <a:cubicBezTo>
                  <a:pt x="294965" y="878013"/>
                  <a:pt x="293079" y="879709"/>
                  <a:pt x="291005" y="881689"/>
                </a:cubicBezTo>
                <a:cubicBezTo>
                  <a:pt x="295719" y="886308"/>
                  <a:pt x="300149" y="890739"/>
                  <a:pt x="305051" y="895641"/>
                </a:cubicBezTo>
                <a:cubicBezTo>
                  <a:pt x="300432" y="900260"/>
                  <a:pt x="295907" y="904690"/>
                  <a:pt x="291948" y="908650"/>
                </a:cubicBezTo>
                <a:cubicBezTo>
                  <a:pt x="293645" y="910724"/>
                  <a:pt x="295153" y="912703"/>
                  <a:pt x="297133" y="915154"/>
                </a:cubicBezTo>
                <a:cubicBezTo>
                  <a:pt x="301846" y="910346"/>
                  <a:pt x="306183" y="905822"/>
                  <a:pt x="310142" y="901768"/>
                </a:cubicBezTo>
                <a:cubicBezTo>
                  <a:pt x="314950" y="906199"/>
                  <a:pt x="319569" y="910535"/>
                  <a:pt x="324188" y="914871"/>
                </a:cubicBezTo>
                <a:lnTo>
                  <a:pt x="324753" y="914871"/>
                </a:lnTo>
                <a:close/>
                <a:moveTo>
                  <a:pt x="595868" y="20079"/>
                </a:moveTo>
                <a:cubicBezTo>
                  <a:pt x="591249" y="24604"/>
                  <a:pt x="586724" y="29035"/>
                  <a:pt x="582388" y="33277"/>
                </a:cubicBezTo>
                <a:cubicBezTo>
                  <a:pt x="584368" y="35351"/>
                  <a:pt x="586064" y="37236"/>
                  <a:pt x="588421" y="39781"/>
                </a:cubicBezTo>
                <a:cubicBezTo>
                  <a:pt x="592852" y="35068"/>
                  <a:pt x="597188" y="30449"/>
                  <a:pt x="601901" y="25358"/>
                </a:cubicBezTo>
                <a:cubicBezTo>
                  <a:pt x="606521" y="30166"/>
                  <a:pt x="610857" y="34691"/>
                  <a:pt x="615288" y="39404"/>
                </a:cubicBezTo>
                <a:cubicBezTo>
                  <a:pt x="617267" y="37424"/>
                  <a:pt x="619058" y="35633"/>
                  <a:pt x="621321" y="33371"/>
                </a:cubicBezTo>
                <a:cubicBezTo>
                  <a:pt x="616607" y="28752"/>
                  <a:pt x="612082" y="24321"/>
                  <a:pt x="607086" y="19419"/>
                </a:cubicBezTo>
                <a:cubicBezTo>
                  <a:pt x="611705" y="14894"/>
                  <a:pt x="616230" y="10558"/>
                  <a:pt x="620661" y="6222"/>
                </a:cubicBezTo>
                <a:cubicBezTo>
                  <a:pt x="618870" y="4242"/>
                  <a:pt x="617173" y="2451"/>
                  <a:pt x="615193" y="377"/>
                </a:cubicBezTo>
                <a:cubicBezTo>
                  <a:pt x="610574" y="5090"/>
                  <a:pt x="606144" y="9521"/>
                  <a:pt x="601242" y="14612"/>
                </a:cubicBezTo>
                <a:cubicBezTo>
                  <a:pt x="596622" y="9804"/>
                  <a:pt x="592192" y="5279"/>
                  <a:pt x="587667" y="660"/>
                </a:cubicBezTo>
                <a:cubicBezTo>
                  <a:pt x="585782" y="2545"/>
                  <a:pt x="584085" y="4242"/>
                  <a:pt x="581822" y="6410"/>
                </a:cubicBezTo>
                <a:cubicBezTo>
                  <a:pt x="586536" y="11029"/>
                  <a:pt x="591061" y="15460"/>
                  <a:pt x="595774" y="20079"/>
                </a:cubicBezTo>
                <a:close/>
                <a:moveTo>
                  <a:pt x="39687" y="325036"/>
                </a:moveTo>
                <a:cubicBezTo>
                  <a:pt x="34879" y="320417"/>
                  <a:pt x="30354" y="315986"/>
                  <a:pt x="25358" y="311273"/>
                </a:cubicBezTo>
                <a:cubicBezTo>
                  <a:pt x="29977" y="306748"/>
                  <a:pt x="34408" y="302318"/>
                  <a:pt x="38838" y="297887"/>
                </a:cubicBezTo>
                <a:cubicBezTo>
                  <a:pt x="37047" y="296002"/>
                  <a:pt x="35351" y="294211"/>
                  <a:pt x="33088" y="291948"/>
                </a:cubicBezTo>
                <a:cubicBezTo>
                  <a:pt x="28469" y="296567"/>
                  <a:pt x="24038" y="301092"/>
                  <a:pt x="19136" y="306088"/>
                </a:cubicBezTo>
                <a:cubicBezTo>
                  <a:pt x="14612" y="301469"/>
                  <a:pt x="10181" y="296944"/>
                  <a:pt x="5939" y="292514"/>
                </a:cubicBezTo>
                <a:cubicBezTo>
                  <a:pt x="4054" y="294305"/>
                  <a:pt x="2262" y="296096"/>
                  <a:pt x="0" y="298264"/>
                </a:cubicBezTo>
                <a:cubicBezTo>
                  <a:pt x="4713" y="302789"/>
                  <a:pt x="9238" y="307125"/>
                  <a:pt x="14234" y="311933"/>
                </a:cubicBezTo>
                <a:cubicBezTo>
                  <a:pt x="9521" y="316552"/>
                  <a:pt x="4996" y="320983"/>
                  <a:pt x="566" y="325319"/>
                </a:cubicBezTo>
                <a:cubicBezTo>
                  <a:pt x="2357" y="327204"/>
                  <a:pt x="4054" y="329090"/>
                  <a:pt x="6033" y="331164"/>
                </a:cubicBezTo>
                <a:cubicBezTo>
                  <a:pt x="10652" y="326545"/>
                  <a:pt x="15083" y="322020"/>
                  <a:pt x="19702" y="317401"/>
                </a:cubicBezTo>
                <a:cubicBezTo>
                  <a:pt x="24321" y="322114"/>
                  <a:pt x="28752" y="326639"/>
                  <a:pt x="33182" y="331164"/>
                </a:cubicBezTo>
                <a:cubicBezTo>
                  <a:pt x="35539" y="328995"/>
                  <a:pt x="37330" y="327204"/>
                  <a:pt x="39687" y="325036"/>
                </a:cubicBezTo>
                <a:close/>
                <a:moveTo>
                  <a:pt x="329844" y="298170"/>
                </a:moveTo>
                <a:cubicBezTo>
                  <a:pt x="328053" y="296190"/>
                  <a:pt x="326356" y="294305"/>
                  <a:pt x="324094" y="291854"/>
                </a:cubicBezTo>
                <a:cubicBezTo>
                  <a:pt x="319569" y="296662"/>
                  <a:pt x="315232" y="301281"/>
                  <a:pt x="310425" y="306371"/>
                </a:cubicBezTo>
                <a:cubicBezTo>
                  <a:pt x="305711" y="301469"/>
                  <a:pt x="301281" y="297039"/>
                  <a:pt x="296944" y="292514"/>
                </a:cubicBezTo>
                <a:cubicBezTo>
                  <a:pt x="295059" y="294399"/>
                  <a:pt x="293268" y="296190"/>
                  <a:pt x="291005" y="298453"/>
                </a:cubicBezTo>
                <a:cubicBezTo>
                  <a:pt x="295625" y="302978"/>
                  <a:pt x="300149" y="307408"/>
                  <a:pt x="305051" y="312404"/>
                </a:cubicBezTo>
                <a:cubicBezTo>
                  <a:pt x="300432" y="316835"/>
                  <a:pt x="295907" y="321265"/>
                  <a:pt x="291665" y="325508"/>
                </a:cubicBezTo>
                <a:cubicBezTo>
                  <a:pt x="293456" y="327393"/>
                  <a:pt x="295153" y="329278"/>
                  <a:pt x="297133" y="331446"/>
                </a:cubicBezTo>
                <a:cubicBezTo>
                  <a:pt x="301658" y="326733"/>
                  <a:pt x="306088" y="322208"/>
                  <a:pt x="310707" y="317495"/>
                </a:cubicBezTo>
                <a:cubicBezTo>
                  <a:pt x="315327" y="322302"/>
                  <a:pt x="319757" y="326827"/>
                  <a:pt x="323999" y="331069"/>
                </a:cubicBezTo>
                <a:cubicBezTo>
                  <a:pt x="326262" y="329090"/>
                  <a:pt x="328147" y="327299"/>
                  <a:pt x="330315" y="325413"/>
                </a:cubicBezTo>
                <a:cubicBezTo>
                  <a:pt x="325602" y="320888"/>
                  <a:pt x="321171" y="316552"/>
                  <a:pt x="316175" y="311650"/>
                </a:cubicBezTo>
                <a:cubicBezTo>
                  <a:pt x="320983" y="306937"/>
                  <a:pt x="325508" y="302506"/>
                  <a:pt x="329844" y="298264"/>
                </a:cubicBezTo>
                <a:close/>
                <a:moveTo>
                  <a:pt x="19419" y="598131"/>
                </a:moveTo>
                <a:cubicBezTo>
                  <a:pt x="14706" y="593229"/>
                  <a:pt x="10369" y="588704"/>
                  <a:pt x="6127" y="584273"/>
                </a:cubicBezTo>
                <a:cubicBezTo>
                  <a:pt x="4242" y="586159"/>
                  <a:pt x="2451" y="587856"/>
                  <a:pt x="283" y="589929"/>
                </a:cubicBezTo>
                <a:cubicBezTo>
                  <a:pt x="4808" y="594360"/>
                  <a:pt x="9427" y="598696"/>
                  <a:pt x="14329" y="603504"/>
                </a:cubicBezTo>
                <a:cubicBezTo>
                  <a:pt x="9521" y="608217"/>
                  <a:pt x="4996" y="612742"/>
                  <a:pt x="754" y="616796"/>
                </a:cubicBezTo>
                <a:cubicBezTo>
                  <a:pt x="2545" y="618870"/>
                  <a:pt x="4242" y="620755"/>
                  <a:pt x="6316" y="623112"/>
                </a:cubicBezTo>
                <a:cubicBezTo>
                  <a:pt x="10935" y="618398"/>
                  <a:pt x="15366" y="613874"/>
                  <a:pt x="20173" y="609066"/>
                </a:cubicBezTo>
                <a:cubicBezTo>
                  <a:pt x="24698" y="613685"/>
                  <a:pt x="29035" y="618116"/>
                  <a:pt x="33371" y="622546"/>
                </a:cubicBezTo>
                <a:cubicBezTo>
                  <a:pt x="35445" y="620661"/>
                  <a:pt x="37236" y="618964"/>
                  <a:pt x="39593" y="616796"/>
                </a:cubicBezTo>
                <a:cubicBezTo>
                  <a:pt x="34973" y="612271"/>
                  <a:pt x="30354" y="607840"/>
                  <a:pt x="25452" y="603127"/>
                </a:cubicBezTo>
                <a:cubicBezTo>
                  <a:pt x="30166" y="598414"/>
                  <a:pt x="34691" y="593983"/>
                  <a:pt x="39216" y="589552"/>
                </a:cubicBezTo>
                <a:cubicBezTo>
                  <a:pt x="37330" y="587667"/>
                  <a:pt x="35539" y="585876"/>
                  <a:pt x="33182" y="583425"/>
                </a:cubicBezTo>
                <a:cubicBezTo>
                  <a:pt x="28752" y="588233"/>
                  <a:pt x="24321" y="592852"/>
                  <a:pt x="19513" y="598036"/>
                </a:cubicBezTo>
                <a:close/>
                <a:moveTo>
                  <a:pt x="297133" y="584179"/>
                </a:moveTo>
                <a:cubicBezTo>
                  <a:pt x="295153" y="586159"/>
                  <a:pt x="293362" y="587950"/>
                  <a:pt x="291383" y="589929"/>
                </a:cubicBezTo>
                <a:cubicBezTo>
                  <a:pt x="295813" y="594360"/>
                  <a:pt x="300338" y="598791"/>
                  <a:pt x="305240" y="603598"/>
                </a:cubicBezTo>
                <a:cubicBezTo>
                  <a:pt x="300527" y="608217"/>
                  <a:pt x="296002" y="612648"/>
                  <a:pt x="291665" y="616796"/>
                </a:cubicBezTo>
                <a:cubicBezTo>
                  <a:pt x="293551" y="618870"/>
                  <a:pt x="295248" y="620755"/>
                  <a:pt x="297227" y="622923"/>
                </a:cubicBezTo>
                <a:cubicBezTo>
                  <a:pt x="301846" y="618304"/>
                  <a:pt x="306183" y="613779"/>
                  <a:pt x="310896" y="609066"/>
                </a:cubicBezTo>
                <a:cubicBezTo>
                  <a:pt x="315515" y="613685"/>
                  <a:pt x="319946" y="618210"/>
                  <a:pt x="324565" y="622829"/>
                </a:cubicBezTo>
                <a:cubicBezTo>
                  <a:pt x="326545" y="620755"/>
                  <a:pt x="328241" y="618964"/>
                  <a:pt x="330504" y="616702"/>
                </a:cubicBezTo>
                <a:cubicBezTo>
                  <a:pt x="325885" y="612271"/>
                  <a:pt x="321360" y="607840"/>
                  <a:pt x="316364" y="603033"/>
                </a:cubicBezTo>
                <a:cubicBezTo>
                  <a:pt x="321077" y="598414"/>
                  <a:pt x="325602" y="594077"/>
                  <a:pt x="330221" y="589552"/>
                </a:cubicBezTo>
                <a:cubicBezTo>
                  <a:pt x="328336" y="587573"/>
                  <a:pt x="326545" y="585782"/>
                  <a:pt x="324659" y="583896"/>
                </a:cubicBezTo>
                <a:cubicBezTo>
                  <a:pt x="320040" y="588515"/>
                  <a:pt x="315609" y="592946"/>
                  <a:pt x="310519" y="598131"/>
                </a:cubicBezTo>
                <a:cubicBezTo>
                  <a:pt x="305806" y="593135"/>
                  <a:pt x="301469" y="588610"/>
                  <a:pt x="297227" y="584179"/>
                </a:cubicBezTo>
                <a:close/>
                <a:moveTo>
                  <a:pt x="19985" y="25547"/>
                </a:moveTo>
                <a:cubicBezTo>
                  <a:pt x="24604" y="30260"/>
                  <a:pt x="28940" y="34785"/>
                  <a:pt x="33465" y="39404"/>
                </a:cubicBezTo>
                <a:cubicBezTo>
                  <a:pt x="35445" y="37424"/>
                  <a:pt x="37142" y="35633"/>
                  <a:pt x="39310" y="33465"/>
                </a:cubicBezTo>
                <a:cubicBezTo>
                  <a:pt x="34691" y="28940"/>
                  <a:pt x="30166" y="24510"/>
                  <a:pt x="25264" y="19608"/>
                </a:cubicBezTo>
                <a:cubicBezTo>
                  <a:pt x="29977" y="15083"/>
                  <a:pt x="34502" y="10652"/>
                  <a:pt x="39027" y="6316"/>
                </a:cubicBezTo>
                <a:cubicBezTo>
                  <a:pt x="37142" y="4336"/>
                  <a:pt x="35351" y="2545"/>
                  <a:pt x="33182" y="283"/>
                </a:cubicBezTo>
                <a:cubicBezTo>
                  <a:pt x="28563" y="4996"/>
                  <a:pt x="24133" y="9521"/>
                  <a:pt x="19231" y="14517"/>
                </a:cubicBezTo>
                <a:cubicBezTo>
                  <a:pt x="14612" y="9804"/>
                  <a:pt x="10181" y="5373"/>
                  <a:pt x="5939" y="943"/>
                </a:cubicBezTo>
                <a:cubicBezTo>
                  <a:pt x="4054" y="2734"/>
                  <a:pt x="2262" y="4431"/>
                  <a:pt x="189" y="6410"/>
                </a:cubicBezTo>
                <a:cubicBezTo>
                  <a:pt x="4808" y="10935"/>
                  <a:pt x="9333" y="15366"/>
                  <a:pt x="14234" y="20173"/>
                </a:cubicBezTo>
                <a:cubicBezTo>
                  <a:pt x="9521" y="24792"/>
                  <a:pt x="4902" y="29317"/>
                  <a:pt x="566" y="33559"/>
                </a:cubicBezTo>
                <a:cubicBezTo>
                  <a:pt x="2357" y="35445"/>
                  <a:pt x="4054" y="37236"/>
                  <a:pt x="6410" y="39687"/>
                </a:cubicBezTo>
                <a:cubicBezTo>
                  <a:pt x="10935" y="34973"/>
                  <a:pt x="15271" y="30449"/>
                  <a:pt x="20079" y="25452"/>
                </a:cubicBezTo>
                <a:close/>
                <a:moveTo>
                  <a:pt x="615476" y="330787"/>
                </a:moveTo>
                <a:cubicBezTo>
                  <a:pt x="617361" y="328995"/>
                  <a:pt x="619153" y="327299"/>
                  <a:pt x="621132" y="325319"/>
                </a:cubicBezTo>
                <a:cubicBezTo>
                  <a:pt x="616513" y="320700"/>
                  <a:pt x="611988" y="316269"/>
                  <a:pt x="606992" y="311367"/>
                </a:cubicBezTo>
                <a:cubicBezTo>
                  <a:pt x="611800" y="306842"/>
                  <a:pt x="616419" y="302412"/>
                  <a:pt x="620567" y="298453"/>
                </a:cubicBezTo>
                <a:cubicBezTo>
                  <a:pt x="618681" y="296190"/>
                  <a:pt x="617079" y="294211"/>
                  <a:pt x="615099" y="291854"/>
                </a:cubicBezTo>
                <a:cubicBezTo>
                  <a:pt x="610386" y="296662"/>
                  <a:pt x="605955" y="301092"/>
                  <a:pt x="601336" y="305900"/>
                </a:cubicBezTo>
                <a:cubicBezTo>
                  <a:pt x="596811" y="301281"/>
                  <a:pt x="592380" y="296850"/>
                  <a:pt x="588233" y="292702"/>
                </a:cubicBezTo>
                <a:cubicBezTo>
                  <a:pt x="586064" y="294493"/>
                  <a:pt x="584085" y="296190"/>
                  <a:pt x="581728" y="298170"/>
                </a:cubicBezTo>
                <a:cubicBezTo>
                  <a:pt x="586536" y="302883"/>
                  <a:pt x="591061" y="307314"/>
                  <a:pt x="595774" y="311839"/>
                </a:cubicBezTo>
                <a:cubicBezTo>
                  <a:pt x="591155" y="316364"/>
                  <a:pt x="586724" y="320888"/>
                  <a:pt x="582105" y="325319"/>
                </a:cubicBezTo>
                <a:cubicBezTo>
                  <a:pt x="583991" y="327204"/>
                  <a:pt x="585782" y="328995"/>
                  <a:pt x="587761" y="330881"/>
                </a:cubicBezTo>
                <a:cubicBezTo>
                  <a:pt x="592286" y="326262"/>
                  <a:pt x="596622" y="321831"/>
                  <a:pt x="601619" y="316646"/>
                </a:cubicBezTo>
                <a:cubicBezTo>
                  <a:pt x="606615" y="321643"/>
                  <a:pt x="610951" y="326167"/>
                  <a:pt x="615382" y="330598"/>
                </a:cubicBezTo>
                <a:close/>
                <a:moveTo>
                  <a:pt x="887062" y="20173"/>
                </a:moveTo>
                <a:cubicBezTo>
                  <a:pt x="882255" y="24792"/>
                  <a:pt x="877730" y="29317"/>
                  <a:pt x="873393" y="33465"/>
                </a:cubicBezTo>
                <a:cubicBezTo>
                  <a:pt x="875279" y="35539"/>
                  <a:pt x="876881" y="37424"/>
                  <a:pt x="878861" y="39593"/>
                </a:cubicBezTo>
                <a:cubicBezTo>
                  <a:pt x="883480" y="34879"/>
                  <a:pt x="887911" y="30354"/>
                  <a:pt x="892624" y="25641"/>
                </a:cubicBezTo>
                <a:cubicBezTo>
                  <a:pt x="897243" y="30354"/>
                  <a:pt x="901674" y="34879"/>
                  <a:pt x="906199" y="39498"/>
                </a:cubicBezTo>
                <a:cubicBezTo>
                  <a:pt x="908178" y="37424"/>
                  <a:pt x="909969" y="35633"/>
                  <a:pt x="912043" y="33371"/>
                </a:cubicBezTo>
                <a:cubicBezTo>
                  <a:pt x="907518" y="28940"/>
                  <a:pt x="902899" y="24510"/>
                  <a:pt x="897997" y="19796"/>
                </a:cubicBezTo>
                <a:cubicBezTo>
                  <a:pt x="902711" y="15083"/>
                  <a:pt x="907236" y="10747"/>
                  <a:pt x="911855" y="6222"/>
                </a:cubicBezTo>
                <a:cubicBezTo>
                  <a:pt x="909969" y="4336"/>
                  <a:pt x="908178" y="2545"/>
                  <a:pt x="905916" y="189"/>
                </a:cubicBezTo>
                <a:cubicBezTo>
                  <a:pt x="901485" y="4902"/>
                  <a:pt x="897149" y="9615"/>
                  <a:pt x="892247" y="14800"/>
                </a:cubicBezTo>
                <a:cubicBezTo>
                  <a:pt x="887534" y="9804"/>
                  <a:pt x="883197" y="5279"/>
                  <a:pt x="878955" y="660"/>
                </a:cubicBezTo>
                <a:cubicBezTo>
                  <a:pt x="876976" y="2545"/>
                  <a:pt x="875279" y="4242"/>
                  <a:pt x="873016" y="6410"/>
                </a:cubicBezTo>
                <a:cubicBezTo>
                  <a:pt x="877635" y="10935"/>
                  <a:pt x="882160" y="15366"/>
                  <a:pt x="887157" y="20173"/>
                </a:cubicBezTo>
                <a:close/>
                <a:moveTo>
                  <a:pt x="588044" y="584273"/>
                </a:moveTo>
                <a:cubicBezTo>
                  <a:pt x="585970" y="586159"/>
                  <a:pt x="584085" y="587856"/>
                  <a:pt x="581728" y="590118"/>
                </a:cubicBezTo>
                <a:cubicBezTo>
                  <a:pt x="586536" y="594643"/>
                  <a:pt x="591061" y="599073"/>
                  <a:pt x="595868" y="603598"/>
                </a:cubicBezTo>
                <a:cubicBezTo>
                  <a:pt x="591155" y="608217"/>
                  <a:pt x="586630" y="612648"/>
                  <a:pt x="582105" y="617079"/>
                </a:cubicBezTo>
                <a:cubicBezTo>
                  <a:pt x="583991" y="618964"/>
                  <a:pt x="585782" y="620755"/>
                  <a:pt x="587761" y="622829"/>
                </a:cubicBezTo>
                <a:cubicBezTo>
                  <a:pt x="592192" y="618210"/>
                  <a:pt x="596528" y="613685"/>
                  <a:pt x="601336" y="608689"/>
                </a:cubicBezTo>
                <a:cubicBezTo>
                  <a:pt x="606238" y="613685"/>
                  <a:pt x="610763" y="618210"/>
                  <a:pt x="615099" y="622640"/>
                </a:cubicBezTo>
                <a:cubicBezTo>
                  <a:pt x="617173" y="620661"/>
                  <a:pt x="618964" y="618964"/>
                  <a:pt x="621038" y="616984"/>
                </a:cubicBezTo>
                <a:cubicBezTo>
                  <a:pt x="616324" y="612365"/>
                  <a:pt x="611894" y="607935"/>
                  <a:pt x="606898" y="603127"/>
                </a:cubicBezTo>
                <a:cubicBezTo>
                  <a:pt x="611611" y="598508"/>
                  <a:pt x="616230" y="594077"/>
                  <a:pt x="620378" y="590118"/>
                </a:cubicBezTo>
                <a:cubicBezTo>
                  <a:pt x="618587" y="587950"/>
                  <a:pt x="616984" y="585970"/>
                  <a:pt x="615005" y="583613"/>
                </a:cubicBezTo>
                <a:cubicBezTo>
                  <a:pt x="610291" y="588327"/>
                  <a:pt x="605955" y="592852"/>
                  <a:pt x="601242" y="597565"/>
                </a:cubicBezTo>
                <a:cubicBezTo>
                  <a:pt x="596717" y="592946"/>
                  <a:pt x="592286" y="588515"/>
                  <a:pt x="587950" y="584179"/>
                </a:cubicBezTo>
                <a:close/>
                <a:moveTo>
                  <a:pt x="305146" y="20362"/>
                </a:moveTo>
                <a:cubicBezTo>
                  <a:pt x="300432" y="24887"/>
                  <a:pt x="295907" y="29317"/>
                  <a:pt x="291665" y="33465"/>
                </a:cubicBezTo>
                <a:cubicBezTo>
                  <a:pt x="293456" y="35539"/>
                  <a:pt x="295153" y="37424"/>
                  <a:pt x="297133" y="39687"/>
                </a:cubicBezTo>
                <a:cubicBezTo>
                  <a:pt x="301752" y="34973"/>
                  <a:pt x="306183" y="30449"/>
                  <a:pt x="310896" y="25641"/>
                </a:cubicBezTo>
                <a:cubicBezTo>
                  <a:pt x="315515" y="30260"/>
                  <a:pt x="319946" y="34785"/>
                  <a:pt x="324471" y="39404"/>
                </a:cubicBezTo>
                <a:cubicBezTo>
                  <a:pt x="326356" y="37424"/>
                  <a:pt x="328147" y="35633"/>
                  <a:pt x="330409" y="33371"/>
                </a:cubicBezTo>
                <a:cubicBezTo>
                  <a:pt x="325790" y="28846"/>
                  <a:pt x="321171" y="24415"/>
                  <a:pt x="316269" y="19608"/>
                </a:cubicBezTo>
                <a:cubicBezTo>
                  <a:pt x="320983" y="14989"/>
                  <a:pt x="325413" y="10558"/>
                  <a:pt x="329750" y="6316"/>
                </a:cubicBezTo>
                <a:cubicBezTo>
                  <a:pt x="327959" y="4336"/>
                  <a:pt x="326356" y="2451"/>
                  <a:pt x="324188" y="0"/>
                </a:cubicBezTo>
                <a:cubicBezTo>
                  <a:pt x="319474" y="4808"/>
                  <a:pt x="315044" y="9333"/>
                  <a:pt x="309953" y="14423"/>
                </a:cubicBezTo>
                <a:cubicBezTo>
                  <a:pt x="305523" y="9710"/>
                  <a:pt x="301186" y="5090"/>
                  <a:pt x="296944" y="566"/>
                </a:cubicBezTo>
                <a:cubicBezTo>
                  <a:pt x="294965" y="2451"/>
                  <a:pt x="293268" y="4148"/>
                  <a:pt x="291005" y="6222"/>
                </a:cubicBezTo>
                <a:cubicBezTo>
                  <a:pt x="295625" y="10841"/>
                  <a:pt x="300149" y="15271"/>
                  <a:pt x="305051" y="20173"/>
                </a:cubicBezTo>
                <a:close/>
                <a:moveTo>
                  <a:pt x="911478" y="298076"/>
                </a:moveTo>
                <a:cubicBezTo>
                  <a:pt x="909781" y="296096"/>
                  <a:pt x="908084" y="294211"/>
                  <a:pt x="906104" y="291948"/>
                </a:cubicBezTo>
                <a:cubicBezTo>
                  <a:pt x="901485" y="296662"/>
                  <a:pt x="897055" y="301186"/>
                  <a:pt x="892341" y="305900"/>
                </a:cubicBezTo>
                <a:cubicBezTo>
                  <a:pt x="887816" y="301281"/>
                  <a:pt x="883386" y="296850"/>
                  <a:pt x="879144" y="292608"/>
                </a:cubicBezTo>
                <a:cubicBezTo>
                  <a:pt x="877070" y="294493"/>
                  <a:pt x="875184" y="296284"/>
                  <a:pt x="872828" y="298453"/>
                </a:cubicBezTo>
                <a:cubicBezTo>
                  <a:pt x="877541" y="303072"/>
                  <a:pt x="881972" y="307408"/>
                  <a:pt x="886779" y="312121"/>
                </a:cubicBezTo>
                <a:cubicBezTo>
                  <a:pt x="882349" y="316552"/>
                  <a:pt x="877824" y="320983"/>
                  <a:pt x="873393" y="325413"/>
                </a:cubicBezTo>
                <a:cubicBezTo>
                  <a:pt x="875184" y="327299"/>
                  <a:pt x="876881" y="329090"/>
                  <a:pt x="879144" y="331446"/>
                </a:cubicBezTo>
                <a:cubicBezTo>
                  <a:pt x="883763" y="326733"/>
                  <a:pt x="888194" y="322208"/>
                  <a:pt x="893190" y="317023"/>
                </a:cubicBezTo>
                <a:cubicBezTo>
                  <a:pt x="897809" y="321737"/>
                  <a:pt x="902239" y="326167"/>
                  <a:pt x="906199" y="330315"/>
                </a:cubicBezTo>
                <a:cubicBezTo>
                  <a:pt x="908084" y="328713"/>
                  <a:pt x="910064" y="327110"/>
                  <a:pt x="912043" y="325413"/>
                </a:cubicBezTo>
                <a:cubicBezTo>
                  <a:pt x="907424" y="320888"/>
                  <a:pt x="902994" y="316458"/>
                  <a:pt x="897903" y="311462"/>
                </a:cubicBezTo>
                <a:cubicBezTo>
                  <a:pt x="902805" y="306654"/>
                  <a:pt x="907330" y="302223"/>
                  <a:pt x="911478" y="298076"/>
                </a:cubicBezTo>
                <a:close/>
                <a:moveTo>
                  <a:pt x="872828" y="590024"/>
                </a:moveTo>
                <a:cubicBezTo>
                  <a:pt x="877541" y="594454"/>
                  <a:pt x="882160" y="598885"/>
                  <a:pt x="887157" y="603598"/>
                </a:cubicBezTo>
                <a:cubicBezTo>
                  <a:pt x="882349" y="608312"/>
                  <a:pt x="877824" y="612742"/>
                  <a:pt x="873393" y="617079"/>
                </a:cubicBezTo>
                <a:cubicBezTo>
                  <a:pt x="875184" y="618964"/>
                  <a:pt x="876881" y="620849"/>
                  <a:pt x="878955" y="623018"/>
                </a:cubicBezTo>
                <a:cubicBezTo>
                  <a:pt x="883480" y="618304"/>
                  <a:pt x="887816" y="613779"/>
                  <a:pt x="892530" y="608972"/>
                </a:cubicBezTo>
                <a:cubicBezTo>
                  <a:pt x="897243" y="613874"/>
                  <a:pt x="901580" y="618398"/>
                  <a:pt x="905916" y="622923"/>
                </a:cubicBezTo>
                <a:cubicBezTo>
                  <a:pt x="908178" y="620755"/>
                  <a:pt x="910064" y="618964"/>
                  <a:pt x="912326" y="616796"/>
                </a:cubicBezTo>
                <a:cubicBezTo>
                  <a:pt x="907613" y="612271"/>
                  <a:pt x="903088" y="607840"/>
                  <a:pt x="897903" y="602844"/>
                </a:cubicBezTo>
                <a:cubicBezTo>
                  <a:pt x="902617" y="598319"/>
                  <a:pt x="907236" y="593983"/>
                  <a:pt x="911478" y="590024"/>
                </a:cubicBezTo>
                <a:cubicBezTo>
                  <a:pt x="909687" y="587950"/>
                  <a:pt x="907990" y="586064"/>
                  <a:pt x="905916" y="583708"/>
                </a:cubicBezTo>
                <a:cubicBezTo>
                  <a:pt x="901391" y="588421"/>
                  <a:pt x="896960" y="592946"/>
                  <a:pt x="892341" y="597754"/>
                </a:cubicBezTo>
                <a:cubicBezTo>
                  <a:pt x="887722" y="593135"/>
                  <a:pt x="883386" y="588610"/>
                  <a:pt x="878861" y="584085"/>
                </a:cubicBezTo>
                <a:cubicBezTo>
                  <a:pt x="876881" y="586064"/>
                  <a:pt x="875184" y="587856"/>
                  <a:pt x="872828" y="590118"/>
                </a:cubicBezTo>
                <a:close/>
              </a:path>
            </a:pathLst>
          </a:custGeom>
          <a:solidFill>
            <a:schemeClr val="accent2"/>
          </a:solidFill>
          <a:ln w="9427" cap="flat">
            <a:noFill/>
            <a:prstDash val="solid"/>
            <a:miter/>
          </a:ln>
        </p:spPr>
        <p:txBody>
          <a:bodyPr rtlCol="0" anchor="ctr"/>
          <a:lstStyle/>
          <a:p>
            <a:endParaRPr lang="en-US" b="0" i="0" dirty="0">
              <a:solidFill>
                <a:schemeClr val="bg1"/>
              </a:solidFill>
              <a:latin typeface="Oswald" pitchFamily="2" charset="77"/>
            </a:endParaRPr>
          </a:p>
        </p:txBody>
      </p:sp>
    </p:spTree>
    <p:extLst>
      <p:ext uri="{BB962C8B-B14F-4D97-AF65-F5344CB8AC3E}">
        <p14:creationId xmlns:p14="http://schemas.microsoft.com/office/powerpoint/2010/main" val="4221553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am Slide 4 People">
    <p:spTree>
      <p:nvGrpSpPr>
        <p:cNvPr id="1" name=""/>
        <p:cNvGrpSpPr/>
        <p:nvPr/>
      </p:nvGrpSpPr>
      <p:grpSpPr>
        <a:xfrm>
          <a:off x="0" y="0"/>
          <a:ext cx="0" cy="0"/>
          <a:chOff x="0" y="0"/>
          <a:chExt cx="0" cy="0"/>
        </a:xfrm>
      </p:grpSpPr>
      <p:sp>
        <p:nvSpPr>
          <p:cNvPr id="3" name="Round Diagonal Corner Rectangle 2">
            <a:extLst>
              <a:ext uri="{FF2B5EF4-FFF2-40B4-BE49-F238E27FC236}">
                <a16:creationId xmlns:a16="http://schemas.microsoft.com/office/drawing/2014/main" id="{54317C9D-98DB-FAFB-7F5D-B497294F3F66}"/>
              </a:ext>
            </a:extLst>
          </p:cNvPr>
          <p:cNvSpPr/>
          <p:nvPr userDrawn="1"/>
        </p:nvSpPr>
        <p:spPr>
          <a:xfrm>
            <a:off x="1883375" y="2300470"/>
            <a:ext cx="1662900" cy="1533074"/>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4" name="Round Diagonal Corner Rectangle 3">
            <a:extLst>
              <a:ext uri="{FF2B5EF4-FFF2-40B4-BE49-F238E27FC236}">
                <a16:creationId xmlns:a16="http://schemas.microsoft.com/office/drawing/2014/main" id="{422F3CC3-F25D-1A34-D7DC-B8C7E7355FF0}"/>
              </a:ext>
            </a:extLst>
          </p:cNvPr>
          <p:cNvSpPr/>
          <p:nvPr userDrawn="1"/>
        </p:nvSpPr>
        <p:spPr>
          <a:xfrm>
            <a:off x="4303467" y="2300470"/>
            <a:ext cx="1662900" cy="1533074"/>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8" name="Round Diagonal Corner Rectangle 7">
            <a:extLst>
              <a:ext uri="{FF2B5EF4-FFF2-40B4-BE49-F238E27FC236}">
                <a16:creationId xmlns:a16="http://schemas.microsoft.com/office/drawing/2014/main" id="{5C188AA6-5BEE-8C09-B06E-760936DD2911}"/>
              </a:ext>
            </a:extLst>
          </p:cNvPr>
          <p:cNvSpPr/>
          <p:nvPr userDrawn="1"/>
        </p:nvSpPr>
        <p:spPr>
          <a:xfrm>
            <a:off x="6723559" y="2300470"/>
            <a:ext cx="1662900" cy="1533074"/>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9" name="Round Diagonal Corner Rectangle 8">
            <a:extLst>
              <a:ext uri="{FF2B5EF4-FFF2-40B4-BE49-F238E27FC236}">
                <a16:creationId xmlns:a16="http://schemas.microsoft.com/office/drawing/2014/main" id="{F4CA3568-FC3A-937D-0B6A-EE7AF6AB64B2}"/>
              </a:ext>
            </a:extLst>
          </p:cNvPr>
          <p:cNvSpPr/>
          <p:nvPr userDrawn="1"/>
        </p:nvSpPr>
        <p:spPr>
          <a:xfrm>
            <a:off x="9143651" y="2300470"/>
            <a:ext cx="1662900" cy="1533074"/>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5" name="Date Placeholder 4">
            <a:extLst>
              <a:ext uri="{FF2B5EF4-FFF2-40B4-BE49-F238E27FC236}">
                <a16:creationId xmlns:a16="http://schemas.microsoft.com/office/drawing/2014/main" id="{28CD8D3C-49CE-351D-5F1C-C99B2896A855}"/>
              </a:ext>
            </a:extLst>
          </p:cNvPr>
          <p:cNvSpPr>
            <a:spLocks noGrp="1"/>
          </p:cNvSpPr>
          <p:nvPr>
            <p:ph type="dt" sz="half" idx="10"/>
          </p:nvPr>
        </p:nvSpPr>
        <p:spPr/>
        <p:txBody>
          <a:bodyPr/>
          <a:lstStyle>
            <a:lvl1pPr>
              <a:defRPr>
                <a:solidFill>
                  <a:schemeClr val="bg1"/>
                </a:solidFill>
                <a:latin typeface="Oswald" pitchFamily="2" charset="77"/>
              </a:defRPr>
            </a:lvl1pPr>
          </a:lstStyle>
          <a:p>
            <a:fld id="{04F85528-7667-1E46-8111-8E661B15A7D9}" type="datetimeFigureOut">
              <a:rPr lang="en-US" smtClean="0"/>
              <a:pPr/>
              <a:t>3/17/2026</a:t>
            </a:fld>
            <a:endParaRPr lang="en-US"/>
          </a:p>
        </p:txBody>
      </p:sp>
      <p:sp>
        <p:nvSpPr>
          <p:cNvPr id="6" name="Footer Placeholder 5">
            <a:extLst>
              <a:ext uri="{FF2B5EF4-FFF2-40B4-BE49-F238E27FC236}">
                <a16:creationId xmlns:a16="http://schemas.microsoft.com/office/drawing/2014/main" id="{B94F55DA-590C-AC00-ABB3-B63647043CF8}"/>
              </a:ext>
            </a:extLst>
          </p:cNvPr>
          <p:cNvSpPr>
            <a:spLocks noGrp="1"/>
          </p:cNvSpPr>
          <p:nvPr>
            <p:ph type="ftr" sz="quarter" idx="11"/>
          </p:nvPr>
        </p:nvSpPr>
        <p:spPr/>
        <p:txBody>
          <a:bodyPr/>
          <a:lstStyle>
            <a:lvl1pPr>
              <a:defRPr>
                <a:solidFill>
                  <a:schemeClr val="bg1"/>
                </a:solidFill>
                <a:latin typeface="Oswald" pitchFamily="2" charset="77"/>
              </a:defRPr>
            </a:lvl1pPr>
          </a:lstStyle>
          <a:p>
            <a:endParaRPr lang="en-US"/>
          </a:p>
        </p:txBody>
      </p:sp>
      <p:sp>
        <p:nvSpPr>
          <p:cNvPr id="7" name="Slide Number Placeholder 6">
            <a:extLst>
              <a:ext uri="{FF2B5EF4-FFF2-40B4-BE49-F238E27FC236}">
                <a16:creationId xmlns:a16="http://schemas.microsoft.com/office/drawing/2014/main" id="{2F5AEAA4-5F74-10CA-8D89-3E8D71F14D92}"/>
              </a:ext>
            </a:extLst>
          </p:cNvPr>
          <p:cNvSpPr>
            <a:spLocks noGrp="1"/>
          </p:cNvSpPr>
          <p:nvPr>
            <p:ph type="sldNum" sz="quarter" idx="12"/>
          </p:nvPr>
        </p:nvSpPr>
        <p:spPr/>
        <p:txBody>
          <a:bodyPr/>
          <a:lstStyle>
            <a:lvl1pPr>
              <a:defRPr>
                <a:solidFill>
                  <a:schemeClr val="bg1"/>
                </a:solidFill>
                <a:latin typeface="Oswald" pitchFamily="2" charset="77"/>
              </a:defRPr>
            </a:lvl1pPr>
          </a:lstStyle>
          <a:p>
            <a:fld id="{92A6C7AB-A877-C342-9CE7-90563939BDE3}" type="slidenum">
              <a:rPr lang="en-US" smtClean="0"/>
              <a:pPr/>
              <a:t>‹#›</a:t>
            </a:fld>
            <a:endParaRPr lang="en-US"/>
          </a:p>
        </p:txBody>
      </p:sp>
      <p:sp>
        <p:nvSpPr>
          <p:cNvPr id="20" name="Picture Placeholder 10">
            <a:extLst>
              <a:ext uri="{FF2B5EF4-FFF2-40B4-BE49-F238E27FC236}">
                <a16:creationId xmlns:a16="http://schemas.microsoft.com/office/drawing/2014/main" id="{05204B20-3FF3-1B62-B791-276761FF8089}"/>
              </a:ext>
            </a:extLst>
          </p:cNvPr>
          <p:cNvSpPr>
            <a:spLocks noGrp="1"/>
          </p:cNvSpPr>
          <p:nvPr>
            <p:ph type="pic" sz="quarter" idx="14"/>
          </p:nvPr>
        </p:nvSpPr>
        <p:spPr>
          <a:xfrm>
            <a:off x="1464666" y="2555627"/>
            <a:ext cx="1845511" cy="1845511"/>
          </a:xfrm>
          <a:noFill/>
        </p:spPr>
        <p:txBody>
          <a:bodyPr anchor="b">
            <a:normAutofit/>
          </a:bodyPr>
          <a:lstStyle>
            <a:lvl1pPr algn="ctr">
              <a:defRPr sz="1800">
                <a:solidFill>
                  <a:schemeClr val="bg1"/>
                </a:solidFill>
                <a:latin typeface="Oswald" pitchFamily="2" charset="77"/>
              </a:defRPr>
            </a:lvl1pPr>
          </a:lstStyle>
          <a:p>
            <a:r>
              <a:rPr lang="en-US"/>
              <a:t>Click icon to add picture</a:t>
            </a:r>
            <a:endParaRPr lang="en-US" dirty="0"/>
          </a:p>
        </p:txBody>
      </p:sp>
      <p:sp>
        <p:nvSpPr>
          <p:cNvPr id="21" name="Text Placeholder 2">
            <a:extLst>
              <a:ext uri="{FF2B5EF4-FFF2-40B4-BE49-F238E27FC236}">
                <a16:creationId xmlns:a16="http://schemas.microsoft.com/office/drawing/2014/main" id="{86508CFF-8A25-79C4-961A-5BF925A6D2D9}"/>
              </a:ext>
            </a:extLst>
          </p:cNvPr>
          <p:cNvSpPr>
            <a:spLocks noGrp="1"/>
          </p:cNvSpPr>
          <p:nvPr>
            <p:ph type="body" idx="1"/>
          </p:nvPr>
        </p:nvSpPr>
        <p:spPr>
          <a:xfrm>
            <a:off x="1228568" y="4754077"/>
            <a:ext cx="2317707" cy="343061"/>
          </a:xfrm>
        </p:spPr>
        <p:txBody>
          <a:bodyPr anchor="ctr">
            <a:noAutofit/>
          </a:bodyPr>
          <a:lstStyle>
            <a:lvl1pPr marL="0" indent="0" algn="ctr">
              <a:buNone/>
              <a:defRPr lang="en-US" sz="140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22" name="Text Placeholder 2">
            <a:extLst>
              <a:ext uri="{FF2B5EF4-FFF2-40B4-BE49-F238E27FC236}">
                <a16:creationId xmlns:a16="http://schemas.microsoft.com/office/drawing/2014/main" id="{BFE57C72-F51D-2C26-0713-4E42BC53147D}"/>
              </a:ext>
            </a:extLst>
          </p:cNvPr>
          <p:cNvSpPr>
            <a:spLocks noGrp="1"/>
          </p:cNvSpPr>
          <p:nvPr>
            <p:ph type="body" idx="21"/>
          </p:nvPr>
        </p:nvSpPr>
        <p:spPr>
          <a:xfrm>
            <a:off x="1464666" y="5133667"/>
            <a:ext cx="1845511" cy="343061"/>
          </a:xfrm>
        </p:spPr>
        <p:txBody>
          <a:bodyPr anchor="t">
            <a:noAutofit/>
          </a:bodyPr>
          <a:lstStyle>
            <a:lvl1pPr marL="0" indent="0" algn="ctr">
              <a:buNone/>
              <a:defRPr lang="en-US" sz="100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23" name="Picture Placeholder 10">
            <a:extLst>
              <a:ext uri="{FF2B5EF4-FFF2-40B4-BE49-F238E27FC236}">
                <a16:creationId xmlns:a16="http://schemas.microsoft.com/office/drawing/2014/main" id="{90552B7E-066B-4419-440C-7DBF8D74F4AE}"/>
              </a:ext>
            </a:extLst>
          </p:cNvPr>
          <p:cNvSpPr>
            <a:spLocks noGrp="1"/>
          </p:cNvSpPr>
          <p:nvPr>
            <p:ph type="pic" sz="quarter" idx="15"/>
          </p:nvPr>
        </p:nvSpPr>
        <p:spPr>
          <a:xfrm>
            <a:off x="3884758" y="2555627"/>
            <a:ext cx="1845511" cy="1845511"/>
          </a:xfrm>
          <a:noFill/>
        </p:spPr>
        <p:txBody>
          <a:bodyPr anchor="b">
            <a:normAutofit/>
          </a:bodyPr>
          <a:lstStyle>
            <a:lvl1pPr algn="ctr">
              <a:defRPr sz="1800">
                <a:solidFill>
                  <a:schemeClr val="bg1"/>
                </a:solidFill>
                <a:latin typeface="Oswald" pitchFamily="2" charset="77"/>
              </a:defRPr>
            </a:lvl1pPr>
          </a:lstStyle>
          <a:p>
            <a:r>
              <a:rPr lang="en-US"/>
              <a:t>Click icon to add picture</a:t>
            </a:r>
            <a:endParaRPr lang="en-US" dirty="0"/>
          </a:p>
        </p:txBody>
      </p:sp>
      <p:sp>
        <p:nvSpPr>
          <p:cNvPr id="24" name="Text Placeholder 2">
            <a:extLst>
              <a:ext uri="{FF2B5EF4-FFF2-40B4-BE49-F238E27FC236}">
                <a16:creationId xmlns:a16="http://schemas.microsoft.com/office/drawing/2014/main" id="{DF1EBBF7-272B-2030-FD70-8B60E4660734}"/>
              </a:ext>
            </a:extLst>
          </p:cNvPr>
          <p:cNvSpPr>
            <a:spLocks noGrp="1"/>
          </p:cNvSpPr>
          <p:nvPr>
            <p:ph type="body" idx="18"/>
          </p:nvPr>
        </p:nvSpPr>
        <p:spPr>
          <a:xfrm>
            <a:off x="3644291" y="4754077"/>
            <a:ext cx="2330816" cy="343061"/>
          </a:xfrm>
        </p:spPr>
        <p:txBody>
          <a:bodyPr anchor="ctr">
            <a:noAutofit/>
          </a:bodyPr>
          <a:lstStyle>
            <a:lvl1pPr marL="0" indent="0" algn="ctr">
              <a:buNone/>
              <a:defRPr lang="en-US" sz="140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25" name="Text Placeholder 2">
            <a:extLst>
              <a:ext uri="{FF2B5EF4-FFF2-40B4-BE49-F238E27FC236}">
                <a16:creationId xmlns:a16="http://schemas.microsoft.com/office/drawing/2014/main" id="{84D604C2-F69E-A56E-E8A0-0E97F5B82805}"/>
              </a:ext>
            </a:extLst>
          </p:cNvPr>
          <p:cNvSpPr>
            <a:spLocks noGrp="1"/>
          </p:cNvSpPr>
          <p:nvPr>
            <p:ph type="body" idx="22"/>
          </p:nvPr>
        </p:nvSpPr>
        <p:spPr>
          <a:xfrm>
            <a:off x="3881279" y="5148349"/>
            <a:ext cx="1855949" cy="343061"/>
          </a:xfrm>
        </p:spPr>
        <p:txBody>
          <a:bodyPr anchor="t">
            <a:noAutofit/>
          </a:bodyPr>
          <a:lstStyle>
            <a:lvl1pPr marL="0" indent="0" algn="ctr">
              <a:buNone/>
              <a:defRPr lang="en-US" sz="100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27" name="Text Placeholder 2">
            <a:extLst>
              <a:ext uri="{FF2B5EF4-FFF2-40B4-BE49-F238E27FC236}">
                <a16:creationId xmlns:a16="http://schemas.microsoft.com/office/drawing/2014/main" id="{6E69E7AA-7076-9008-7669-B431964A257D}"/>
              </a:ext>
            </a:extLst>
          </p:cNvPr>
          <p:cNvSpPr>
            <a:spLocks noGrp="1"/>
          </p:cNvSpPr>
          <p:nvPr>
            <p:ph type="body" idx="19"/>
          </p:nvPr>
        </p:nvSpPr>
        <p:spPr>
          <a:xfrm>
            <a:off x="6073123" y="4754077"/>
            <a:ext cx="2317707" cy="343061"/>
          </a:xfrm>
        </p:spPr>
        <p:txBody>
          <a:bodyPr anchor="ctr">
            <a:noAutofit/>
          </a:bodyPr>
          <a:lstStyle>
            <a:lvl1pPr marL="0" indent="0" algn="ctr">
              <a:buNone/>
              <a:defRPr lang="en-US" sz="140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28" name="Text Placeholder 2">
            <a:extLst>
              <a:ext uri="{FF2B5EF4-FFF2-40B4-BE49-F238E27FC236}">
                <a16:creationId xmlns:a16="http://schemas.microsoft.com/office/drawing/2014/main" id="{A013DA41-3F53-18FB-8EA4-082FDFD67915}"/>
              </a:ext>
            </a:extLst>
          </p:cNvPr>
          <p:cNvSpPr>
            <a:spLocks noGrp="1"/>
          </p:cNvSpPr>
          <p:nvPr>
            <p:ph type="body" idx="23"/>
          </p:nvPr>
        </p:nvSpPr>
        <p:spPr>
          <a:xfrm>
            <a:off x="6308330" y="5148349"/>
            <a:ext cx="1845511" cy="343061"/>
          </a:xfrm>
        </p:spPr>
        <p:txBody>
          <a:bodyPr anchor="t">
            <a:noAutofit/>
          </a:bodyPr>
          <a:lstStyle>
            <a:lvl1pPr marL="0" indent="0" algn="ctr">
              <a:buNone/>
              <a:defRPr lang="en-US" sz="100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29" name="Picture Placeholder 10">
            <a:extLst>
              <a:ext uri="{FF2B5EF4-FFF2-40B4-BE49-F238E27FC236}">
                <a16:creationId xmlns:a16="http://schemas.microsoft.com/office/drawing/2014/main" id="{2062CA5E-2EF1-2F3C-938E-FC645562CDD3}"/>
              </a:ext>
            </a:extLst>
          </p:cNvPr>
          <p:cNvSpPr>
            <a:spLocks noGrp="1"/>
          </p:cNvSpPr>
          <p:nvPr>
            <p:ph type="pic" sz="quarter" idx="17"/>
          </p:nvPr>
        </p:nvSpPr>
        <p:spPr>
          <a:xfrm>
            <a:off x="6304850" y="2555627"/>
            <a:ext cx="1845511" cy="1845511"/>
          </a:xfrm>
          <a:noFill/>
        </p:spPr>
        <p:txBody>
          <a:bodyPr anchor="b">
            <a:normAutofit/>
          </a:bodyPr>
          <a:lstStyle>
            <a:lvl1pPr algn="ctr">
              <a:defRPr sz="1800">
                <a:solidFill>
                  <a:schemeClr val="bg1"/>
                </a:solidFill>
                <a:latin typeface="Oswald" pitchFamily="2" charset="77"/>
              </a:defRPr>
            </a:lvl1pPr>
          </a:lstStyle>
          <a:p>
            <a:r>
              <a:rPr lang="en-US"/>
              <a:t>Click icon to add picture</a:t>
            </a:r>
            <a:endParaRPr lang="en-US" dirty="0"/>
          </a:p>
        </p:txBody>
      </p:sp>
      <p:sp>
        <p:nvSpPr>
          <p:cNvPr id="30" name="Text Placeholder 2">
            <a:extLst>
              <a:ext uri="{FF2B5EF4-FFF2-40B4-BE49-F238E27FC236}">
                <a16:creationId xmlns:a16="http://schemas.microsoft.com/office/drawing/2014/main" id="{B5447056-56D0-F940-3BCA-9BB068AD9CB9}"/>
              </a:ext>
            </a:extLst>
          </p:cNvPr>
          <p:cNvSpPr>
            <a:spLocks noGrp="1"/>
          </p:cNvSpPr>
          <p:nvPr>
            <p:ph type="body" idx="20"/>
          </p:nvPr>
        </p:nvSpPr>
        <p:spPr>
          <a:xfrm>
            <a:off x="8488845" y="4754077"/>
            <a:ext cx="2317706" cy="343061"/>
          </a:xfrm>
        </p:spPr>
        <p:txBody>
          <a:bodyPr anchor="ctr">
            <a:noAutofit/>
          </a:bodyPr>
          <a:lstStyle>
            <a:lvl1pPr marL="0" indent="0" algn="ctr">
              <a:buNone/>
              <a:defRPr lang="en-US" sz="140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31" name="Text Placeholder 2">
            <a:extLst>
              <a:ext uri="{FF2B5EF4-FFF2-40B4-BE49-F238E27FC236}">
                <a16:creationId xmlns:a16="http://schemas.microsoft.com/office/drawing/2014/main" id="{B00D8BC6-C62F-D235-403D-CDE467228F90}"/>
              </a:ext>
            </a:extLst>
          </p:cNvPr>
          <p:cNvSpPr>
            <a:spLocks noGrp="1"/>
          </p:cNvSpPr>
          <p:nvPr>
            <p:ph type="body" idx="24"/>
          </p:nvPr>
        </p:nvSpPr>
        <p:spPr>
          <a:xfrm>
            <a:off x="8724943" y="5133667"/>
            <a:ext cx="1845510" cy="343061"/>
          </a:xfrm>
        </p:spPr>
        <p:txBody>
          <a:bodyPr anchor="t">
            <a:noAutofit/>
          </a:bodyPr>
          <a:lstStyle>
            <a:lvl1pPr marL="0" indent="0" algn="ctr">
              <a:buNone/>
              <a:defRPr lang="en-US" sz="100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10" name="Picture Placeholder 10">
            <a:extLst>
              <a:ext uri="{FF2B5EF4-FFF2-40B4-BE49-F238E27FC236}">
                <a16:creationId xmlns:a16="http://schemas.microsoft.com/office/drawing/2014/main" id="{F9D1E3ED-8186-4F1B-5A1A-1F47D2B42ACA}"/>
              </a:ext>
            </a:extLst>
          </p:cNvPr>
          <p:cNvSpPr>
            <a:spLocks noGrp="1"/>
          </p:cNvSpPr>
          <p:nvPr>
            <p:ph type="pic" sz="quarter" idx="25"/>
          </p:nvPr>
        </p:nvSpPr>
        <p:spPr>
          <a:xfrm>
            <a:off x="8724943" y="2555627"/>
            <a:ext cx="1845511" cy="1845511"/>
          </a:xfrm>
          <a:noFill/>
        </p:spPr>
        <p:txBody>
          <a:bodyPr anchor="b">
            <a:normAutofit/>
          </a:bodyPr>
          <a:lstStyle>
            <a:lvl1pPr algn="ctr">
              <a:defRPr sz="1800">
                <a:solidFill>
                  <a:schemeClr val="bg1"/>
                </a:solidFill>
                <a:latin typeface="Oswald" pitchFamily="2" charset="77"/>
              </a:defRPr>
            </a:lvl1pPr>
          </a:lstStyle>
          <a:p>
            <a:r>
              <a:rPr lang="en-US"/>
              <a:t>Click icon to add picture</a:t>
            </a:r>
            <a:endParaRPr lang="en-US" dirty="0"/>
          </a:p>
        </p:txBody>
      </p:sp>
      <p:sp>
        <p:nvSpPr>
          <p:cNvPr id="11" name="Title Placeholder 1">
            <a:extLst>
              <a:ext uri="{FF2B5EF4-FFF2-40B4-BE49-F238E27FC236}">
                <a16:creationId xmlns:a16="http://schemas.microsoft.com/office/drawing/2014/main" id="{4E5127C6-3A9F-59D6-97BB-64BF618D85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27446003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Slide 8 People">
    <p:spTree>
      <p:nvGrpSpPr>
        <p:cNvPr id="1" name=""/>
        <p:cNvGrpSpPr/>
        <p:nvPr/>
      </p:nvGrpSpPr>
      <p:grpSpPr>
        <a:xfrm>
          <a:off x="0" y="0"/>
          <a:ext cx="0" cy="0"/>
          <a:chOff x="0" y="0"/>
          <a:chExt cx="0" cy="0"/>
        </a:xfrm>
      </p:grpSpPr>
      <p:sp>
        <p:nvSpPr>
          <p:cNvPr id="24" name="Round Diagonal Corner Rectangle 23">
            <a:extLst>
              <a:ext uri="{FF2B5EF4-FFF2-40B4-BE49-F238E27FC236}">
                <a16:creationId xmlns:a16="http://schemas.microsoft.com/office/drawing/2014/main" id="{8F708ADC-1439-A059-8CD7-8A0EE50D39D0}"/>
              </a:ext>
            </a:extLst>
          </p:cNvPr>
          <p:cNvSpPr/>
          <p:nvPr userDrawn="1"/>
        </p:nvSpPr>
        <p:spPr>
          <a:xfrm>
            <a:off x="2135239" y="4144691"/>
            <a:ext cx="932193" cy="859415"/>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25" name="Round Diagonal Corner Rectangle 24">
            <a:extLst>
              <a:ext uri="{FF2B5EF4-FFF2-40B4-BE49-F238E27FC236}">
                <a16:creationId xmlns:a16="http://schemas.microsoft.com/office/drawing/2014/main" id="{182FA463-64E7-2008-2BD9-4AFCC248E869}"/>
              </a:ext>
            </a:extLst>
          </p:cNvPr>
          <p:cNvSpPr/>
          <p:nvPr userDrawn="1"/>
        </p:nvSpPr>
        <p:spPr>
          <a:xfrm>
            <a:off x="4494193" y="4144691"/>
            <a:ext cx="932193" cy="859415"/>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26" name="Round Diagonal Corner Rectangle 25">
            <a:extLst>
              <a:ext uri="{FF2B5EF4-FFF2-40B4-BE49-F238E27FC236}">
                <a16:creationId xmlns:a16="http://schemas.microsoft.com/office/drawing/2014/main" id="{7214C680-C8B9-3FB9-5C21-DC7E6BA7431B}"/>
              </a:ext>
            </a:extLst>
          </p:cNvPr>
          <p:cNvSpPr/>
          <p:nvPr userDrawn="1"/>
        </p:nvSpPr>
        <p:spPr>
          <a:xfrm>
            <a:off x="6927762" y="4144691"/>
            <a:ext cx="932193" cy="859415"/>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27" name="Round Diagonal Corner Rectangle 26">
            <a:extLst>
              <a:ext uri="{FF2B5EF4-FFF2-40B4-BE49-F238E27FC236}">
                <a16:creationId xmlns:a16="http://schemas.microsoft.com/office/drawing/2014/main" id="{4F84EF86-23F1-9E22-930A-A6AA8CFB92EC}"/>
              </a:ext>
            </a:extLst>
          </p:cNvPr>
          <p:cNvSpPr/>
          <p:nvPr userDrawn="1"/>
        </p:nvSpPr>
        <p:spPr>
          <a:xfrm>
            <a:off x="9404061" y="4144691"/>
            <a:ext cx="932193" cy="859415"/>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20" name="Round Diagonal Corner Rectangle 19">
            <a:extLst>
              <a:ext uri="{FF2B5EF4-FFF2-40B4-BE49-F238E27FC236}">
                <a16:creationId xmlns:a16="http://schemas.microsoft.com/office/drawing/2014/main" id="{5826DB7A-49FD-6192-99E3-003FD619CD39}"/>
              </a:ext>
            </a:extLst>
          </p:cNvPr>
          <p:cNvSpPr/>
          <p:nvPr userDrawn="1"/>
        </p:nvSpPr>
        <p:spPr>
          <a:xfrm>
            <a:off x="2135239" y="2286815"/>
            <a:ext cx="932193" cy="859415"/>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21" name="Round Diagonal Corner Rectangle 20">
            <a:extLst>
              <a:ext uri="{FF2B5EF4-FFF2-40B4-BE49-F238E27FC236}">
                <a16:creationId xmlns:a16="http://schemas.microsoft.com/office/drawing/2014/main" id="{6AE85198-98A8-8CB3-2D5F-158C565661CD}"/>
              </a:ext>
            </a:extLst>
          </p:cNvPr>
          <p:cNvSpPr/>
          <p:nvPr userDrawn="1"/>
        </p:nvSpPr>
        <p:spPr>
          <a:xfrm>
            <a:off x="4494193" y="2286815"/>
            <a:ext cx="932193" cy="859415"/>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22" name="Round Diagonal Corner Rectangle 21">
            <a:extLst>
              <a:ext uri="{FF2B5EF4-FFF2-40B4-BE49-F238E27FC236}">
                <a16:creationId xmlns:a16="http://schemas.microsoft.com/office/drawing/2014/main" id="{C6A58D1D-61B8-CC7D-6E5B-23BA7E8ADF9C}"/>
              </a:ext>
            </a:extLst>
          </p:cNvPr>
          <p:cNvSpPr/>
          <p:nvPr userDrawn="1"/>
        </p:nvSpPr>
        <p:spPr>
          <a:xfrm>
            <a:off x="6927762" y="2286815"/>
            <a:ext cx="932193" cy="859415"/>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23" name="Round Diagonal Corner Rectangle 22">
            <a:extLst>
              <a:ext uri="{FF2B5EF4-FFF2-40B4-BE49-F238E27FC236}">
                <a16:creationId xmlns:a16="http://schemas.microsoft.com/office/drawing/2014/main" id="{E7BF2AA1-04B5-4ECB-6EBC-B58EABBCB7CF}"/>
              </a:ext>
            </a:extLst>
          </p:cNvPr>
          <p:cNvSpPr/>
          <p:nvPr userDrawn="1"/>
        </p:nvSpPr>
        <p:spPr>
          <a:xfrm>
            <a:off x="9404061" y="2286815"/>
            <a:ext cx="932193" cy="859415"/>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5" name="Date Placeholder 4">
            <a:extLst>
              <a:ext uri="{FF2B5EF4-FFF2-40B4-BE49-F238E27FC236}">
                <a16:creationId xmlns:a16="http://schemas.microsoft.com/office/drawing/2014/main" id="{28CD8D3C-49CE-351D-5F1C-C99B2896A855}"/>
              </a:ext>
            </a:extLst>
          </p:cNvPr>
          <p:cNvSpPr>
            <a:spLocks noGrp="1"/>
          </p:cNvSpPr>
          <p:nvPr>
            <p:ph type="dt" sz="half" idx="10"/>
          </p:nvPr>
        </p:nvSpPr>
        <p:spPr/>
        <p:txBody>
          <a:bodyPr/>
          <a:lstStyle>
            <a:lvl1pPr>
              <a:defRPr>
                <a:solidFill>
                  <a:schemeClr val="bg1"/>
                </a:solidFill>
                <a:latin typeface="Oswald" pitchFamily="2" charset="77"/>
              </a:defRPr>
            </a:lvl1pPr>
          </a:lstStyle>
          <a:p>
            <a:fld id="{04F85528-7667-1E46-8111-8E661B15A7D9}" type="datetimeFigureOut">
              <a:rPr lang="en-US" smtClean="0"/>
              <a:pPr/>
              <a:t>3/17/2026</a:t>
            </a:fld>
            <a:endParaRPr lang="en-US"/>
          </a:p>
        </p:txBody>
      </p:sp>
      <p:sp>
        <p:nvSpPr>
          <p:cNvPr id="6" name="Footer Placeholder 5">
            <a:extLst>
              <a:ext uri="{FF2B5EF4-FFF2-40B4-BE49-F238E27FC236}">
                <a16:creationId xmlns:a16="http://schemas.microsoft.com/office/drawing/2014/main" id="{B94F55DA-590C-AC00-ABB3-B63647043CF8}"/>
              </a:ext>
            </a:extLst>
          </p:cNvPr>
          <p:cNvSpPr>
            <a:spLocks noGrp="1"/>
          </p:cNvSpPr>
          <p:nvPr>
            <p:ph type="ftr" sz="quarter" idx="11"/>
          </p:nvPr>
        </p:nvSpPr>
        <p:spPr/>
        <p:txBody>
          <a:bodyPr/>
          <a:lstStyle>
            <a:lvl1pPr>
              <a:defRPr>
                <a:solidFill>
                  <a:schemeClr val="bg1"/>
                </a:solidFill>
                <a:latin typeface="Oswald" pitchFamily="2" charset="77"/>
              </a:defRPr>
            </a:lvl1pPr>
          </a:lstStyle>
          <a:p>
            <a:endParaRPr lang="en-US"/>
          </a:p>
        </p:txBody>
      </p:sp>
      <p:sp>
        <p:nvSpPr>
          <p:cNvPr id="7" name="Slide Number Placeholder 6">
            <a:extLst>
              <a:ext uri="{FF2B5EF4-FFF2-40B4-BE49-F238E27FC236}">
                <a16:creationId xmlns:a16="http://schemas.microsoft.com/office/drawing/2014/main" id="{2F5AEAA4-5F74-10CA-8D89-3E8D71F14D92}"/>
              </a:ext>
            </a:extLst>
          </p:cNvPr>
          <p:cNvSpPr>
            <a:spLocks noGrp="1"/>
          </p:cNvSpPr>
          <p:nvPr>
            <p:ph type="sldNum" sz="quarter" idx="12"/>
          </p:nvPr>
        </p:nvSpPr>
        <p:spPr/>
        <p:txBody>
          <a:bodyPr/>
          <a:lstStyle>
            <a:lvl1pPr>
              <a:defRPr>
                <a:solidFill>
                  <a:schemeClr val="bg1"/>
                </a:solidFill>
                <a:latin typeface="Oswald" pitchFamily="2" charset="77"/>
              </a:defRPr>
            </a:lvl1pPr>
          </a:lstStyle>
          <a:p>
            <a:fld id="{92A6C7AB-A877-C342-9CE7-90563939BDE3}" type="slidenum">
              <a:rPr lang="en-US" smtClean="0"/>
              <a:pPr/>
              <a:t>‹#›</a:t>
            </a:fld>
            <a:endParaRPr lang="en-US"/>
          </a:p>
        </p:txBody>
      </p:sp>
      <p:sp>
        <p:nvSpPr>
          <p:cNvPr id="3" name="Picture Placeholder 10">
            <a:extLst>
              <a:ext uri="{FF2B5EF4-FFF2-40B4-BE49-F238E27FC236}">
                <a16:creationId xmlns:a16="http://schemas.microsoft.com/office/drawing/2014/main" id="{AA35F062-DE44-8DC8-78E2-1DAE0BED4A6A}"/>
              </a:ext>
            </a:extLst>
          </p:cNvPr>
          <p:cNvSpPr>
            <a:spLocks noGrp="1"/>
          </p:cNvSpPr>
          <p:nvPr>
            <p:ph type="pic" sz="quarter" idx="14"/>
          </p:nvPr>
        </p:nvSpPr>
        <p:spPr>
          <a:xfrm>
            <a:off x="1877176" y="2428875"/>
            <a:ext cx="1066800" cy="1066800"/>
          </a:xfrm>
          <a:noFill/>
        </p:spPr>
        <p:txBody>
          <a:bodyPr>
            <a:normAutofit/>
          </a:bodyPr>
          <a:lstStyle>
            <a:lvl1pPr marL="0" indent="0" algn="l">
              <a:lnSpc>
                <a:spcPct val="100000"/>
              </a:lnSpc>
              <a:buFont typeface="Arial" panose="020B0604020202020204" pitchFamily="34" charset="0"/>
              <a:buNone/>
              <a:defRPr sz="900">
                <a:solidFill>
                  <a:schemeClr val="bg1"/>
                </a:solidFill>
                <a:latin typeface="Oswald" pitchFamily="2" charset="77"/>
              </a:defRPr>
            </a:lvl1pPr>
          </a:lstStyle>
          <a:p>
            <a:r>
              <a:rPr lang="en-US"/>
              <a:t>Click icon to add picture</a:t>
            </a:r>
            <a:endParaRPr lang="en-US" dirty="0"/>
          </a:p>
        </p:txBody>
      </p:sp>
      <p:sp>
        <p:nvSpPr>
          <p:cNvPr id="4" name="Text Placeholder 2">
            <a:extLst>
              <a:ext uri="{FF2B5EF4-FFF2-40B4-BE49-F238E27FC236}">
                <a16:creationId xmlns:a16="http://schemas.microsoft.com/office/drawing/2014/main" id="{D5BD3B05-FCD0-A9F5-C281-F54C1B34C084}"/>
              </a:ext>
            </a:extLst>
          </p:cNvPr>
          <p:cNvSpPr>
            <a:spLocks noGrp="1"/>
          </p:cNvSpPr>
          <p:nvPr>
            <p:ph type="body" idx="1"/>
          </p:nvPr>
        </p:nvSpPr>
        <p:spPr>
          <a:xfrm>
            <a:off x="1500168" y="3654378"/>
            <a:ext cx="1828800" cy="343061"/>
          </a:xfrm>
        </p:spPr>
        <p:txBody>
          <a:bodyPr anchor="t">
            <a:noAutofit/>
          </a:bodyPr>
          <a:lstStyle>
            <a:lvl1pPr marL="0" indent="0" algn="ctr">
              <a:buNone/>
              <a:defRPr lang="en-US" sz="105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8" name="Text Placeholder 2">
            <a:extLst>
              <a:ext uri="{FF2B5EF4-FFF2-40B4-BE49-F238E27FC236}">
                <a16:creationId xmlns:a16="http://schemas.microsoft.com/office/drawing/2014/main" id="{9881D5DE-422E-FA35-81CF-F504DB7959F0}"/>
              </a:ext>
            </a:extLst>
          </p:cNvPr>
          <p:cNvSpPr>
            <a:spLocks noGrp="1"/>
          </p:cNvSpPr>
          <p:nvPr>
            <p:ph type="body" idx="21"/>
          </p:nvPr>
        </p:nvSpPr>
        <p:spPr>
          <a:xfrm>
            <a:off x="1500168" y="3809747"/>
            <a:ext cx="1828800" cy="343061"/>
          </a:xfrm>
        </p:spPr>
        <p:txBody>
          <a:bodyPr anchor="ctr">
            <a:noAutofit/>
          </a:bodyPr>
          <a:lstStyle>
            <a:lvl1pPr marL="0" indent="0" algn="ctr">
              <a:buNone/>
              <a:defRPr lang="en-US" sz="90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9" name="Picture Placeholder 10">
            <a:extLst>
              <a:ext uri="{FF2B5EF4-FFF2-40B4-BE49-F238E27FC236}">
                <a16:creationId xmlns:a16="http://schemas.microsoft.com/office/drawing/2014/main" id="{DBFAC15E-87EB-71BC-B78C-668CDCD09492}"/>
              </a:ext>
            </a:extLst>
          </p:cNvPr>
          <p:cNvSpPr>
            <a:spLocks noGrp="1"/>
          </p:cNvSpPr>
          <p:nvPr>
            <p:ph type="pic" sz="quarter" idx="15"/>
          </p:nvPr>
        </p:nvSpPr>
        <p:spPr>
          <a:xfrm>
            <a:off x="4226270" y="2428875"/>
            <a:ext cx="1066800" cy="1066800"/>
          </a:xfrm>
          <a:noFill/>
        </p:spPr>
        <p:txBody>
          <a:bodyPr>
            <a:normAutofit/>
          </a:bodyPr>
          <a:lstStyle>
            <a:lvl1pPr marL="0" indent="0" algn="l">
              <a:lnSpc>
                <a:spcPct val="100000"/>
              </a:lnSpc>
              <a:buNone/>
              <a:defRPr sz="900">
                <a:solidFill>
                  <a:schemeClr val="bg1"/>
                </a:solidFill>
                <a:latin typeface="Oswald" pitchFamily="2" charset="77"/>
              </a:defRPr>
            </a:lvl1pPr>
          </a:lstStyle>
          <a:p>
            <a:r>
              <a:rPr lang="en-US"/>
              <a:t>Click icon to add picture</a:t>
            </a:r>
            <a:endParaRPr lang="en-US" dirty="0"/>
          </a:p>
        </p:txBody>
      </p:sp>
      <p:sp>
        <p:nvSpPr>
          <p:cNvPr id="10" name="Text Placeholder 2">
            <a:extLst>
              <a:ext uri="{FF2B5EF4-FFF2-40B4-BE49-F238E27FC236}">
                <a16:creationId xmlns:a16="http://schemas.microsoft.com/office/drawing/2014/main" id="{6A5F9BC0-24E5-BD24-BF19-ECCF2B43FE60}"/>
              </a:ext>
            </a:extLst>
          </p:cNvPr>
          <p:cNvSpPr>
            <a:spLocks noGrp="1"/>
          </p:cNvSpPr>
          <p:nvPr>
            <p:ph type="body" idx="18"/>
          </p:nvPr>
        </p:nvSpPr>
        <p:spPr>
          <a:xfrm>
            <a:off x="3849262" y="3654378"/>
            <a:ext cx="1828800" cy="343061"/>
          </a:xfrm>
        </p:spPr>
        <p:txBody>
          <a:bodyPr anchor="t">
            <a:noAutofit/>
          </a:bodyPr>
          <a:lstStyle>
            <a:lvl1pPr marL="0" indent="0" algn="ctr">
              <a:buNone/>
              <a:defRPr lang="en-US" sz="105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11" name="Text Placeholder 2">
            <a:extLst>
              <a:ext uri="{FF2B5EF4-FFF2-40B4-BE49-F238E27FC236}">
                <a16:creationId xmlns:a16="http://schemas.microsoft.com/office/drawing/2014/main" id="{C99EFC4C-B728-2C75-A140-829D14BC9E80}"/>
              </a:ext>
            </a:extLst>
          </p:cNvPr>
          <p:cNvSpPr>
            <a:spLocks noGrp="1"/>
          </p:cNvSpPr>
          <p:nvPr>
            <p:ph type="body" idx="22"/>
          </p:nvPr>
        </p:nvSpPr>
        <p:spPr>
          <a:xfrm>
            <a:off x="3849262" y="3809747"/>
            <a:ext cx="1828800" cy="343061"/>
          </a:xfrm>
        </p:spPr>
        <p:txBody>
          <a:bodyPr anchor="ctr">
            <a:noAutofit/>
          </a:bodyPr>
          <a:lstStyle>
            <a:lvl1pPr marL="0" indent="0" algn="ctr">
              <a:buNone/>
              <a:defRPr lang="en-US" sz="90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12" name="Picture Placeholder 10">
            <a:extLst>
              <a:ext uri="{FF2B5EF4-FFF2-40B4-BE49-F238E27FC236}">
                <a16:creationId xmlns:a16="http://schemas.microsoft.com/office/drawing/2014/main" id="{E79B31C9-AAD8-D0B6-70AA-D7B2C47D4307}"/>
              </a:ext>
            </a:extLst>
          </p:cNvPr>
          <p:cNvSpPr>
            <a:spLocks noGrp="1"/>
          </p:cNvSpPr>
          <p:nvPr>
            <p:ph type="pic" sz="quarter" idx="37"/>
          </p:nvPr>
        </p:nvSpPr>
        <p:spPr>
          <a:xfrm>
            <a:off x="6655584" y="2428875"/>
            <a:ext cx="1066800" cy="1066800"/>
          </a:xfrm>
          <a:noFill/>
        </p:spPr>
        <p:txBody>
          <a:bodyPr>
            <a:normAutofit/>
          </a:bodyPr>
          <a:lstStyle>
            <a:lvl1pPr marL="0" indent="0" algn="l">
              <a:lnSpc>
                <a:spcPct val="100000"/>
              </a:lnSpc>
              <a:buNone/>
              <a:defRPr sz="900">
                <a:solidFill>
                  <a:schemeClr val="bg1"/>
                </a:solidFill>
                <a:latin typeface="Oswald" pitchFamily="2" charset="77"/>
              </a:defRPr>
            </a:lvl1pPr>
          </a:lstStyle>
          <a:p>
            <a:r>
              <a:rPr lang="en-US"/>
              <a:t>Click icon to add picture</a:t>
            </a:r>
            <a:endParaRPr lang="en-US" dirty="0"/>
          </a:p>
        </p:txBody>
      </p:sp>
      <p:sp>
        <p:nvSpPr>
          <p:cNvPr id="13" name="Text Placeholder 2">
            <a:extLst>
              <a:ext uri="{FF2B5EF4-FFF2-40B4-BE49-F238E27FC236}">
                <a16:creationId xmlns:a16="http://schemas.microsoft.com/office/drawing/2014/main" id="{E52B84A1-B8D7-F707-503A-A8844B50246F}"/>
              </a:ext>
            </a:extLst>
          </p:cNvPr>
          <p:cNvSpPr>
            <a:spLocks noGrp="1"/>
          </p:cNvSpPr>
          <p:nvPr>
            <p:ph type="body" idx="19"/>
          </p:nvPr>
        </p:nvSpPr>
        <p:spPr>
          <a:xfrm>
            <a:off x="6198355" y="3654378"/>
            <a:ext cx="2105135" cy="343061"/>
          </a:xfrm>
        </p:spPr>
        <p:txBody>
          <a:bodyPr anchor="t">
            <a:noAutofit/>
          </a:bodyPr>
          <a:lstStyle>
            <a:lvl1pPr marL="0" indent="0" algn="ctr">
              <a:buNone/>
              <a:defRPr lang="en-US" sz="105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14" name="Text Placeholder 2">
            <a:extLst>
              <a:ext uri="{FF2B5EF4-FFF2-40B4-BE49-F238E27FC236}">
                <a16:creationId xmlns:a16="http://schemas.microsoft.com/office/drawing/2014/main" id="{2978C677-DC78-E52F-7A03-AB1C7F444B4C}"/>
              </a:ext>
            </a:extLst>
          </p:cNvPr>
          <p:cNvSpPr>
            <a:spLocks noGrp="1"/>
          </p:cNvSpPr>
          <p:nvPr>
            <p:ph type="body" idx="23"/>
          </p:nvPr>
        </p:nvSpPr>
        <p:spPr>
          <a:xfrm>
            <a:off x="6095999" y="3809747"/>
            <a:ext cx="2299855" cy="343061"/>
          </a:xfrm>
        </p:spPr>
        <p:txBody>
          <a:bodyPr anchor="ctr">
            <a:noAutofit/>
          </a:bodyPr>
          <a:lstStyle>
            <a:lvl1pPr marL="0" indent="0" algn="ctr">
              <a:buNone/>
              <a:defRPr lang="en-US" sz="90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15" name="Picture Placeholder 10">
            <a:extLst>
              <a:ext uri="{FF2B5EF4-FFF2-40B4-BE49-F238E27FC236}">
                <a16:creationId xmlns:a16="http://schemas.microsoft.com/office/drawing/2014/main" id="{C02E928A-A6C6-254A-B966-5FD9E025F7D2}"/>
              </a:ext>
            </a:extLst>
          </p:cNvPr>
          <p:cNvSpPr>
            <a:spLocks noGrp="1"/>
          </p:cNvSpPr>
          <p:nvPr>
            <p:ph type="pic" sz="quarter" idx="17"/>
          </p:nvPr>
        </p:nvSpPr>
        <p:spPr>
          <a:xfrm>
            <a:off x="9136814" y="2428875"/>
            <a:ext cx="1066800" cy="1066800"/>
          </a:xfrm>
          <a:noFill/>
        </p:spPr>
        <p:txBody>
          <a:bodyPr>
            <a:normAutofit/>
          </a:bodyPr>
          <a:lstStyle>
            <a:lvl1pPr marL="0" indent="0" algn="l">
              <a:lnSpc>
                <a:spcPct val="100000"/>
              </a:lnSpc>
              <a:buNone/>
              <a:defRPr sz="900">
                <a:solidFill>
                  <a:schemeClr val="bg1"/>
                </a:solidFill>
                <a:latin typeface="Oswald" pitchFamily="2" charset="77"/>
              </a:defRPr>
            </a:lvl1pPr>
          </a:lstStyle>
          <a:p>
            <a:r>
              <a:rPr lang="en-US"/>
              <a:t>Click icon to add picture</a:t>
            </a:r>
            <a:endParaRPr lang="en-US" dirty="0"/>
          </a:p>
        </p:txBody>
      </p:sp>
      <p:sp>
        <p:nvSpPr>
          <p:cNvPr id="16" name="Text Placeholder 2">
            <a:extLst>
              <a:ext uri="{FF2B5EF4-FFF2-40B4-BE49-F238E27FC236}">
                <a16:creationId xmlns:a16="http://schemas.microsoft.com/office/drawing/2014/main" id="{7D20816B-2866-6D4D-CCCC-4630BCCE6170}"/>
              </a:ext>
            </a:extLst>
          </p:cNvPr>
          <p:cNvSpPr>
            <a:spLocks noGrp="1"/>
          </p:cNvSpPr>
          <p:nvPr>
            <p:ph type="body" idx="20"/>
          </p:nvPr>
        </p:nvSpPr>
        <p:spPr>
          <a:xfrm>
            <a:off x="8759806" y="3654378"/>
            <a:ext cx="1828800" cy="343061"/>
          </a:xfrm>
        </p:spPr>
        <p:txBody>
          <a:bodyPr anchor="t">
            <a:noAutofit/>
          </a:bodyPr>
          <a:lstStyle>
            <a:lvl1pPr marL="0" indent="0" algn="ctr">
              <a:buNone/>
              <a:defRPr lang="en-US" sz="105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17" name="Text Placeholder 2">
            <a:extLst>
              <a:ext uri="{FF2B5EF4-FFF2-40B4-BE49-F238E27FC236}">
                <a16:creationId xmlns:a16="http://schemas.microsoft.com/office/drawing/2014/main" id="{BF2C6A96-9922-5A19-E234-D9693981FA2C}"/>
              </a:ext>
            </a:extLst>
          </p:cNvPr>
          <p:cNvSpPr>
            <a:spLocks noGrp="1"/>
          </p:cNvSpPr>
          <p:nvPr>
            <p:ph type="body" idx="24"/>
          </p:nvPr>
        </p:nvSpPr>
        <p:spPr>
          <a:xfrm>
            <a:off x="8744480" y="3809747"/>
            <a:ext cx="1844126" cy="343061"/>
          </a:xfrm>
        </p:spPr>
        <p:txBody>
          <a:bodyPr anchor="ctr">
            <a:noAutofit/>
          </a:bodyPr>
          <a:lstStyle>
            <a:lvl1pPr marL="0" indent="0" algn="ctr">
              <a:buNone/>
              <a:defRPr lang="en-US" sz="90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18" name="Picture Placeholder 10">
            <a:extLst>
              <a:ext uri="{FF2B5EF4-FFF2-40B4-BE49-F238E27FC236}">
                <a16:creationId xmlns:a16="http://schemas.microsoft.com/office/drawing/2014/main" id="{24A150CA-E7B4-832B-C02C-6CC33A7D3CC8}"/>
              </a:ext>
            </a:extLst>
          </p:cNvPr>
          <p:cNvSpPr>
            <a:spLocks noGrp="1"/>
          </p:cNvSpPr>
          <p:nvPr>
            <p:ph type="pic" sz="quarter" idx="26"/>
          </p:nvPr>
        </p:nvSpPr>
        <p:spPr>
          <a:xfrm>
            <a:off x="1877176" y="4287711"/>
            <a:ext cx="1066800" cy="1066800"/>
          </a:xfrm>
          <a:noFill/>
        </p:spPr>
        <p:txBody>
          <a:bodyPr>
            <a:normAutofit/>
          </a:bodyPr>
          <a:lstStyle>
            <a:lvl1pPr marL="0" indent="0" algn="l">
              <a:lnSpc>
                <a:spcPct val="100000"/>
              </a:lnSpc>
              <a:buNone/>
              <a:defRPr sz="900">
                <a:solidFill>
                  <a:schemeClr val="bg1"/>
                </a:solidFill>
                <a:latin typeface="Oswald" pitchFamily="2" charset="77"/>
              </a:defRPr>
            </a:lvl1pPr>
          </a:lstStyle>
          <a:p>
            <a:r>
              <a:rPr lang="en-US"/>
              <a:t>Click icon to add picture</a:t>
            </a:r>
            <a:endParaRPr lang="en-US" dirty="0"/>
          </a:p>
        </p:txBody>
      </p:sp>
      <p:sp>
        <p:nvSpPr>
          <p:cNvPr id="19" name="Text Placeholder 2">
            <a:extLst>
              <a:ext uri="{FF2B5EF4-FFF2-40B4-BE49-F238E27FC236}">
                <a16:creationId xmlns:a16="http://schemas.microsoft.com/office/drawing/2014/main" id="{0203D9EB-BB9D-DB24-F456-000FBA517CD8}"/>
              </a:ext>
            </a:extLst>
          </p:cNvPr>
          <p:cNvSpPr>
            <a:spLocks noGrp="1"/>
          </p:cNvSpPr>
          <p:nvPr>
            <p:ph type="body" idx="25"/>
          </p:nvPr>
        </p:nvSpPr>
        <p:spPr>
          <a:xfrm>
            <a:off x="1500168" y="5513214"/>
            <a:ext cx="1828800" cy="343061"/>
          </a:xfrm>
        </p:spPr>
        <p:txBody>
          <a:bodyPr anchor="t">
            <a:noAutofit/>
          </a:bodyPr>
          <a:lstStyle>
            <a:lvl1pPr marL="0" indent="0" algn="ctr">
              <a:buNone/>
              <a:defRPr lang="en-US" sz="105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32" name="Text Placeholder 2">
            <a:extLst>
              <a:ext uri="{FF2B5EF4-FFF2-40B4-BE49-F238E27FC236}">
                <a16:creationId xmlns:a16="http://schemas.microsoft.com/office/drawing/2014/main" id="{9CE7C596-B693-0EB7-2EFC-8D1BB510818C}"/>
              </a:ext>
            </a:extLst>
          </p:cNvPr>
          <p:cNvSpPr>
            <a:spLocks noGrp="1"/>
          </p:cNvSpPr>
          <p:nvPr>
            <p:ph type="body" idx="33"/>
          </p:nvPr>
        </p:nvSpPr>
        <p:spPr>
          <a:xfrm>
            <a:off x="1500168" y="5668583"/>
            <a:ext cx="1828800" cy="343061"/>
          </a:xfrm>
        </p:spPr>
        <p:txBody>
          <a:bodyPr anchor="ctr">
            <a:noAutofit/>
          </a:bodyPr>
          <a:lstStyle>
            <a:lvl1pPr marL="0" indent="0" algn="ctr">
              <a:buNone/>
              <a:defRPr lang="en-US" sz="90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33" name="Picture Placeholder 10">
            <a:extLst>
              <a:ext uri="{FF2B5EF4-FFF2-40B4-BE49-F238E27FC236}">
                <a16:creationId xmlns:a16="http://schemas.microsoft.com/office/drawing/2014/main" id="{7393841C-D8DB-F513-8DB5-745C615A628D}"/>
              </a:ext>
            </a:extLst>
          </p:cNvPr>
          <p:cNvSpPr>
            <a:spLocks noGrp="1"/>
          </p:cNvSpPr>
          <p:nvPr>
            <p:ph type="pic" sz="quarter" idx="27"/>
          </p:nvPr>
        </p:nvSpPr>
        <p:spPr>
          <a:xfrm>
            <a:off x="4226270" y="4287711"/>
            <a:ext cx="1066800" cy="1066800"/>
          </a:xfrm>
          <a:noFill/>
        </p:spPr>
        <p:txBody>
          <a:bodyPr>
            <a:normAutofit/>
          </a:bodyPr>
          <a:lstStyle>
            <a:lvl1pPr marL="0" indent="0" algn="l">
              <a:lnSpc>
                <a:spcPct val="100000"/>
              </a:lnSpc>
              <a:buNone/>
              <a:defRPr sz="900">
                <a:solidFill>
                  <a:schemeClr val="bg1"/>
                </a:solidFill>
                <a:latin typeface="Oswald" pitchFamily="2" charset="77"/>
              </a:defRPr>
            </a:lvl1pPr>
          </a:lstStyle>
          <a:p>
            <a:r>
              <a:rPr lang="en-US"/>
              <a:t>Click icon to add picture</a:t>
            </a:r>
            <a:endParaRPr lang="en-US" dirty="0"/>
          </a:p>
        </p:txBody>
      </p:sp>
      <p:sp>
        <p:nvSpPr>
          <p:cNvPr id="34" name="Text Placeholder 2">
            <a:extLst>
              <a:ext uri="{FF2B5EF4-FFF2-40B4-BE49-F238E27FC236}">
                <a16:creationId xmlns:a16="http://schemas.microsoft.com/office/drawing/2014/main" id="{581E7B9B-1979-90FC-C047-2B4E11EABDE9}"/>
              </a:ext>
            </a:extLst>
          </p:cNvPr>
          <p:cNvSpPr>
            <a:spLocks noGrp="1"/>
          </p:cNvSpPr>
          <p:nvPr>
            <p:ph type="body" idx="30"/>
          </p:nvPr>
        </p:nvSpPr>
        <p:spPr>
          <a:xfrm>
            <a:off x="3849262" y="5513214"/>
            <a:ext cx="1828800" cy="343061"/>
          </a:xfrm>
        </p:spPr>
        <p:txBody>
          <a:bodyPr anchor="t">
            <a:noAutofit/>
          </a:bodyPr>
          <a:lstStyle>
            <a:lvl1pPr marL="0" indent="0" algn="ctr">
              <a:buNone/>
              <a:defRPr lang="en-US" sz="105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35" name="Text Placeholder 2">
            <a:extLst>
              <a:ext uri="{FF2B5EF4-FFF2-40B4-BE49-F238E27FC236}">
                <a16:creationId xmlns:a16="http://schemas.microsoft.com/office/drawing/2014/main" id="{0286C216-3BD0-83C7-9731-EAC7E5A9EE60}"/>
              </a:ext>
            </a:extLst>
          </p:cNvPr>
          <p:cNvSpPr>
            <a:spLocks noGrp="1"/>
          </p:cNvSpPr>
          <p:nvPr>
            <p:ph type="body" idx="34"/>
          </p:nvPr>
        </p:nvSpPr>
        <p:spPr>
          <a:xfrm>
            <a:off x="3849262" y="5668583"/>
            <a:ext cx="1828800" cy="343061"/>
          </a:xfrm>
        </p:spPr>
        <p:txBody>
          <a:bodyPr anchor="ctr">
            <a:noAutofit/>
          </a:bodyPr>
          <a:lstStyle>
            <a:lvl1pPr marL="0" indent="0" algn="ctr">
              <a:buNone/>
              <a:defRPr lang="en-US" sz="90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36" name="Picture Placeholder 10">
            <a:extLst>
              <a:ext uri="{FF2B5EF4-FFF2-40B4-BE49-F238E27FC236}">
                <a16:creationId xmlns:a16="http://schemas.microsoft.com/office/drawing/2014/main" id="{F988D4E8-675A-33F6-A307-754A879F235A}"/>
              </a:ext>
            </a:extLst>
          </p:cNvPr>
          <p:cNvSpPr>
            <a:spLocks noGrp="1"/>
          </p:cNvSpPr>
          <p:nvPr>
            <p:ph type="pic" sz="quarter" idx="38"/>
          </p:nvPr>
        </p:nvSpPr>
        <p:spPr>
          <a:xfrm>
            <a:off x="6655584" y="4287711"/>
            <a:ext cx="1066800" cy="1066800"/>
          </a:xfrm>
          <a:noFill/>
        </p:spPr>
        <p:txBody>
          <a:bodyPr>
            <a:normAutofit/>
          </a:bodyPr>
          <a:lstStyle>
            <a:lvl1pPr marL="0" indent="0" algn="l">
              <a:lnSpc>
                <a:spcPct val="100000"/>
              </a:lnSpc>
              <a:buNone/>
              <a:defRPr sz="900">
                <a:solidFill>
                  <a:schemeClr val="bg1"/>
                </a:solidFill>
                <a:latin typeface="Oswald" pitchFamily="2" charset="77"/>
              </a:defRPr>
            </a:lvl1pPr>
          </a:lstStyle>
          <a:p>
            <a:r>
              <a:rPr lang="en-US"/>
              <a:t>Click icon to add picture</a:t>
            </a:r>
            <a:endParaRPr lang="en-US" dirty="0"/>
          </a:p>
        </p:txBody>
      </p:sp>
      <p:sp>
        <p:nvSpPr>
          <p:cNvPr id="37" name="Text Placeholder 2">
            <a:extLst>
              <a:ext uri="{FF2B5EF4-FFF2-40B4-BE49-F238E27FC236}">
                <a16:creationId xmlns:a16="http://schemas.microsoft.com/office/drawing/2014/main" id="{4F556D03-4C51-55C5-2574-BE94EB834079}"/>
              </a:ext>
            </a:extLst>
          </p:cNvPr>
          <p:cNvSpPr>
            <a:spLocks noGrp="1"/>
          </p:cNvSpPr>
          <p:nvPr>
            <p:ph type="body" idx="31"/>
          </p:nvPr>
        </p:nvSpPr>
        <p:spPr>
          <a:xfrm>
            <a:off x="6339926" y="5513214"/>
            <a:ext cx="1828800" cy="343061"/>
          </a:xfrm>
        </p:spPr>
        <p:txBody>
          <a:bodyPr anchor="t">
            <a:noAutofit/>
          </a:bodyPr>
          <a:lstStyle>
            <a:lvl1pPr marL="0" indent="0" algn="ctr">
              <a:buNone/>
              <a:defRPr lang="en-US" sz="105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38" name="Text Placeholder 2">
            <a:extLst>
              <a:ext uri="{FF2B5EF4-FFF2-40B4-BE49-F238E27FC236}">
                <a16:creationId xmlns:a16="http://schemas.microsoft.com/office/drawing/2014/main" id="{D5A992AA-7DE7-CB16-4D5C-1E6C7296AD6E}"/>
              </a:ext>
            </a:extLst>
          </p:cNvPr>
          <p:cNvSpPr>
            <a:spLocks noGrp="1"/>
          </p:cNvSpPr>
          <p:nvPr>
            <p:ph type="body" idx="35"/>
          </p:nvPr>
        </p:nvSpPr>
        <p:spPr>
          <a:xfrm>
            <a:off x="6339926" y="5668583"/>
            <a:ext cx="1813474" cy="343061"/>
          </a:xfrm>
        </p:spPr>
        <p:txBody>
          <a:bodyPr anchor="ctr">
            <a:noAutofit/>
          </a:bodyPr>
          <a:lstStyle>
            <a:lvl1pPr marL="0" indent="0" algn="ctr">
              <a:buNone/>
              <a:defRPr lang="en-US" sz="90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39" name="Picture Placeholder 10">
            <a:extLst>
              <a:ext uri="{FF2B5EF4-FFF2-40B4-BE49-F238E27FC236}">
                <a16:creationId xmlns:a16="http://schemas.microsoft.com/office/drawing/2014/main" id="{D218B110-6BF2-BEAC-8509-74030C2333AC}"/>
              </a:ext>
            </a:extLst>
          </p:cNvPr>
          <p:cNvSpPr>
            <a:spLocks noGrp="1"/>
          </p:cNvSpPr>
          <p:nvPr>
            <p:ph type="pic" sz="quarter" idx="29"/>
          </p:nvPr>
        </p:nvSpPr>
        <p:spPr>
          <a:xfrm>
            <a:off x="9136814" y="4287711"/>
            <a:ext cx="1066800" cy="1066800"/>
          </a:xfrm>
          <a:noFill/>
        </p:spPr>
        <p:txBody>
          <a:bodyPr>
            <a:normAutofit/>
          </a:bodyPr>
          <a:lstStyle>
            <a:lvl1pPr marL="0" indent="0" algn="l">
              <a:lnSpc>
                <a:spcPct val="100000"/>
              </a:lnSpc>
              <a:buNone/>
              <a:defRPr sz="900">
                <a:solidFill>
                  <a:schemeClr val="bg1"/>
                </a:solidFill>
                <a:latin typeface="Oswald" pitchFamily="2" charset="77"/>
              </a:defRPr>
            </a:lvl1pPr>
          </a:lstStyle>
          <a:p>
            <a:r>
              <a:rPr lang="en-US"/>
              <a:t>Click icon to add picture</a:t>
            </a:r>
            <a:endParaRPr lang="en-US" dirty="0"/>
          </a:p>
        </p:txBody>
      </p:sp>
      <p:sp>
        <p:nvSpPr>
          <p:cNvPr id="40" name="Text Placeholder 2">
            <a:extLst>
              <a:ext uri="{FF2B5EF4-FFF2-40B4-BE49-F238E27FC236}">
                <a16:creationId xmlns:a16="http://schemas.microsoft.com/office/drawing/2014/main" id="{ACCB2757-7F22-03EE-1BB3-FD32F5188A5D}"/>
              </a:ext>
            </a:extLst>
          </p:cNvPr>
          <p:cNvSpPr>
            <a:spLocks noGrp="1"/>
          </p:cNvSpPr>
          <p:nvPr>
            <p:ph type="body" idx="32"/>
          </p:nvPr>
        </p:nvSpPr>
        <p:spPr>
          <a:xfrm>
            <a:off x="8759806" y="5513214"/>
            <a:ext cx="1828800" cy="343061"/>
          </a:xfrm>
        </p:spPr>
        <p:txBody>
          <a:bodyPr anchor="t">
            <a:noAutofit/>
          </a:bodyPr>
          <a:lstStyle>
            <a:lvl1pPr marL="0" indent="0" algn="ctr">
              <a:buNone/>
              <a:defRPr lang="en-US" sz="105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41" name="Text Placeholder 2">
            <a:extLst>
              <a:ext uri="{FF2B5EF4-FFF2-40B4-BE49-F238E27FC236}">
                <a16:creationId xmlns:a16="http://schemas.microsoft.com/office/drawing/2014/main" id="{7302FE93-D3FF-3DC9-9302-037DFCF60770}"/>
              </a:ext>
            </a:extLst>
          </p:cNvPr>
          <p:cNvSpPr>
            <a:spLocks noGrp="1"/>
          </p:cNvSpPr>
          <p:nvPr>
            <p:ph type="body" idx="36"/>
          </p:nvPr>
        </p:nvSpPr>
        <p:spPr>
          <a:xfrm>
            <a:off x="8744480" y="5668583"/>
            <a:ext cx="1844126" cy="343061"/>
          </a:xfrm>
        </p:spPr>
        <p:txBody>
          <a:bodyPr anchor="ctr">
            <a:noAutofit/>
          </a:bodyPr>
          <a:lstStyle>
            <a:lvl1pPr marL="0" indent="0" algn="ctr">
              <a:buNone/>
              <a:defRPr lang="en-US" sz="90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en-US" dirty="0"/>
          </a:p>
        </p:txBody>
      </p:sp>
      <p:sp>
        <p:nvSpPr>
          <p:cNvPr id="28" name="Title Placeholder 1">
            <a:extLst>
              <a:ext uri="{FF2B5EF4-FFF2-40B4-BE49-F238E27FC236}">
                <a16:creationId xmlns:a16="http://schemas.microsoft.com/office/drawing/2014/main" id="{3FD3763F-9444-F062-B449-FAEC1E989C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1152522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mart Ar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9A9DB5C7-9C7F-CBAC-9C2E-405DBACE41D5}"/>
              </a:ext>
            </a:extLst>
          </p:cNvPr>
          <p:cNvSpPr/>
          <p:nvPr userDrawn="1"/>
        </p:nvSpPr>
        <p:spPr>
          <a:xfrm>
            <a:off x="0" y="1"/>
            <a:ext cx="5274366" cy="3429000"/>
          </a:xfrm>
          <a:custGeom>
            <a:avLst/>
            <a:gdLst>
              <a:gd name="connsiteX0" fmla="*/ 0 w 5274366"/>
              <a:gd name="connsiteY0" fmla="*/ 0 h 3429000"/>
              <a:gd name="connsiteX1" fmla="*/ 4702854 w 5274366"/>
              <a:gd name="connsiteY1" fmla="*/ 0 h 3429000"/>
              <a:gd name="connsiteX2" fmla="*/ 5274366 w 5274366"/>
              <a:gd name="connsiteY2" fmla="*/ 571511 h 3429000"/>
              <a:gd name="connsiteX3" fmla="*/ 5274366 w 5274366"/>
              <a:gd name="connsiteY3" fmla="*/ 3429000 h 3429000"/>
              <a:gd name="connsiteX4" fmla="*/ 0 w 5274366"/>
              <a:gd name="connsiteY4" fmla="*/ 3429000 h 3429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4366" h="3429000">
                <a:moveTo>
                  <a:pt x="0" y="0"/>
                </a:moveTo>
                <a:lnTo>
                  <a:pt x="4702854" y="0"/>
                </a:lnTo>
                <a:cubicBezTo>
                  <a:pt x="5018491" y="0"/>
                  <a:pt x="5274366" y="255874"/>
                  <a:pt x="5274366" y="571511"/>
                </a:cubicBezTo>
                <a:lnTo>
                  <a:pt x="5274366" y="3429000"/>
                </a:lnTo>
                <a:lnTo>
                  <a:pt x="0" y="3429000"/>
                </a:lnTo>
                <a:close/>
              </a:path>
            </a:pathLst>
          </a:custGeom>
          <a:gradFill>
            <a:gsLst>
              <a:gs pos="0">
                <a:schemeClr val="accent2"/>
              </a:gs>
              <a:gs pos="100000">
                <a:schemeClr val="accent3"/>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solidFill>
                <a:schemeClr val="bg1"/>
              </a:solidFill>
              <a:latin typeface="Oswald" pitchFamily="2" charset="77"/>
            </a:endParaRPr>
          </a:p>
        </p:txBody>
      </p:sp>
      <p:sp>
        <p:nvSpPr>
          <p:cNvPr id="4" name="Rectangle 3">
            <a:extLst>
              <a:ext uri="{FF2B5EF4-FFF2-40B4-BE49-F238E27FC236}">
                <a16:creationId xmlns:a16="http://schemas.microsoft.com/office/drawing/2014/main" id="{4F3DFA0D-8228-FC77-20C1-88644E697B0D}"/>
              </a:ext>
            </a:extLst>
          </p:cNvPr>
          <p:cNvSpPr/>
          <p:nvPr userDrawn="1"/>
        </p:nvSpPr>
        <p:spPr>
          <a:xfrm>
            <a:off x="592667" y="558800"/>
            <a:ext cx="10761133" cy="561816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Oswald" pitchFamily="2" charset="77"/>
            </a:endParaRPr>
          </a:p>
        </p:txBody>
      </p:sp>
      <p:sp>
        <p:nvSpPr>
          <p:cNvPr id="9" name="Round Diagonal Corner Rectangle 8">
            <a:extLst>
              <a:ext uri="{FF2B5EF4-FFF2-40B4-BE49-F238E27FC236}">
                <a16:creationId xmlns:a16="http://schemas.microsoft.com/office/drawing/2014/main" id="{52084E97-F263-A4D1-C215-B24C13490AE2}"/>
              </a:ext>
            </a:extLst>
          </p:cNvPr>
          <p:cNvSpPr/>
          <p:nvPr userDrawn="1"/>
        </p:nvSpPr>
        <p:spPr>
          <a:xfrm>
            <a:off x="7491803" y="5864459"/>
            <a:ext cx="8181194" cy="1359204"/>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5" name="Date Placeholder 4">
            <a:extLst>
              <a:ext uri="{FF2B5EF4-FFF2-40B4-BE49-F238E27FC236}">
                <a16:creationId xmlns:a16="http://schemas.microsoft.com/office/drawing/2014/main" id="{28CD8D3C-49CE-351D-5F1C-C99B2896A855}"/>
              </a:ext>
            </a:extLst>
          </p:cNvPr>
          <p:cNvSpPr>
            <a:spLocks noGrp="1"/>
          </p:cNvSpPr>
          <p:nvPr>
            <p:ph type="dt" sz="half" idx="10"/>
          </p:nvPr>
        </p:nvSpPr>
        <p:spPr/>
        <p:txBody>
          <a:bodyPr/>
          <a:lstStyle>
            <a:lvl1pPr>
              <a:defRPr>
                <a:solidFill>
                  <a:schemeClr val="bg1"/>
                </a:solidFill>
                <a:latin typeface="Oswald" pitchFamily="2" charset="77"/>
              </a:defRPr>
            </a:lvl1pPr>
          </a:lstStyle>
          <a:p>
            <a:fld id="{04F85528-7667-1E46-8111-8E661B15A7D9}" type="datetimeFigureOut">
              <a:rPr lang="en-US" smtClean="0"/>
              <a:pPr/>
              <a:t>3/17/2026</a:t>
            </a:fld>
            <a:endParaRPr lang="en-US"/>
          </a:p>
        </p:txBody>
      </p:sp>
      <p:sp>
        <p:nvSpPr>
          <p:cNvPr id="6" name="Footer Placeholder 5">
            <a:extLst>
              <a:ext uri="{FF2B5EF4-FFF2-40B4-BE49-F238E27FC236}">
                <a16:creationId xmlns:a16="http://schemas.microsoft.com/office/drawing/2014/main" id="{B94F55DA-590C-AC00-ABB3-B63647043CF8}"/>
              </a:ext>
            </a:extLst>
          </p:cNvPr>
          <p:cNvSpPr>
            <a:spLocks noGrp="1"/>
          </p:cNvSpPr>
          <p:nvPr>
            <p:ph type="ftr" sz="quarter" idx="11"/>
          </p:nvPr>
        </p:nvSpPr>
        <p:spPr/>
        <p:txBody>
          <a:bodyPr/>
          <a:lstStyle>
            <a:lvl1pPr>
              <a:defRPr>
                <a:solidFill>
                  <a:schemeClr val="bg1"/>
                </a:solidFill>
                <a:latin typeface="Oswald" pitchFamily="2" charset="77"/>
              </a:defRPr>
            </a:lvl1pPr>
          </a:lstStyle>
          <a:p>
            <a:endParaRPr lang="en-US"/>
          </a:p>
        </p:txBody>
      </p:sp>
      <p:sp>
        <p:nvSpPr>
          <p:cNvPr id="7" name="Slide Number Placeholder 6">
            <a:extLst>
              <a:ext uri="{FF2B5EF4-FFF2-40B4-BE49-F238E27FC236}">
                <a16:creationId xmlns:a16="http://schemas.microsoft.com/office/drawing/2014/main" id="{2F5AEAA4-5F74-10CA-8D89-3E8D71F14D92}"/>
              </a:ext>
            </a:extLst>
          </p:cNvPr>
          <p:cNvSpPr>
            <a:spLocks noGrp="1"/>
          </p:cNvSpPr>
          <p:nvPr>
            <p:ph type="sldNum" sz="quarter" idx="12"/>
          </p:nvPr>
        </p:nvSpPr>
        <p:spPr/>
        <p:txBody>
          <a:bodyPr/>
          <a:lstStyle>
            <a:lvl1pPr>
              <a:defRPr>
                <a:solidFill>
                  <a:schemeClr val="bg1"/>
                </a:solidFill>
                <a:latin typeface="Oswald" pitchFamily="2" charset="77"/>
              </a:defRPr>
            </a:lvl1pPr>
          </a:lstStyle>
          <a:p>
            <a:fld id="{92A6C7AB-A877-C342-9CE7-90563939BDE3}" type="slidenum">
              <a:rPr lang="en-US" smtClean="0"/>
              <a:pPr/>
              <a:t>‹#›</a:t>
            </a:fld>
            <a:endParaRPr lang="en-US"/>
          </a:p>
        </p:txBody>
      </p:sp>
      <p:sp>
        <p:nvSpPr>
          <p:cNvPr id="8" name="SmartArt Placeholder 6">
            <a:extLst>
              <a:ext uri="{FF2B5EF4-FFF2-40B4-BE49-F238E27FC236}">
                <a16:creationId xmlns:a16="http://schemas.microsoft.com/office/drawing/2014/main" id="{C9C1860A-C2D8-69F8-BEF8-A455C1E01E4C}"/>
              </a:ext>
            </a:extLst>
          </p:cNvPr>
          <p:cNvSpPr>
            <a:spLocks noGrp="1"/>
          </p:cNvSpPr>
          <p:nvPr>
            <p:ph type="dgm" sz="quarter" idx="15"/>
          </p:nvPr>
        </p:nvSpPr>
        <p:spPr>
          <a:xfrm>
            <a:off x="838200" y="1766888"/>
            <a:ext cx="10515600" cy="4405312"/>
          </a:xfrm>
        </p:spPr>
        <p:txBody>
          <a:bodyPr>
            <a:normAutofit/>
          </a:bodyPr>
          <a:lstStyle>
            <a:lvl1pPr>
              <a:defRPr sz="1600">
                <a:solidFill>
                  <a:schemeClr val="bg1"/>
                </a:solidFill>
                <a:latin typeface="Oswald" pitchFamily="2" charset="77"/>
              </a:defRPr>
            </a:lvl1pPr>
          </a:lstStyle>
          <a:p>
            <a:r>
              <a:rPr lang="en-US"/>
              <a:t>Click icon to add SmartArt graphic</a:t>
            </a:r>
            <a:endParaRPr lang="en-US" dirty="0"/>
          </a:p>
        </p:txBody>
      </p:sp>
      <p:sp>
        <p:nvSpPr>
          <p:cNvPr id="10" name="Graphic 52">
            <a:extLst>
              <a:ext uri="{FF2B5EF4-FFF2-40B4-BE49-F238E27FC236}">
                <a16:creationId xmlns:a16="http://schemas.microsoft.com/office/drawing/2014/main" id="{38EE3114-D364-6F98-071A-95C8128FE799}"/>
              </a:ext>
            </a:extLst>
          </p:cNvPr>
          <p:cNvSpPr/>
          <p:nvPr userDrawn="1"/>
        </p:nvSpPr>
        <p:spPr>
          <a:xfrm>
            <a:off x="10897637" y="4072392"/>
            <a:ext cx="912326" cy="915154"/>
          </a:xfrm>
          <a:custGeom>
            <a:avLst/>
            <a:gdLst>
              <a:gd name="connsiteX0" fmla="*/ 587573 w 912326"/>
              <a:gd name="connsiteY0" fmla="*/ 914871 h 915154"/>
              <a:gd name="connsiteX1" fmla="*/ 582199 w 912326"/>
              <a:gd name="connsiteY1" fmla="*/ 909215 h 915154"/>
              <a:gd name="connsiteX2" fmla="*/ 596151 w 912326"/>
              <a:gd name="connsiteY2" fmla="*/ 895546 h 915154"/>
              <a:gd name="connsiteX3" fmla="*/ 582011 w 912326"/>
              <a:gd name="connsiteY3" fmla="*/ 881689 h 915154"/>
              <a:gd name="connsiteX4" fmla="*/ 588044 w 912326"/>
              <a:gd name="connsiteY4" fmla="*/ 876316 h 915154"/>
              <a:gd name="connsiteX5" fmla="*/ 601147 w 912326"/>
              <a:gd name="connsiteY5" fmla="*/ 889890 h 915154"/>
              <a:gd name="connsiteX6" fmla="*/ 614910 w 912326"/>
              <a:gd name="connsiteY6" fmla="*/ 875750 h 915154"/>
              <a:gd name="connsiteX7" fmla="*/ 620944 w 912326"/>
              <a:gd name="connsiteY7" fmla="*/ 882066 h 915154"/>
              <a:gd name="connsiteX8" fmla="*/ 607463 w 912326"/>
              <a:gd name="connsiteY8" fmla="*/ 895264 h 915154"/>
              <a:gd name="connsiteX9" fmla="*/ 621321 w 912326"/>
              <a:gd name="connsiteY9" fmla="*/ 909027 h 915154"/>
              <a:gd name="connsiteX10" fmla="*/ 615476 w 912326"/>
              <a:gd name="connsiteY10" fmla="*/ 914400 h 915154"/>
              <a:gd name="connsiteX11" fmla="*/ 602844 w 912326"/>
              <a:gd name="connsiteY11" fmla="*/ 901485 h 915154"/>
              <a:gd name="connsiteX12" fmla="*/ 588327 w 912326"/>
              <a:gd name="connsiteY12" fmla="*/ 914966 h 915154"/>
              <a:gd name="connsiteX13" fmla="*/ 587761 w 912326"/>
              <a:gd name="connsiteY13" fmla="*/ 914966 h 915154"/>
              <a:gd name="connsiteX14" fmla="*/ 878861 w 912326"/>
              <a:gd name="connsiteY14" fmla="*/ 914871 h 915154"/>
              <a:gd name="connsiteX15" fmla="*/ 892341 w 912326"/>
              <a:gd name="connsiteY15" fmla="*/ 901768 h 915154"/>
              <a:gd name="connsiteX16" fmla="*/ 906104 w 912326"/>
              <a:gd name="connsiteY16" fmla="*/ 914871 h 915154"/>
              <a:gd name="connsiteX17" fmla="*/ 906670 w 912326"/>
              <a:gd name="connsiteY17" fmla="*/ 914871 h 915154"/>
              <a:gd name="connsiteX18" fmla="*/ 912138 w 912326"/>
              <a:gd name="connsiteY18" fmla="*/ 908744 h 915154"/>
              <a:gd name="connsiteX19" fmla="*/ 898280 w 912326"/>
              <a:gd name="connsiteY19" fmla="*/ 895169 h 915154"/>
              <a:gd name="connsiteX20" fmla="*/ 911666 w 912326"/>
              <a:gd name="connsiteY20" fmla="*/ 881972 h 915154"/>
              <a:gd name="connsiteX21" fmla="*/ 905916 w 912326"/>
              <a:gd name="connsiteY21" fmla="*/ 875467 h 915154"/>
              <a:gd name="connsiteX22" fmla="*/ 892247 w 912326"/>
              <a:gd name="connsiteY22" fmla="*/ 889796 h 915154"/>
              <a:gd name="connsiteX23" fmla="*/ 878672 w 912326"/>
              <a:gd name="connsiteY23" fmla="*/ 875939 h 915154"/>
              <a:gd name="connsiteX24" fmla="*/ 872828 w 912326"/>
              <a:gd name="connsiteY24" fmla="*/ 881878 h 915154"/>
              <a:gd name="connsiteX25" fmla="*/ 886874 w 912326"/>
              <a:gd name="connsiteY25" fmla="*/ 895735 h 915154"/>
              <a:gd name="connsiteX26" fmla="*/ 873111 w 912326"/>
              <a:gd name="connsiteY26" fmla="*/ 909121 h 915154"/>
              <a:gd name="connsiteX27" fmla="*/ 878201 w 912326"/>
              <a:gd name="connsiteY27" fmla="*/ 914966 h 915154"/>
              <a:gd name="connsiteX28" fmla="*/ 878767 w 912326"/>
              <a:gd name="connsiteY28" fmla="*/ 914966 h 915154"/>
              <a:gd name="connsiteX29" fmla="*/ 6222 w 912326"/>
              <a:gd name="connsiteY29" fmla="*/ 914871 h 915154"/>
              <a:gd name="connsiteX30" fmla="*/ 20362 w 912326"/>
              <a:gd name="connsiteY30" fmla="*/ 901297 h 915154"/>
              <a:gd name="connsiteX31" fmla="*/ 33654 w 912326"/>
              <a:gd name="connsiteY31" fmla="*/ 914683 h 915154"/>
              <a:gd name="connsiteX32" fmla="*/ 39404 w 912326"/>
              <a:gd name="connsiteY32" fmla="*/ 908744 h 915154"/>
              <a:gd name="connsiteX33" fmla="*/ 25358 w 912326"/>
              <a:gd name="connsiteY33" fmla="*/ 895075 h 915154"/>
              <a:gd name="connsiteX34" fmla="*/ 38838 w 912326"/>
              <a:gd name="connsiteY34" fmla="*/ 881972 h 915154"/>
              <a:gd name="connsiteX35" fmla="*/ 32805 w 912326"/>
              <a:gd name="connsiteY35" fmla="*/ 875656 h 915154"/>
              <a:gd name="connsiteX36" fmla="*/ 19231 w 912326"/>
              <a:gd name="connsiteY36" fmla="*/ 889890 h 915154"/>
              <a:gd name="connsiteX37" fmla="*/ 6033 w 912326"/>
              <a:gd name="connsiteY37" fmla="*/ 876221 h 915154"/>
              <a:gd name="connsiteX38" fmla="*/ 283 w 912326"/>
              <a:gd name="connsiteY38" fmla="*/ 881689 h 915154"/>
              <a:gd name="connsiteX39" fmla="*/ 14329 w 912326"/>
              <a:gd name="connsiteY39" fmla="*/ 895546 h 915154"/>
              <a:gd name="connsiteX40" fmla="*/ 471 w 912326"/>
              <a:gd name="connsiteY40" fmla="*/ 909215 h 915154"/>
              <a:gd name="connsiteX41" fmla="*/ 5750 w 912326"/>
              <a:gd name="connsiteY41" fmla="*/ 914966 h 915154"/>
              <a:gd name="connsiteX42" fmla="*/ 6316 w 912326"/>
              <a:gd name="connsiteY42" fmla="*/ 914966 h 915154"/>
              <a:gd name="connsiteX43" fmla="*/ 324753 w 912326"/>
              <a:gd name="connsiteY43" fmla="*/ 914871 h 915154"/>
              <a:gd name="connsiteX44" fmla="*/ 330315 w 912326"/>
              <a:gd name="connsiteY44" fmla="*/ 908838 h 915154"/>
              <a:gd name="connsiteX45" fmla="*/ 316458 w 912326"/>
              <a:gd name="connsiteY45" fmla="*/ 895075 h 915154"/>
              <a:gd name="connsiteX46" fmla="*/ 330127 w 912326"/>
              <a:gd name="connsiteY46" fmla="*/ 881595 h 915154"/>
              <a:gd name="connsiteX47" fmla="*/ 324188 w 912326"/>
              <a:gd name="connsiteY47" fmla="*/ 875656 h 915154"/>
              <a:gd name="connsiteX48" fmla="*/ 310142 w 912326"/>
              <a:gd name="connsiteY48" fmla="*/ 889890 h 915154"/>
              <a:gd name="connsiteX49" fmla="*/ 296850 w 912326"/>
              <a:gd name="connsiteY49" fmla="*/ 876221 h 915154"/>
              <a:gd name="connsiteX50" fmla="*/ 291005 w 912326"/>
              <a:gd name="connsiteY50" fmla="*/ 881689 h 915154"/>
              <a:gd name="connsiteX51" fmla="*/ 305051 w 912326"/>
              <a:gd name="connsiteY51" fmla="*/ 895641 h 915154"/>
              <a:gd name="connsiteX52" fmla="*/ 291948 w 912326"/>
              <a:gd name="connsiteY52" fmla="*/ 908650 h 915154"/>
              <a:gd name="connsiteX53" fmla="*/ 297133 w 912326"/>
              <a:gd name="connsiteY53" fmla="*/ 915154 h 915154"/>
              <a:gd name="connsiteX54" fmla="*/ 310142 w 912326"/>
              <a:gd name="connsiteY54" fmla="*/ 901768 h 915154"/>
              <a:gd name="connsiteX55" fmla="*/ 324188 w 912326"/>
              <a:gd name="connsiteY55" fmla="*/ 914871 h 915154"/>
              <a:gd name="connsiteX56" fmla="*/ 324753 w 912326"/>
              <a:gd name="connsiteY56" fmla="*/ 914871 h 915154"/>
              <a:gd name="connsiteX57" fmla="*/ 595868 w 912326"/>
              <a:gd name="connsiteY57" fmla="*/ 20079 h 915154"/>
              <a:gd name="connsiteX58" fmla="*/ 582388 w 912326"/>
              <a:gd name="connsiteY58" fmla="*/ 33277 h 915154"/>
              <a:gd name="connsiteX59" fmla="*/ 588421 w 912326"/>
              <a:gd name="connsiteY59" fmla="*/ 39781 h 915154"/>
              <a:gd name="connsiteX60" fmla="*/ 601901 w 912326"/>
              <a:gd name="connsiteY60" fmla="*/ 25358 h 915154"/>
              <a:gd name="connsiteX61" fmla="*/ 615288 w 912326"/>
              <a:gd name="connsiteY61" fmla="*/ 39404 h 915154"/>
              <a:gd name="connsiteX62" fmla="*/ 621321 w 912326"/>
              <a:gd name="connsiteY62" fmla="*/ 33371 h 915154"/>
              <a:gd name="connsiteX63" fmla="*/ 607086 w 912326"/>
              <a:gd name="connsiteY63" fmla="*/ 19419 h 915154"/>
              <a:gd name="connsiteX64" fmla="*/ 620661 w 912326"/>
              <a:gd name="connsiteY64" fmla="*/ 6222 h 915154"/>
              <a:gd name="connsiteX65" fmla="*/ 615193 w 912326"/>
              <a:gd name="connsiteY65" fmla="*/ 377 h 915154"/>
              <a:gd name="connsiteX66" fmla="*/ 601242 w 912326"/>
              <a:gd name="connsiteY66" fmla="*/ 14612 h 915154"/>
              <a:gd name="connsiteX67" fmla="*/ 587667 w 912326"/>
              <a:gd name="connsiteY67" fmla="*/ 660 h 915154"/>
              <a:gd name="connsiteX68" fmla="*/ 581822 w 912326"/>
              <a:gd name="connsiteY68" fmla="*/ 6410 h 915154"/>
              <a:gd name="connsiteX69" fmla="*/ 595774 w 912326"/>
              <a:gd name="connsiteY69" fmla="*/ 20079 h 915154"/>
              <a:gd name="connsiteX70" fmla="*/ 39687 w 912326"/>
              <a:gd name="connsiteY70" fmla="*/ 325036 h 915154"/>
              <a:gd name="connsiteX71" fmla="*/ 25358 w 912326"/>
              <a:gd name="connsiteY71" fmla="*/ 311273 h 915154"/>
              <a:gd name="connsiteX72" fmla="*/ 38838 w 912326"/>
              <a:gd name="connsiteY72" fmla="*/ 297887 h 915154"/>
              <a:gd name="connsiteX73" fmla="*/ 33088 w 912326"/>
              <a:gd name="connsiteY73" fmla="*/ 291948 h 915154"/>
              <a:gd name="connsiteX74" fmla="*/ 19136 w 912326"/>
              <a:gd name="connsiteY74" fmla="*/ 306088 h 915154"/>
              <a:gd name="connsiteX75" fmla="*/ 5939 w 912326"/>
              <a:gd name="connsiteY75" fmla="*/ 292514 h 915154"/>
              <a:gd name="connsiteX76" fmla="*/ 0 w 912326"/>
              <a:gd name="connsiteY76" fmla="*/ 298264 h 915154"/>
              <a:gd name="connsiteX77" fmla="*/ 14234 w 912326"/>
              <a:gd name="connsiteY77" fmla="*/ 311933 h 915154"/>
              <a:gd name="connsiteX78" fmla="*/ 566 w 912326"/>
              <a:gd name="connsiteY78" fmla="*/ 325319 h 915154"/>
              <a:gd name="connsiteX79" fmla="*/ 6033 w 912326"/>
              <a:gd name="connsiteY79" fmla="*/ 331164 h 915154"/>
              <a:gd name="connsiteX80" fmla="*/ 19702 w 912326"/>
              <a:gd name="connsiteY80" fmla="*/ 317401 h 915154"/>
              <a:gd name="connsiteX81" fmla="*/ 33182 w 912326"/>
              <a:gd name="connsiteY81" fmla="*/ 331164 h 915154"/>
              <a:gd name="connsiteX82" fmla="*/ 39687 w 912326"/>
              <a:gd name="connsiteY82" fmla="*/ 325036 h 915154"/>
              <a:gd name="connsiteX83" fmla="*/ 329844 w 912326"/>
              <a:gd name="connsiteY83" fmla="*/ 298170 h 915154"/>
              <a:gd name="connsiteX84" fmla="*/ 324094 w 912326"/>
              <a:gd name="connsiteY84" fmla="*/ 291854 h 915154"/>
              <a:gd name="connsiteX85" fmla="*/ 310425 w 912326"/>
              <a:gd name="connsiteY85" fmla="*/ 306371 h 915154"/>
              <a:gd name="connsiteX86" fmla="*/ 296944 w 912326"/>
              <a:gd name="connsiteY86" fmla="*/ 292514 h 915154"/>
              <a:gd name="connsiteX87" fmla="*/ 291005 w 912326"/>
              <a:gd name="connsiteY87" fmla="*/ 298453 h 915154"/>
              <a:gd name="connsiteX88" fmla="*/ 305051 w 912326"/>
              <a:gd name="connsiteY88" fmla="*/ 312404 h 915154"/>
              <a:gd name="connsiteX89" fmla="*/ 291665 w 912326"/>
              <a:gd name="connsiteY89" fmla="*/ 325508 h 915154"/>
              <a:gd name="connsiteX90" fmla="*/ 297133 w 912326"/>
              <a:gd name="connsiteY90" fmla="*/ 331446 h 915154"/>
              <a:gd name="connsiteX91" fmla="*/ 310707 w 912326"/>
              <a:gd name="connsiteY91" fmla="*/ 317495 h 915154"/>
              <a:gd name="connsiteX92" fmla="*/ 323999 w 912326"/>
              <a:gd name="connsiteY92" fmla="*/ 331069 h 915154"/>
              <a:gd name="connsiteX93" fmla="*/ 330315 w 912326"/>
              <a:gd name="connsiteY93" fmla="*/ 325413 h 915154"/>
              <a:gd name="connsiteX94" fmla="*/ 316175 w 912326"/>
              <a:gd name="connsiteY94" fmla="*/ 311650 h 915154"/>
              <a:gd name="connsiteX95" fmla="*/ 329844 w 912326"/>
              <a:gd name="connsiteY95" fmla="*/ 298264 h 915154"/>
              <a:gd name="connsiteX96" fmla="*/ 19419 w 912326"/>
              <a:gd name="connsiteY96" fmla="*/ 598131 h 915154"/>
              <a:gd name="connsiteX97" fmla="*/ 6127 w 912326"/>
              <a:gd name="connsiteY97" fmla="*/ 584273 h 915154"/>
              <a:gd name="connsiteX98" fmla="*/ 283 w 912326"/>
              <a:gd name="connsiteY98" fmla="*/ 589929 h 915154"/>
              <a:gd name="connsiteX99" fmla="*/ 14329 w 912326"/>
              <a:gd name="connsiteY99" fmla="*/ 603504 h 915154"/>
              <a:gd name="connsiteX100" fmla="*/ 754 w 912326"/>
              <a:gd name="connsiteY100" fmla="*/ 616796 h 915154"/>
              <a:gd name="connsiteX101" fmla="*/ 6316 w 912326"/>
              <a:gd name="connsiteY101" fmla="*/ 623112 h 915154"/>
              <a:gd name="connsiteX102" fmla="*/ 20173 w 912326"/>
              <a:gd name="connsiteY102" fmla="*/ 609066 h 915154"/>
              <a:gd name="connsiteX103" fmla="*/ 33371 w 912326"/>
              <a:gd name="connsiteY103" fmla="*/ 622546 h 915154"/>
              <a:gd name="connsiteX104" fmla="*/ 39593 w 912326"/>
              <a:gd name="connsiteY104" fmla="*/ 616796 h 915154"/>
              <a:gd name="connsiteX105" fmla="*/ 25452 w 912326"/>
              <a:gd name="connsiteY105" fmla="*/ 603127 h 915154"/>
              <a:gd name="connsiteX106" fmla="*/ 39216 w 912326"/>
              <a:gd name="connsiteY106" fmla="*/ 589552 h 915154"/>
              <a:gd name="connsiteX107" fmla="*/ 33182 w 912326"/>
              <a:gd name="connsiteY107" fmla="*/ 583425 h 915154"/>
              <a:gd name="connsiteX108" fmla="*/ 19513 w 912326"/>
              <a:gd name="connsiteY108" fmla="*/ 598036 h 915154"/>
              <a:gd name="connsiteX109" fmla="*/ 297133 w 912326"/>
              <a:gd name="connsiteY109" fmla="*/ 584179 h 915154"/>
              <a:gd name="connsiteX110" fmla="*/ 291383 w 912326"/>
              <a:gd name="connsiteY110" fmla="*/ 589929 h 915154"/>
              <a:gd name="connsiteX111" fmla="*/ 305240 w 912326"/>
              <a:gd name="connsiteY111" fmla="*/ 603598 h 915154"/>
              <a:gd name="connsiteX112" fmla="*/ 291665 w 912326"/>
              <a:gd name="connsiteY112" fmla="*/ 616796 h 915154"/>
              <a:gd name="connsiteX113" fmla="*/ 297227 w 912326"/>
              <a:gd name="connsiteY113" fmla="*/ 622923 h 915154"/>
              <a:gd name="connsiteX114" fmla="*/ 310896 w 912326"/>
              <a:gd name="connsiteY114" fmla="*/ 609066 h 915154"/>
              <a:gd name="connsiteX115" fmla="*/ 324565 w 912326"/>
              <a:gd name="connsiteY115" fmla="*/ 622829 h 915154"/>
              <a:gd name="connsiteX116" fmla="*/ 330504 w 912326"/>
              <a:gd name="connsiteY116" fmla="*/ 616702 h 915154"/>
              <a:gd name="connsiteX117" fmla="*/ 316364 w 912326"/>
              <a:gd name="connsiteY117" fmla="*/ 603033 h 915154"/>
              <a:gd name="connsiteX118" fmla="*/ 330221 w 912326"/>
              <a:gd name="connsiteY118" fmla="*/ 589552 h 915154"/>
              <a:gd name="connsiteX119" fmla="*/ 324659 w 912326"/>
              <a:gd name="connsiteY119" fmla="*/ 583896 h 915154"/>
              <a:gd name="connsiteX120" fmla="*/ 310519 w 912326"/>
              <a:gd name="connsiteY120" fmla="*/ 598131 h 915154"/>
              <a:gd name="connsiteX121" fmla="*/ 297227 w 912326"/>
              <a:gd name="connsiteY121" fmla="*/ 584179 h 915154"/>
              <a:gd name="connsiteX122" fmla="*/ 19985 w 912326"/>
              <a:gd name="connsiteY122" fmla="*/ 25547 h 915154"/>
              <a:gd name="connsiteX123" fmla="*/ 33465 w 912326"/>
              <a:gd name="connsiteY123" fmla="*/ 39404 h 915154"/>
              <a:gd name="connsiteX124" fmla="*/ 39310 w 912326"/>
              <a:gd name="connsiteY124" fmla="*/ 33465 h 915154"/>
              <a:gd name="connsiteX125" fmla="*/ 25264 w 912326"/>
              <a:gd name="connsiteY125" fmla="*/ 19608 h 915154"/>
              <a:gd name="connsiteX126" fmla="*/ 39027 w 912326"/>
              <a:gd name="connsiteY126" fmla="*/ 6316 h 915154"/>
              <a:gd name="connsiteX127" fmla="*/ 33182 w 912326"/>
              <a:gd name="connsiteY127" fmla="*/ 283 h 915154"/>
              <a:gd name="connsiteX128" fmla="*/ 19231 w 912326"/>
              <a:gd name="connsiteY128" fmla="*/ 14517 h 915154"/>
              <a:gd name="connsiteX129" fmla="*/ 5939 w 912326"/>
              <a:gd name="connsiteY129" fmla="*/ 943 h 915154"/>
              <a:gd name="connsiteX130" fmla="*/ 189 w 912326"/>
              <a:gd name="connsiteY130" fmla="*/ 6410 h 915154"/>
              <a:gd name="connsiteX131" fmla="*/ 14234 w 912326"/>
              <a:gd name="connsiteY131" fmla="*/ 20173 h 915154"/>
              <a:gd name="connsiteX132" fmla="*/ 566 w 912326"/>
              <a:gd name="connsiteY132" fmla="*/ 33559 h 915154"/>
              <a:gd name="connsiteX133" fmla="*/ 6410 w 912326"/>
              <a:gd name="connsiteY133" fmla="*/ 39687 h 915154"/>
              <a:gd name="connsiteX134" fmla="*/ 20079 w 912326"/>
              <a:gd name="connsiteY134" fmla="*/ 25452 h 915154"/>
              <a:gd name="connsiteX135" fmla="*/ 615476 w 912326"/>
              <a:gd name="connsiteY135" fmla="*/ 330787 h 915154"/>
              <a:gd name="connsiteX136" fmla="*/ 621132 w 912326"/>
              <a:gd name="connsiteY136" fmla="*/ 325319 h 915154"/>
              <a:gd name="connsiteX137" fmla="*/ 606992 w 912326"/>
              <a:gd name="connsiteY137" fmla="*/ 311367 h 915154"/>
              <a:gd name="connsiteX138" fmla="*/ 620567 w 912326"/>
              <a:gd name="connsiteY138" fmla="*/ 298453 h 915154"/>
              <a:gd name="connsiteX139" fmla="*/ 615099 w 912326"/>
              <a:gd name="connsiteY139" fmla="*/ 291854 h 915154"/>
              <a:gd name="connsiteX140" fmla="*/ 601336 w 912326"/>
              <a:gd name="connsiteY140" fmla="*/ 305900 h 915154"/>
              <a:gd name="connsiteX141" fmla="*/ 588233 w 912326"/>
              <a:gd name="connsiteY141" fmla="*/ 292702 h 915154"/>
              <a:gd name="connsiteX142" fmla="*/ 581728 w 912326"/>
              <a:gd name="connsiteY142" fmla="*/ 298170 h 915154"/>
              <a:gd name="connsiteX143" fmla="*/ 595774 w 912326"/>
              <a:gd name="connsiteY143" fmla="*/ 311839 h 915154"/>
              <a:gd name="connsiteX144" fmla="*/ 582105 w 912326"/>
              <a:gd name="connsiteY144" fmla="*/ 325319 h 915154"/>
              <a:gd name="connsiteX145" fmla="*/ 587761 w 912326"/>
              <a:gd name="connsiteY145" fmla="*/ 330881 h 915154"/>
              <a:gd name="connsiteX146" fmla="*/ 601619 w 912326"/>
              <a:gd name="connsiteY146" fmla="*/ 316646 h 915154"/>
              <a:gd name="connsiteX147" fmla="*/ 615382 w 912326"/>
              <a:gd name="connsiteY147" fmla="*/ 330598 h 915154"/>
              <a:gd name="connsiteX148" fmla="*/ 887062 w 912326"/>
              <a:gd name="connsiteY148" fmla="*/ 20173 h 915154"/>
              <a:gd name="connsiteX149" fmla="*/ 873393 w 912326"/>
              <a:gd name="connsiteY149" fmla="*/ 33465 h 915154"/>
              <a:gd name="connsiteX150" fmla="*/ 878861 w 912326"/>
              <a:gd name="connsiteY150" fmla="*/ 39593 h 915154"/>
              <a:gd name="connsiteX151" fmla="*/ 892624 w 912326"/>
              <a:gd name="connsiteY151" fmla="*/ 25641 h 915154"/>
              <a:gd name="connsiteX152" fmla="*/ 906199 w 912326"/>
              <a:gd name="connsiteY152" fmla="*/ 39498 h 915154"/>
              <a:gd name="connsiteX153" fmla="*/ 912043 w 912326"/>
              <a:gd name="connsiteY153" fmla="*/ 33371 h 915154"/>
              <a:gd name="connsiteX154" fmla="*/ 897997 w 912326"/>
              <a:gd name="connsiteY154" fmla="*/ 19796 h 915154"/>
              <a:gd name="connsiteX155" fmla="*/ 911855 w 912326"/>
              <a:gd name="connsiteY155" fmla="*/ 6222 h 915154"/>
              <a:gd name="connsiteX156" fmla="*/ 905916 w 912326"/>
              <a:gd name="connsiteY156" fmla="*/ 189 h 915154"/>
              <a:gd name="connsiteX157" fmla="*/ 892247 w 912326"/>
              <a:gd name="connsiteY157" fmla="*/ 14800 h 915154"/>
              <a:gd name="connsiteX158" fmla="*/ 878955 w 912326"/>
              <a:gd name="connsiteY158" fmla="*/ 660 h 915154"/>
              <a:gd name="connsiteX159" fmla="*/ 873016 w 912326"/>
              <a:gd name="connsiteY159" fmla="*/ 6410 h 915154"/>
              <a:gd name="connsiteX160" fmla="*/ 887157 w 912326"/>
              <a:gd name="connsiteY160" fmla="*/ 20173 h 915154"/>
              <a:gd name="connsiteX161" fmla="*/ 588044 w 912326"/>
              <a:gd name="connsiteY161" fmla="*/ 584273 h 915154"/>
              <a:gd name="connsiteX162" fmla="*/ 581728 w 912326"/>
              <a:gd name="connsiteY162" fmla="*/ 590118 h 915154"/>
              <a:gd name="connsiteX163" fmla="*/ 595868 w 912326"/>
              <a:gd name="connsiteY163" fmla="*/ 603598 h 915154"/>
              <a:gd name="connsiteX164" fmla="*/ 582105 w 912326"/>
              <a:gd name="connsiteY164" fmla="*/ 617079 h 915154"/>
              <a:gd name="connsiteX165" fmla="*/ 587761 w 912326"/>
              <a:gd name="connsiteY165" fmla="*/ 622829 h 915154"/>
              <a:gd name="connsiteX166" fmla="*/ 601336 w 912326"/>
              <a:gd name="connsiteY166" fmla="*/ 608689 h 915154"/>
              <a:gd name="connsiteX167" fmla="*/ 615099 w 912326"/>
              <a:gd name="connsiteY167" fmla="*/ 622640 h 915154"/>
              <a:gd name="connsiteX168" fmla="*/ 621038 w 912326"/>
              <a:gd name="connsiteY168" fmla="*/ 616984 h 915154"/>
              <a:gd name="connsiteX169" fmla="*/ 606898 w 912326"/>
              <a:gd name="connsiteY169" fmla="*/ 603127 h 915154"/>
              <a:gd name="connsiteX170" fmla="*/ 620378 w 912326"/>
              <a:gd name="connsiteY170" fmla="*/ 590118 h 915154"/>
              <a:gd name="connsiteX171" fmla="*/ 615005 w 912326"/>
              <a:gd name="connsiteY171" fmla="*/ 583613 h 915154"/>
              <a:gd name="connsiteX172" fmla="*/ 601242 w 912326"/>
              <a:gd name="connsiteY172" fmla="*/ 597565 h 915154"/>
              <a:gd name="connsiteX173" fmla="*/ 587950 w 912326"/>
              <a:gd name="connsiteY173" fmla="*/ 584179 h 915154"/>
              <a:gd name="connsiteX174" fmla="*/ 305146 w 912326"/>
              <a:gd name="connsiteY174" fmla="*/ 20362 h 915154"/>
              <a:gd name="connsiteX175" fmla="*/ 291665 w 912326"/>
              <a:gd name="connsiteY175" fmla="*/ 33465 h 915154"/>
              <a:gd name="connsiteX176" fmla="*/ 297133 w 912326"/>
              <a:gd name="connsiteY176" fmla="*/ 39687 h 915154"/>
              <a:gd name="connsiteX177" fmla="*/ 310896 w 912326"/>
              <a:gd name="connsiteY177" fmla="*/ 25641 h 915154"/>
              <a:gd name="connsiteX178" fmla="*/ 324471 w 912326"/>
              <a:gd name="connsiteY178" fmla="*/ 39404 h 915154"/>
              <a:gd name="connsiteX179" fmla="*/ 330409 w 912326"/>
              <a:gd name="connsiteY179" fmla="*/ 33371 h 915154"/>
              <a:gd name="connsiteX180" fmla="*/ 316269 w 912326"/>
              <a:gd name="connsiteY180" fmla="*/ 19608 h 915154"/>
              <a:gd name="connsiteX181" fmla="*/ 329750 w 912326"/>
              <a:gd name="connsiteY181" fmla="*/ 6316 h 915154"/>
              <a:gd name="connsiteX182" fmla="*/ 324188 w 912326"/>
              <a:gd name="connsiteY182" fmla="*/ 0 h 915154"/>
              <a:gd name="connsiteX183" fmla="*/ 309953 w 912326"/>
              <a:gd name="connsiteY183" fmla="*/ 14423 h 915154"/>
              <a:gd name="connsiteX184" fmla="*/ 296944 w 912326"/>
              <a:gd name="connsiteY184" fmla="*/ 566 h 915154"/>
              <a:gd name="connsiteX185" fmla="*/ 291005 w 912326"/>
              <a:gd name="connsiteY185" fmla="*/ 6222 h 915154"/>
              <a:gd name="connsiteX186" fmla="*/ 305051 w 912326"/>
              <a:gd name="connsiteY186" fmla="*/ 20173 h 915154"/>
              <a:gd name="connsiteX187" fmla="*/ 911478 w 912326"/>
              <a:gd name="connsiteY187" fmla="*/ 298076 h 915154"/>
              <a:gd name="connsiteX188" fmla="*/ 906104 w 912326"/>
              <a:gd name="connsiteY188" fmla="*/ 291948 h 915154"/>
              <a:gd name="connsiteX189" fmla="*/ 892341 w 912326"/>
              <a:gd name="connsiteY189" fmla="*/ 305900 h 915154"/>
              <a:gd name="connsiteX190" fmla="*/ 879144 w 912326"/>
              <a:gd name="connsiteY190" fmla="*/ 292608 h 915154"/>
              <a:gd name="connsiteX191" fmla="*/ 872828 w 912326"/>
              <a:gd name="connsiteY191" fmla="*/ 298453 h 915154"/>
              <a:gd name="connsiteX192" fmla="*/ 886779 w 912326"/>
              <a:gd name="connsiteY192" fmla="*/ 312121 h 915154"/>
              <a:gd name="connsiteX193" fmla="*/ 873393 w 912326"/>
              <a:gd name="connsiteY193" fmla="*/ 325413 h 915154"/>
              <a:gd name="connsiteX194" fmla="*/ 879144 w 912326"/>
              <a:gd name="connsiteY194" fmla="*/ 331446 h 915154"/>
              <a:gd name="connsiteX195" fmla="*/ 893190 w 912326"/>
              <a:gd name="connsiteY195" fmla="*/ 317023 h 915154"/>
              <a:gd name="connsiteX196" fmla="*/ 906199 w 912326"/>
              <a:gd name="connsiteY196" fmla="*/ 330315 h 915154"/>
              <a:gd name="connsiteX197" fmla="*/ 912043 w 912326"/>
              <a:gd name="connsiteY197" fmla="*/ 325413 h 915154"/>
              <a:gd name="connsiteX198" fmla="*/ 897903 w 912326"/>
              <a:gd name="connsiteY198" fmla="*/ 311462 h 915154"/>
              <a:gd name="connsiteX199" fmla="*/ 911478 w 912326"/>
              <a:gd name="connsiteY199" fmla="*/ 298076 h 915154"/>
              <a:gd name="connsiteX200" fmla="*/ 872828 w 912326"/>
              <a:gd name="connsiteY200" fmla="*/ 590024 h 915154"/>
              <a:gd name="connsiteX201" fmla="*/ 887157 w 912326"/>
              <a:gd name="connsiteY201" fmla="*/ 603598 h 915154"/>
              <a:gd name="connsiteX202" fmla="*/ 873393 w 912326"/>
              <a:gd name="connsiteY202" fmla="*/ 617079 h 915154"/>
              <a:gd name="connsiteX203" fmla="*/ 878955 w 912326"/>
              <a:gd name="connsiteY203" fmla="*/ 623018 h 915154"/>
              <a:gd name="connsiteX204" fmla="*/ 892530 w 912326"/>
              <a:gd name="connsiteY204" fmla="*/ 608972 h 915154"/>
              <a:gd name="connsiteX205" fmla="*/ 905916 w 912326"/>
              <a:gd name="connsiteY205" fmla="*/ 622923 h 915154"/>
              <a:gd name="connsiteX206" fmla="*/ 912326 w 912326"/>
              <a:gd name="connsiteY206" fmla="*/ 616796 h 915154"/>
              <a:gd name="connsiteX207" fmla="*/ 897903 w 912326"/>
              <a:gd name="connsiteY207" fmla="*/ 602844 h 915154"/>
              <a:gd name="connsiteX208" fmla="*/ 911478 w 912326"/>
              <a:gd name="connsiteY208" fmla="*/ 590024 h 915154"/>
              <a:gd name="connsiteX209" fmla="*/ 905916 w 912326"/>
              <a:gd name="connsiteY209" fmla="*/ 583708 h 915154"/>
              <a:gd name="connsiteX210" fmla="*/ 892341 w 912326"/>
              <a:gd name="connsiteY210" fmla="*/ 597754 h 915154"/>
              <a:gd name="connsiteX211" fmla="*/ 878861 w 912326"/>
              <a:gd name="connsiteY211" fmla="*/ 584085 h 915154"/>
              <a:gd name="connsiteX212" fmla="*/ 872828 w 912326"/>
              <a:gd name="connsiteY212" fmla="*/ 590118 h 915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912326" h="915154">
                <a:moveTo>
                  <a:pt x="587573" y="914871"/>
                </a:moveTo>
                <a:cubicBezTo>
                  <a:pt x="585876" y="912986"/>
                  <a:pt x="584085" y="911195"/>
                  <a:pt x="582199" y="909215"/>
                </a:cubicBezTo>
                <a:cubicBezTo>
                  <a:pt x="586819" y="904690"/>
                  <a:pt x="591343" y="900166"/>
                  <a:pt x="596151" y="895546"/>
                </a:cubicBezTo>
                <a:cubicBezTo>
                  <a:pt x="591249" y="890739"/>
                  <a:pt x="586724" y="886308"/>
                  <a:pt x="582011" y="881689"/>
                </a:cubicBezTo>
                <a:cubicBezTo>
                  <a:pt x="584085" y="879804"/>
                  <a:pt x="585970" y="878107"/>
                  <a:pt x="588044" y="876316"/>
                </a:cubicBezTo>
                <a:cubicBezTo>
                  <a:pt x="592286" y="880652"/>
                  <a:pt x="596622" y="885271"/>
                  <a:pt x="601147" y="889890"/>
                </a:cubicBezTo>
                <a:cubicBezTo>
                  <a:pt x="606049" y="884894"/>
                  <a:pt x="610386" y="880369"/>
                  <a:pt x="614910" y="875750"/>
                </a:cubicBezTo>
                <a:cubicBezTo>
                  <a:pt x="617173" y="878107"/>
                  <a:pt x="618870" y="879992"/>
                  <a:pt x="620944" y="882066"/>
                </a:cubicBezTo>
                <a:cubicBezTo>
                  <a:pt x="616607" y="886308"/>
                  <a:pt x="612082" y="890739"/>
                  <a:pt x="607463" y="895264"/>
                </a:cubicBezTo>
                <a:cubicBezTo>
                  <a:pt x="612082" y="899883"/>
                  <a:pt x="616607" y="904313"/>
                  <a:pt x="621321" y="909027"/>
                </a:cubicBezTo>
                <a:cubicBezTo>
                  <a:pt x="619153" y="911006"/>
                  <a:pt x="617361" y="912703"/>
                  <a:pt x="615476" y="914400"/>
                </a:cubicBezTo>
                <a:cubicBezTo>
                  <a:pt x="611234" y="910064"/>
                  <a:pt x="606803" y="905539"/>
                  <a:pt x="602844" y="901485"/>
                </a:cubicBezTo>
                <a:cubicBezTo>
                  <a:pt x="597659" y="906293"/>
                  <a:pt x="592946" y="910629"/>
                  <a:pt x="588327" y="914966"/>
                </a:cubicBezTo>
                <a:lnTo>
                  <a:pt x="587761" y="914966"/>
                </a:lnTo>
                <a:close/>
                <a:moveTo>
                  <a:pt x="878861" y="914871"/>
                </a:moveTo>
                <a:cubicBezTo>
                  <a:pt x="883386" y="910441"/>
                  <a:pt x="888005" y="906010"/>
                  <a:pt x="892341" y="901768"/>
                </a:cubicBezTo>
                <a:cubicBezTo>
                  <a:pt x="896866" y="906104"/>
                  <a:pt x="901485" y="910535"/>
                  <a:pt x="906104" y="914871"/>
                </a:cubicBezTo>
                <a:lnTo>
                  <a:pt x="906670" y="914871"/>
                </a:lnTo>
                <a:cubicBezTo>
                  <a:pt x="908367" y="912986"/>
                  <a:pt x="910158" y="911006"/>
                  <a:pt x="912138" y="908744"/>
                </a:cubicBezTo>
                <a:cubicBezTo>
                  <a:pt x="907424" y="904219"/>
                  <a:pt x="902899" y="899789"/>
                  <a:pt x="898280" y="895169"/>
                </a:cubicBezTo>
                <a:cubicBezTo>
                  <a:pt x="902899" y="890644"/>
                  <a:pt x="907424" y="886214"/>
                  <a:pt x="911666" y="881972"/>
                </a:cubicBezTo>
                <a:cubicBezTo>
                  <a:pt x="909781" y="879898"/>
                  <a:pt x="908084" y="877918"/>
                  <a:pt x="905916" y="875467"/>
                </a:cubicBezTo>
                <a:cubicBezTo>
                  <a:pt x="901297" y="880275"/>
                  <a:pt x="896960" y="884800"/>
                  <a:pt x="892247" y="889796"/>
                </a:cubicBezTo>
                <a:cubicBezTo>
                  <a:pt x="887628" y="885083"/>
                  <a:pt x="883197" y="880558"/>
                  <a:pt x="878672" y="875939"/>
                </a:cubicBezTo>
                <a:cubicBezTo>
                  <a:pt x="876787" y="877918"/>
                  <a:pt x="874996" y="879709"/>
                  <a:pt x="872828" y="881878"/>
                </a:cubicBezTo>
                <a:cubicBezTo>
                  <a:pt x="877447" y="886402"/>
                  <a:pt x="881972" y="890833"/>
                  <a:pt x="886874" y="895735"/>
                </a:cubicBezTo>
                <a:cubicBezTo>
                  <a:pt x="882160" y="900260"/>
                  <a:pt x="877730" y="904690"/>
                  <a:pt x="873111" y="909121"/>
                </a:cubicBezTo>
                <a:cubicBezTo>
                  <a:pt x="874902" y="911195"/>
                  <a:pt x="876599" y="913080"/>
                  <a:pt x="878201" y="914966"/>
                </a:cubicBezTo>
                <a:lnTo>
                  <a:pt x="878767" y="914966"/>
                </a:lnTo>
                <a:close/>
                <a:moveTo>
                  <a:pt x="6222" y="914871"/>
                </a:moveTo>
                <a:cubicBezTo>
                  <a:pt x="10841" y="910441"/>
                  <a:pt x="15366" y="906010"/>
                  <a:pt x="20362" y="901297"/>
                </a:cubicBezTo>
                <a:cubicBezTo>
                  <a:pt x="24604" y="905633"/>
                  <a:pt x="29035" y="910064"/>
                  <a:pt x="33654" y="914683"/>
                </a:cubicBezTo>
                <a:cubicBezTo>
                  <a:pt x="35539" y="912797"/>
                  <a:pt x="37236" y="911006"/>
                  <a:pt x="39404" y="908744"/>
                </a:cubicBezTo>
                <a:cubicBezTo>
                  <a:pt x="34785" y="904219"/>
                  <a:pt x="30260" y="899789"/>
                  <a:pt x="25358" y="895075"/>
                </a:cubicBezTo>
                <a:cubicBezTo>
                  <a:pt x="30072" y="890456"/>
                  <a:pt x="34596" y="886025"/>
                  <a:pt x="38838" y="881972"/>
                </a:cubicBezTo>
                <a:cubicBezTo>
                  <a:pt x="36953" y="879992"/>
                  <a:pt x="35162" y="878107"/>
                  <a:pt x="32805" y="875656"/>
                </a:cubicBezTo>
                <a:cubicBezTo>
                  <a:pt x="28375" y="880275"/>
                  <a:pt x="24038" y="884800"/>
                  <a:pt x="19231" y="889890"/>
                </a:cubicBezTo>
                <a:cubicBezTo>
                  <a:pt x="14706" y="885177"/>
                  <a:pt x="10369" y="880652"/>
                  <a:pt x="6033" y="876221"/>
                </a:cubicBezTo>
                <a:cubicBezTo>
                  <a:pt x="4148" y="878013"/>
                  <a:pt x="2262" y="879804"/>
                  <a:pt x="283" y="881689"/>
                </a:cubicBezTo>
                <a:cubicBezTo>
                  <a:pt x="4996" y="886308"/>
                  <a:pt x="9427" y="890739"/>
                  <a:pt x="14329" y="895546"/>
                </a:cubicBezTo>
                <a:cubicBezTo>
                  <a:pt x="9615" y="900166"/>
                  <a:pt x="5090" y="904690"/>
                  <a:pt x="471" y="909215"/>
                </a:cubicBezTo>
                <a:cubicBezTo>
                  <a:pt x="2357" y="911195"/>
                  <a:pt x="4054" y="913080"/>
                  <a:pt x="5750" y="914966"/>
                </a:cubicBezTo>
                <a:lnTo>
                  <a:pt x="6316" y="914966"/>
                </a:lnTo>
                <a:close/>
                <a:moveTo>
                  <a:pt x="324753" y="914871"/>
                </a:moveTo>
                <a:cubicBezTo>
                  <a:pt x="326545" y="912986"/>
                  <a:pt x="328241" y="911006"/>
                  <a:pt x="330315" y="908838"/>
                </a:cubicBezTo>
                <a:cubicBezTo>
                  <a:pt x="325696" y="904219"/>
                  <a:pt x="321171" y="899789"/>
                  <a:pt x="316458" y="895075"/>
                </a:cubicBezTo>
                <a:cubicBezTo>
                  <a:pt x="320983" y="890550"/>
                  <a:pt x="325508" y="886120"/>
                  <a:pt x="330127" y="881595"/>
                </a:cubicBezTo>
                <a:cubicBezTo>
                  <a:pt x="328241" y="879709"/>
                  <a:pt x="326450" y="877918"/>
                  <a:pt x="324188" y="875656"/>
                </a:cubicBezTo>
                <a:cubicBezTo>
                  <a:pt x="319569" y="880275"/>
                  <a:pt x="315138" y="884800"/>
                  <a:pt x="310142" y="889890"/>
                </a:cubicBezTo>
                <a:cubicBezTo>
                  <a:pt x="305523" y="885177"/>
                  <a:pt x="301092" y="880652"/>
                  <a:pt x="296850" y="876221"/>
                </a:cubicBezTo>
                <a:cubicBezTo>
                  <a:pt x="294965" y="878013"/>
                  <a:pt x="293079" y="879709"/>
                  <a:pt x="291005" y="881689"/>
                </a:cubicBezTo>
                <a:cubicBezTo>
                  <a:pt x="295719" y="886308"/>
                  <a:pt x="300149" y="890739"/>
                  <a:pt x="305051" y="895641"/>
                </a:cubicBezTo>
                <a:cubicBezTo>
                  <a:pt x="300432" y="900260"/>
                  <a:pt x="295907" y="904690"/>
                  <a:pt x="291948" y="908650"/>
                </a:cubicBezTo>
                <a:cubicBezTo>
                  <a:pt x="293645" y="910724"/>
                  <a:pt x="295153" y="912703"/>
                  <a:pt x="297133" y="915154"/>
                </a:cubicBezTo>
                <a:cubicBezTo>
                  <a:pt x="301846" y="910346"/>
                  <a:pt x="306183" y="905822"/>
                  <a:pt x="310142" y="901768"/>
                </a:cubicBezTo>
                <a:cubicBezTo>
                  <a:pt x="314950" y="906199"/>
                  <a:pt x="319569" y="910535"/>
                  <a:pt x="324188" y="914871"/>
                </a:cubicBezTo>
                <a:lnTo>
                  <a:pt x="324753" y="914871"/>
                </a:lnTo>
                <a:close/>
                <a:moveTo>
                  <a:pt x="595868" y="20079"/>
                </a:moveTo>
                <a:cubicBezTo>
                  <a:pt x="591249" y="24604"/>
                  <a:pt x="586724" y="29035"/>
                  <a:pt x="582388" y="33277"/>
                </a:cubicBezTo>
                <a:cubicBezTo>
                  <a:pt x="584368" y="35351"/>
                  <a:pt x="586064" y="37236"/>
                  <a:pt x="588421" y="39781"/>
                </a:cubicBezTo>
                <a:cubicBezTo>
                  <a:pt x="592852" y="35068"/>
                  <a:pt x="597188" y="30449"/>
                  <a:pt x="601901" y="25358"/>
                </a:cubicBezTo>
                <a:cubicBezTo>
                  <a:pt x="606521" y="30166"/>
                  <a:pt x="610857" y="34691"/>
                  <a:pt x="615288" y="39404"/>
                </a:cubicBezTo>
                <a:cubicBezTo>
                  <a:pt x="617267" y="37424"/>
                  <a:pt x="619058" y="35633"/>
                  <a:pt x="621321" y="33371"/>
                </a:cubicBezTo>
                <a:cubicBezTo>
                  <a:pt x="616607" y="28752"/>
                  <a:pt x="612082" y="24321"/>
                  <a:pt x="607086" y="19419"/>
                </a:cubicBezTo>
                <a:cubicBezTo>
                  <a:pt x="611705" y="14894"/>
                  <a:pt x="616230" y="10558"/>
                  <a:pt x="620661" y="6222"/>
                </a:cubicBezTo>
                <a:cubicBezTo>
                  <a:pt x="618870" y="4242"/>
                  <a:pt x="617173" y="2451"/>
                  <a:pt x="615193" y="377"/>
                </a:cubicBezTo>
                <a:cubicBezTo>
                  <a:pt x="610574" y="5090"/>
                  <a:pt x="606144" y="9521"/>
                  <a:pt x="601242" y="14612"/>
                </a:cubicBezTo>
                <a:cubicBezTo>
                  <a:pt x="596622" y="9804"/>
                  <a:pt x="592192" y="5279"/>
                  <a:pt x="587667" y="660"/>
                </a:cubicBezTo>
                <a:cubicBezTo>
                  <a:pt x="585782" y="2545"/>
                  <a:pt x="584085" y="4242"/>
                  <a:pt x="581822" y="6410"/>
                </a:cubicBezTo>
                <a:cubicBezTo>
                  <a:pt x="586536" y="11029"/>
                  <a:pt x="591061" y="15460"/>
                  <a:pt x="595774" y="20079"/>
                </a:cubicBezTo>
                <a:close/>
                <a:moveTo>
                  <a:pt x="39687" y="325036"/>
                </a:moveTo>
                <a:cubicBezTo>
                  <a:pt x="34879" y="320417"/>
                  <a:pt x="30354" y="315986"/>
                  <a:pt x="25358" y="311273"/>
                </a:cubicBezTo>
                <a:cubicBezTo>
                  <a:pt x="29977" y="306748"/>
                  <a:pt x="34408" y="302318"/>
                  <a:pt x="38838" y="297887"/>
                </a:cubicBezTo>
                <a:cubicBezTo>
                  <a:pt x="37047" y="296002"/>
                  <a:pt x="35351" y="294211"/>
                  <a:pt x="33088" y="291948"/>
                </a:cubicBezTo>
                <a:cubicBezTo>
                  <a:pt x="28469" y="296567"/>
                  <a:pt x="24038" y="301092"/>
                  <a:pt x="19136" y="306088"/>
                </a:cubicBezTo>
                <a:cubicBezTo>
                  <a:pt x="14612" y="301469"/>
                  <a:pt x="10181" y="296944"/>
                  <a:pt x="5939" y="292514"/>
                </a:cubicBezTo>
                <a:cubicBezTo>
                  <a:pt x="4054" y="294305"/>
                  <a:pt x="2262" y="296096"/>
                  <a:pt x="0" y="298264"/>
                </a:cubicBezTo>
                <a:cubicBezTo>
                  <a:pt x="4713" y="302789"/>
                  <a:pt x="9238" y="307125"/>
                  <a:pt x="14234" y="311933"/>
                </a:cubicBezTo>
                <a:cubicBezTo>
                  <a:pt x="9521" y="316552"/>
                  <a:pt x="4996" y="320983"/>
                  <a:pt x="566" y="325319"/>
                </a:cubicBezTo>
                <a:cubicBezTo>
                  <a:pt x="2357" y="327204"/>
                  <a:pt x="4054" y="329090"/>
                  <a:pt x="6033" y="331164"/>
                </a:cubicBezTo>
                <a:cubicBezTo>
                  <a:pt x="10652" y="326545"/>
                  <a:pt x="15083" y="322020"/>
                  <a:pt x="19702" y="317401"/>
                </a:cubicBezTo>
                <a:cubicBezTo>
                  <a:pt x="24321" y="322114"/>
                  <a:pt x="28752" y="326639"/>
                  <a:pt x="33182" y="331164"/>
                </a:cubicBezTo>
                <a:cubicBezTo>
                  <a:pt x="35539" y="328995"/>
                  <a:pt x="37330" y="327204"/>
                  <a:pt x="39687" y="325036"/>
                </a:cubicBezTo>
                <a:close/>
                <a:moveTo>
                  <a:pt x="329844" y="298170"/>
                </a:moveTo>
                <a:cubicBezTo>
                  <a:pt x="328053" y="296190"/>
                  <a:pt x="326356" y="294305"/>
                  <a:pt x="324094" y="291854"/>
                </a:cubicBezTo>
                <a:cubicBezTo>
                  <a:pt x="319569" y="296662"/>
                  <a:pt x="315232" y="301281"/>
                  <a:pt x="310425" y="306371"/>
                </a:cubicBezTo>
                <a:cubicBezTo>
                  <a:pt x="305711" y="301469"/>
                  <a:pt x="301281" y="297039"/>
                  <a:pt x="296944" y="292514"/>
                </a:cubicBezTo>
                <a:cubicBezTo>
                  <a:pt x="295059" y="294399"/>
                  <a:pt x="293268" y="296190"/>
                  <a:pt x="291005" y="298453"/>
                </a:cubicBezTo>
                <a:cubicBezTo>
                  <a:pt x="295625" y="302978"/>
                  <a:pt x="300149" y="307408"/>
                  <a:pt x="305051" y="312404"/>
                </a:cubicBezTo>
                <a:cubicBezTo>
                  <a:pt x="300432" y="316835"/>
                  <a:pt x="295907" y="321265"/>
                  <a:pt x="291665" y="325508"/>
                </a:cubicBezTo>
                <a:cubicBezTo>
                  <a:pt x="293456" y="327393"/>
                  <a:pt x="295153" y="329278"/>
                  <a:pt x="297133" y="331446"/>
                </a:cubicBezTo>
                <a:cubicBezTo>
                  <a:pt x="301658" y="326733"/>
                  <a:pt x="306088" y="322208"/>
                  <a:pt x="310707" y="317495"/>
                </a:cubicBezTo>
                <a:cubicBezTo>
                  <a:pt x="315327" y="322302"/>
                  <a:pt x="319757" y="326827"/>
                  <a:pt x="323999" y="331069"/>
                </a:cubicBezTo>
                <a:cubicBezTo>
                  <a:pt x="326262" y="329090"/>
                  <a:pt x="328147" y="327299"/>
                  <a:pt x="330315" y="325413"/>
                </a:cubicBezTo>
                <a:cubicBezTo>
                  <a:pt x="325602" y="320888"/>
                  <a:pt x="321171" y="316552"/>
                  <a:pt x="316175" y="311650"/>
                </a:cubicBezTo>
                <a:cubicBezTo>
                  <a:pt x="320983" y="306937"/>
                  <a:pt x="325508" y="302506"/>
                  <a:pt x="329844" y="298264"/>
                </a:cubicBezTo>
                <a:close/>
                <a:moveTo>
                  <a:pt x="19419" y="598131"/>
                </a:moveTo>
                <a:cubicBezTo>
                  <a:pt x="14706" y="593229"/>
                  <a:pt x="10369" y="588704"/>
                  <a:pt x="6127" y="584273"/>
                </a:cubicBezTo>
                <a:cubicBezTo>
                  <a:pt x="4242" y="586159"/>
                  <a:pt x="2451" y="587856"/>
                  <a:pt x="283" y="589929"/>
                </a:cubicBezTo>
                <a:cubicBezTo>
                  <a:pt x="4808" y="594360"/>
                  <a:pt x="9427" y="598696"/>
                  <a:pt x="14329" y="603504"/>
                </a:cubicBezTo>
                <a:cubicBezTo>
                  <a:pt x="9521" y="608217"/>
                  <a:pt x="4996" y="612742"/>
                  <a:pt x="754" y="616796"/>
                </a:cubicBezTo>
                <a:cubicBezTo>
                  <a:pt x="2545" y="618870"/>
                  <a:pt x="4242" y="620755"/>
                  <a:pt x="6316" y="623112"/>
                </a:cubicBezTo>
                <a:cubicBezTo>
                  <a:pt x="10935" y="618398"/>
                  <a:pt x="15366" y="613874"/>
                  <a:pt x="20173" y="609066"/>
                </a:cubicBezTo>
                <a:cubicBezTo>
                  <a:pt x="24698" y="613685"/>
                  <a:pt x="29035" y="618116"/>
                  <a:pt x="33371" y="622546"/>
                </a:cubicBezTo>
                <a:cubicBezTo>
                  <a:pt x="35445" y="620661"/>
                  <a:pt x="37236" y="618964"/>
                  <a:pt x="39593" y="616796"/>
                </a:cubicBezTo>
                <a:cubicBezTo>
                  <a:pt x="34973" y="612271"/>
                  <a:pt x="30354" y="607840"/>
                  <a:pt x="25452" y="603127"/>
                </a:cubicBezTo>
                <a:cubicBezTo>
                  <a:pt x="30166" y="598414"/>
                  <a:pt x="34691" y="593983"/>
                  <a:pt x="39216" y="589552"/>
                </a:cubicBezTo>
                <a:cubicBezTo>
                  <a:pt x="37330" y="587667"/>
                  <a:pt x="35539" y="585876"/>
                  <a:pt x="33182" y="583425"/>
                </a:cubicBezTo>
                <a:cubicBezTo>
                  <a:pt x="28752" y="588233"/>
                  <a:pt x="24321" y="592852"/>
                  <a:pt x="19513" y="598036"/>
                </a:cubicBezTo>
                <a:close/>
                <a:moveTo>
                  <a:pt x="297133" y="584179"/>
                </a:moveTo>
                <a:cubicBezTo>
                  <a:pt x="295153" y="586159"/>
                  <a:pt x="293362" y="587950"/>
                  <a:pt x="291383" y="589929"/>
                </a:cubicBezTo>
                <a:cubicBezTo>
                  <a:pt x="295813" y="594360"/>
                  <a:pt x="300338" y="598791"/>
                  <a:pt x="305240" y="603598"/>
                </a:cubicBezTo>
                <a:cubicBezTo>
                  <a:pt x="300527" y="608217"/>
                  <a:pt x="296002" y="612648"/>
                  <a:pt x="291665" y="616796"/>
                </a:cubicBezTo>
                <a:cubicBezTo>
                  <a:pt x="293551" y="618870"/>
                  <a:pt x="295248" y="620755"/>
                  <a:pt x="297227" y="622923"/>
                </a:cubicBezTo>
                <a:cubicBezTo>
                  <a:pt x="301846" y="618304"/>
                  <a:pt x="306183" y="613779"/>
                  <a:pt x="310896" y="609066"/>
                </a:cubicBezTo>
                <a:cubicBezTo>
                  <a:pt x="315515" y="613685"/>
                  <a:pt x="319946" y="618210"/>
                  <a:pt x="324565" y="622829"/>
                </a:cubicBezTo>
                <a:cubicBezTo>
                  <a:pt x="326545" y="620755"/>
                  <a:pt x="328241" y="618964"/>
                  <a:pt x="330504" y="616702"/>
                </a:cubicBezTo>
                <a:cubicBezTo>
                  <a:pt x="325885" y="612271"/>
                  <a:pt x="321360" y="607840"/>
                  <a:pt x="316364" y="603033"/>
                </a:cubicBezTo>
                <a:cubicBezTo>
                  <a:pt x="321077" y="598414"/>
                  <a:pt x="325602" y="594077"/>
                  <a:pt x="330221" y="589552"/>
                </a:cubicBezTo>
                <a:cubicBezTo>
                  <a:pt x="328336" y="587573"/>
                  <a:pt x="326545" y="585782"/>
                  <a:pt x="324659" y="583896"/>
                </a:cubicBezTo>
                <a:cubicBezTo>
                  <a:pt x="320040" y="588515"/>
                  <a:pt x="315609" y="592946"/>
                  <a:pt x="310519" y="598131"/>
                </a:cubicBezTo>
                <a:cubicBezTo>
                  <a:pt x="305806" y="593135"/>
                  <a:pt x="301469" y="588610"/>
                  <a:pt x="297227" y="584179"/>
                </a:cubicBezTo>
                <a:close/>
                <a:moveTo>
                  <a:pt x="19985" y="25547"/>
                </a:moveTo>
                <a:cubicBezTo>
                  <a:pt x="24604" y="30260"/>
                  <a:pt x="28940" y="34785"/>
                  <a:pt x="33465" y="39404"/>
                </a:cubicBezTo>
                <a:cubicBezTo>
                  <a:pt x="35445" y="37424"/>
                  <a:pt x="37142" y="35633"/>
                  <a:pt x="39310" y="33465"/>
                </a:cubicBezTo>
                <a:cubicBezTo>
                  <a:pt x="34691" y="28940"/>
                  <a:pt x="30166" y="24510"/>
                  <a:pt x="25264" y="19608"/>
                </a:cubicBezTo>
                <a:cubicBezTo>
                  <a:pt x="29977" y="15083"/>
                  <a:pt x="34502" y="10652"/>
                  <a:pt x="39027" y="6316"/>
                </a:cubicBezTo>
                <a:cubicBezTo>
                  <a:pt x="37142" y="4336"/>
                  <a:pt x="35351" y="2545"/>
                  <a:pt x="33182" y="283"/>
                </a:cubicBezTo>
                <a:cubicBezTo>
                  <a:pt x="28563" y="4996"/>
                  <a:pt x="24133" y="9521"/>
                  <a:pt x="19231" y="14517"/>
                </a:cubicBezTo>
                <a:cubicBezTo>
                  <a:pt x="14612" y="9804"/>
                  <a:pt x="10181" y="5373"/>
                  <a:pt x="5939" y="943"/>
                </a:cubicBezTo>
                <a:cubicBezTo>
                  <a:pt x="4054" y="2734"/>
                  <a:pt x="2262" y="4431"/>
                  <a:pt x="189" y="6410"/>
                </a:cubicBezTo>
                <a:cubicBezTo>
                  <a:pt x="4808" y="10935"/>
                  <a:pt x="9333" y="15366"/>
                  <a:pt x="14234" y="20173"/>
                </a:cubicBezTo>
                <a:cubicBezTo>
                  <a:pt x="9521" y="24792"/>
                  <a:pt x="4902" y="29317"/>
                  <a:pt x="566" y="33559"/>
                </a:cubicBezTo>
                <a:cubicBezTo>
                  <a:pt x="2357" y="35445"/>
                  <a:pt x="4054" y="37236"/>
                  <a:pt x="6410" y="39687"/>
                </a:cubicBezTo>
                <a:cubicBezTo>
                  <a:pt x="10935" y="34973"/>
                  <a:pt x="15271" y="30449"/>
                  <a:pt x="20079" y="25452"/>
                </a:cubicBezTo>
                <a:close/>
                <a:moveTo>
                  <a:pt x="615476" y="330787"/>
                </a:moveTo>
                <a:cubicBezTo>
                  <a:pt x="617361" y="328995"/>
                  <a:pt x="619153" y="327299"/>
                  <a:pt x="621132" y="325319"/>
                </a:cubicBezTo>
                <a:cubicBezTo>
                  <a:pt x="616513" y="320700"/>
                  <a:pt x="611988" y="316269"/>
                  <a:pt x="606992" y="311367"/>
                </a:cubicBezTo>
                <a:cubicBezTo>
                  <a:pt x="611800" y="306842"/>
                  <a:pt x="616419" y="302412"/>
                  <a:pt x="620567" y="298453"/>
                </a:cubicBezTo>
                <a:cubicBezTo>
                  <a:pt x="618681" y="296190"/>
                  <a:pt x="617079" y="294211"/>
                  <a:pt x="615099" y="291854"/>
                </a:cubicBezTo>
                <a:cubicBezTo>
                  <a:pt x="610386" y="296662"/>
                  <a:pt x="605955" y="301092"/>
                  <a:pt x="601336" y="305900"/>
                </a:cubicBezTo>
                <a:cubicBezTo>
                  <a:pt x="596811" y="301281"/>
                  <a:pt x="592380" y="296850"/>
                  <a:pt x="588233" y="292702"/>
                </a:cubicBezTo>
                <a:cubicBezTo>
                  <a:pt x="586064" y="294493"/>
                  <a:pt x="584085" y="296190"/>
                  <a:pt x="581728" y="298170"/>
                </a:cubicBezTo>
                <a:cubicBezTo>
                  <a:pt x="586536" y="302883"/>
                  <a:pt x="591061" y="307314"/>
                  <a:pt x="595774" y="311839"/>
                </a:cubicBezTo>
                <a:cubicBezTo>
                  <a:pt x="591155" y="316364"/>
                  <a:pt x="586724" y="320888"/>
                  <a:pt x="582105" y="325319"/>
                </a:cubicBezTo>
                <a:cubicBezTo>
                  <a:pt x="583991" y="327204"/>
                  <a:pt x="585782" y="328995"/>
                  <a:pt x="587761" y="330881"/>
                </a:cubicBezTo>
                <a:cubicBezTo>
                  <a:pt x="592286" y="326262"/>
                  <a:pt x="596622" y="321831"/>
                  <a:pt x="601619" y="316646"/>
                </a:cubicBezTo>
                <a:cubicBezTo>
                  <a:pt x="606615" y="321643"/>
                  <a:pt x="610951" y="326167"/>
                  <a:pt x="615382" y="330598"/>
                </a:cubicBezTo>
                <a:close/>
                <a:moveTo>
                  <a:pt x="887062" y="20173"/>
                </a:moveTo>
                <a:cubicBezTo>
                  <a:pt x="882255" y="24792"/>
                  <a:pt x="877730" y="29317"/>
                  <a:pt x="873393" y="33465"/>
                </a:cubicBezTo>
                <a:cubicBezTo>
                  <a:pt x="875279" y="35539"/>
                  <a:pt x="876881" y="37424"/>
                  <a:pt x="878861" y="39593"/>
                </a:cubicBezTo>
                <a:cubicBezTo>
                  <a:pt x="883480" y="34879"/>
                  <a:pt x="887911" y="30354"/>
                  <a:pt x="892624" y="25641"/>
                </a:cubicBezTo>
                <a:cubicBezTo>
                  <a:pt x="897243" y="30354"/>
                  <a:pt x="901674" y="34879"/>
                  <a:pt x="906199" y="39498"/>
                </a:cubicBezTo>
                <a:cubicBezTo>
                  <a:pt x="908178" y="37424"/>
                  <a:pt x="909969" y="35633"/>
                  <a:pt x="912043" y="33371"/>
                </a:cubicBezTo>
                <a:cubicBezTo>
                  <a:pt x="907518" y="28940"/>
                  <a:pt x="902899" y="24510"/>
                  <a:pt x="897997" y="19796"/>
                </a:cubicBezTo>
                <a:cubicBezTo>
                  <a:pt x="902711" y="15083"/>
                  <a:pt x="907236" y="10747"/>
                  <a:pt x="911855" y="6222"/>
                </a:cubicBezTo>
                <a:cubicBezTo>
                  <a:pt x="909969" y="4336"/>
                  <a:pt x="908178" y="2545"/>
                  <a:pt x="905916" y="189"/>
                </a:cubicBezTo>
                <a:cubicBezTo>
                  <a:pt x="901485" y="4902"/>
                  <a:pt x="897149" y="9615"/>
                  <a:pt x="892247" y="14800"/>
                </a:cubicBezTo>
                <a:cubicBezTo>
                  <a:pt x="887534" y="9804"/>
                  <a:pt x="883197" y="5279"/>
                  <a:pt x="878955" y="660"/>
                </a:cubicBezTo>
                <a:cubicBezTo>
                  <a:pt x="876976" y="2545"/>
                  <a:pt x="875279" y="4242"/>
                  <a:pt x="873016" y="6410"/>
                </a:cubicBezTo>
                <a:cubicBezTo>
                  <a:pt x="877635" y="10935"/>
                  <a:pt x="882160" y="15366"/>
                  <a:pt x="887157" y="20173"/>
                </a:cubicBezTo>
                <a:close/>
                <a:moveTo>
                  <a:pt x="588044" y="584273"/>
                </a:moveTo>
                <a:cubicBezTo>
                  <a:pt x="585970" y="586159"/>
                  <a:pt x="584085" y="587856"/>
                  <a:pt x="581728" y="590118"/>
                </a:cubicBezTo>
                <a:cubicBezTo>
                  <a:pt x="586536" y="594643"/>
                  <a:pt x="591061" y="599073"/>
                  <a:pt x="595868" y="603598"/>
                </a:cubicBezTo>
                <a:cubicBezTo>
                  <a:pt x="591155" y="608217"/>
                  <a:pt x="586630" y="612648"/>
                  <a:pt x="582105" y="617079"/>
                </a:cubicBezTo>
                <a:cubicBezTo>
                  <a:pt x="583991" y="618964"/>
                  <a:pt x="585782" y="620755"/>
                  <a:pt x="587761" y="622829"/>
                </a:cubicBezTo>
                <a:cubicBezTo>
                  <a:pt x="592192" y="618210"/>
                  <a:pt x="596528" y="613685"/>
                  <a:pt x="601336" y="608689"/>
                </a:cubicBezTo>
                <a:cubicBezTo>
                  <a:pt x="606238" y="613685"/>
                  <a:pt x="610763" y="618210"/>
                  <a:pt x="615099" y="622640"/>
                </a:cubicBezTo>
                <a:cubicBezTo>
                  <a:pt x="617173" y="620661"/>
                  <a:pt x="618964" y="618964"/>
                  <a:pt x="621038" y="616984"/>
                </a:cubicBezTo>
                <a:cubicBezTo>
                  <a:pt x="616324" y="612365"/>
                  <a:pt x="611894" y="607935"/>
                  <a:pt x="606898" y="603127"/>
                </a:cubicBezTo>
                <a:cubicBezTo>
                  <a:pt x="611611" y="598508"/>
                  <a:pt x="616230" y="594077"/>
                  <a:pt x="620378" y="590118"/>
                </a:cubicBezTo>
                <a:cubicBezTo>
                  <a:pt x="618587" y="587950"/>
                  <a:pt x="616984" y="585970"/>
                  <a:pt x="615005" y="583613"/>
                </a:cubicBezTo>
                <a:cubicBezTo>
                  <a:pt x="610291" y="588327"/>
                  <a:pt x="605955" y="592852"/>
                  <a:pt x="601242" y="597565"/>
                </a:cubicBezTo>
                <a:cubicBezTo>
                  <a:pt x="596717" y="592946"/>
                  <a:pt x="592286" y="588515"/>
                  <a:pt x="587950" y="584179"/>
                </a:cubicBezTo>
                <a:close/>
                <a:moveTo>
                  <a:pt x="305146" y="20362"/>
                </a:moveTo>
                <a:cubicBezTo>
                  <a:pt x="300432" y="24887"/>
                  <a:pt x="295907" y="29317"/>
                  <a:pt x="291665" y="33465"/>
                </a:cubicBezTo>
                <a:cubicBezTo>
                  <a:pt x="293456" y="35539"/>
                  <a:pt x="295153" y="37424"/>
                  <a:pt x="297133" y="39687"/>
                </a:cubicBezTo>
                <a:cubicBezTo>
                  <a:pt x="301752" y="34973"/>
                  <a:pt x="306183" y="30449"/>
                  <a:pt x="310896" y="25641"/>
                </a:cubicBezTo>
                <a:cubicBezTo>
                  <a:pt x="315515" y="30260"/>
                  <a:pt x="319946" y="34785"/>
                  <a:pt x="324471" y="39404"/>
                </a:cubicBezTo>
                <a:cubicBezTo>
                  <a:pt x="326356" y="37424"/>
                  <a:pt x="328147" y="35633"/>
                  <a:pt x="330409" y="33371"/>
                </a:cubicBezTo>
                <a:cubicBezTo>
                  <a:pt x="325790" y="28846"/>
                  <a:pt x="321171" y="24415"/>
                  <a:pt x="316269" y="19608"/>
                </a:cubicBezTo>
                <a:cubicBezTo>
                  <a:pt x="320983" y="14989"/>
                  <a:pt x="325413" y="10558"/>
                  <a:pt x="329750" y="6316"/>
                </a:cubicBezTo>
                <a:cubicBezTo>
                  <a:pt x="327959" y="4336"/>
                  <a:pt x="326356" y="2451"/>
                  <a:pt x="324188" y="0"/>
                </a:cubicBezTo>
                <a:cubicBezTo>
                  <a:pt x="319474" y="4808"/>
                  <a:pt x="315044" y="9333"/>
                  <a:pt x="309953" y="14423"/>
                </a:cubicBezTo>
                <a:cubicBezTo>
                  <a:pt x="305523" y="9710"/>
                  <a:pt x="301186" y="5090"/>
                  <a:pt x="296944" y="566"/>
                </a:cubicBezTo>
                <a:cubicBezTo>
                  <a:pt x="294965" y="2451"/>
                  <a:pt x="293268" y="4148"/>
                  <a:pt x="291005" y="6222"/>
                </a:cubicBezTo>
                <a:cubicBezTo>
                  <a:pt x="295625" y="10841"/>
                  <a:pt x="300149" y="15271"/>
                  <a:pt x="305051" y="20173"/>
                </a:cubicBezTo>
                <a:close/>
                <a:moveTo>
                  <a:pt x="911478" y="298076"/>
                </a:moveTo>
                <a:cubicBezTo>
                  <a:pt x="909781" y="296096"/>
                  <a:pt x="908084" y="294211"/>
                  <a:pt x="906104" y="291948"/>
                </a:cubicBezTo>
                <a:cubicBezTo>
                  <a:pt x="901485" y="296662"/>
                  <a:pt x="897055" y="301186"/>
                  <a:pt x="892341" y="305900"/>
                </a:cubicBezTo>
                <a:cubicBezTo>
                  <a:pt x="887816" y="301281"/>
                  <a:pt x="883386" y="296850"/>
                  <a:pt x="879144" y="292608"/>
                </a:cubicBezTo>
                <a:cubicBezTo>
                  <a:pt x="877070" y="294493"/>
                  <a:pt x="875184" y="296284"/>
                  <a:pt x="872828" y="298453"/>
                </a:cubicBezTo>
                <a:cubicBezTo>
                  <a:pt x="877541" y="303072"/>
                  <a:pt x="881972" y="307408"/>
                  <a:pt x="886779" y="312121"/>
                </a:cubicBezTo>
                <a:cubicBezTo>
                  <a:pt x="882349" y="316552"/>
                  <a:pt x="877824" y="320983"/>
                  <a:pt x="873393" y="325413"/>
                </a:cubicBezTo>
                <a:cubicBezTo>
                  <a:pt x="875184" y="327299"/>
                  <a:pt x="876881" y="329090"/>
                  <a:pt x="879144" y="331446"/>
                </a:cubicBezTo>
                <a:cubicBezTo>
                  <a:pt x="883763" y="326733"/>
                  <a:pt x="888194" y="322208"/>
                  <a:pt x="893190" y="317023"/>
                </a:cubicBezTo>
                <a:cubicBezTo>
                  <a:pt x="897809" y="321737"/>
                  <a:pt x="902239" y="326167"/>
                  <a:pt x="906199" y="330315"/>
                </a:cubicBezTo>
                <a:cubicBezTo>
                  <a:pt x="908084" y="328713"/>
                  <a:pt x="910064" y="327110"/>
                  <a:pt x="912043" y="325413"/>
                </a:cubicBezTo>
                <a:cubicBezTo>
                  <a:pt x="907424" y="320888"/>
                  <a:pt x="902994" y="316458"/>
                  <a:pt x="897903" y="311462"/>
                </a:cubicBezTo>
                <a:cubicBezTo>
                  <a:pt x="902805" y="306654"/>
                  <a:pt x="907330" y="302223"/>
                  <a:pt x="911478" y="298076"/>
                </a:cubicBezTo>
                <a:close/>
                <a:moveTo>
                  <a:pt x="872828" y="590024"/>
                </a:moveTo>
                <a:cubicBezTo>
                  <a:pt x="877541" y="594454"/>
                  <a:pt x="882160" y="598885"/>
                  <a:pt x="887157" y="603598"/>
                </a:cubicBezTo>
                <a:cubicBezTo>
                  <a:pt x="882349" y="608312"/>
                  <a:pt x="877824" y="612742"/>
                  <a:pt x="873393" y="617079"/>
                </a:cubicBezTo>
                <a:cubicBezTo>
                  <a:pt x="875184" y="618964"/>
                  <a:pt x="876881" y="620849"/>
                  <a:pt x="878955" y="623018"/>
                </a:cubicBezTo>
                <a:cubicBezTo>
                  <a:pt x="883480" y="618304"/>
                  <a:pt x="887816" y="613779"/>
                  <a:pt x="892530" y="608972"/>
                </a:cubicBezTo>
                <a:cubicBezTo>
                  <a:pt x="897243" y="613874"/>
                  <a:pt x="901580" y="618398"/>
                  <a:pt x="905916" y="622923"/>
                </a:cubicBezTo>
                <a:cubicBezTo>
                  <a:pt x="908178" y="620755"/>
                  <a:pt x="910064" y="618964"/>
                  <a:pt x="912326" y="616796"/>
                </a:cubicBezTo>
                <a:cubicBezTo>
                  <a:pt x="907613" y="612271"/>
                  <a:pt x="903088" y="607840"/>
                  <a:pt x="897903" y="602844"/>
                </a:cubicBezTo>
                <a:cubicBezTo>
                  <a:pt x="902617" y="598319"/>
                  <a:pt x="907236" y="593983"/>
                  <a:pt x="911478" y="590024"/>
                </a:cubicBezTo>
                <a:cubicBezTo>
                  <a:pt x="909687" y="587950"/>
                  <a:pt x="907990" y="586064"/>
                  <a:pt x="905916" y="583708"/>
                </a:cubicBezTo>
                <a:cubicBezTo>
                  <a:pt x="901391" y="588421"/>
                  <a:pt x="896960" y="592946"/>
                  <a:pt x="892341" y="597754"/>
                </a:cubicBezTo>
                <a:cubicBezTo>
                  <a:pt x="887722" y="593135"/>
                  <a:pt x="883386" y="588610"/>
                  <a:pt x="878861" y="584085"/>
                </a:cubicBezTo>
                <a:cubicBezTo>
                  <a:pt x="876881" y="586064"/>
                  <a:pt x="875184" y="587856"/>
                  <a:pt x="872828" y="590118"/>
                </a:cubicBezTo>
                <a:close/>
              </a:path>
            </a:pathLst>
          </a:custGeom>
          <a:solidFill>
            <a:schemeClr val="accent2"/>
          </a:solidFill>
          <a:ln w="9427" cap="flat">
            <a:noFill/>
            <a:prstDash val="solid"/>
            <a:miter/>
          </a:ln>
        </p:spPr>
        <p:txBody>
          <a:bodyPr rtlCol="0" anchor="ctr"/>
          <a:lstStyle/>
          <a:p>
            <a:endParaRPr lang="en-US" b="0" i="0" dirty="0">
              <a:solidFill>
                <a:schemeClr val="bg1"/>
              </a:solidFill>
              <a:latin typeface="Oswald" pitchFamily="2" charset="77"/>
            </a:endParaRPr>
          </a:p>
        </p:txBody>
      </p:sp>
      <p:sp>
        <p:nvSpPr>
          <p:cNvPr id="2" name="Title Placeholder 1">
            <a:extLst>
              <a:ext uri="{FF2B5EF4-FFF2-40B4-BE49-F238E27FC236}">
                <a16:creationId xmlns:a16="http://schemas.microsoft.com/office/drawing/2014/main" id="{4E659EFA-7A7C-F3CF-3672-C5CE04BAAA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8800976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6" name="Round Diagonal Corner Rectangle 15">
            <a:extLst>
              <a:ext uri="{FF2B5EF4-FFF2-40B4-BE49-F238E27FC236}">
                <a16:creationId xmlns:a16="http://schemas.microsoft.com/office/drawing/2014/main" id="{57BDDC64-B49D-A9AB-2F9B-DCD2B285941D}"/>
              </a:ext>
            </a:extLst>
          </p:cNvPr>
          <p:cNvSpPr/>
          <p:nvPr userDrawn="1"/>
        </p:nvSpPr>
        <p:spPr>
          <a:xfrm>
            <a:off x="381000" y="1942085"/>
            <a:ext cx="3117039" cy="4651513"/>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20" name="Freeform 19">
            <a:extLst>
              <a:ext uri="{FF2B5EF4-FFF2-40B4-BE49-F238E27FC236}">
                <a16:creationId xmlns:a16="http://schemas.microsoft.com/office/drawing/2014/main" id="{9A0426A1-FDB7-49DE-94AB-7F39830B81EB}"/>
              </a:ext>
            </a:extLst>
          </p:cNvPr>
          <p:cNvSpPr/>
          <p:nvPr userDrawn="1"/>
        </p:nvSpPr>
        <p:spPr>
          <a:xfrm>
            <a:off x="3698114" y="1942085"/>
            <a:ext cx="6746665" cy="3821901"/>
          </a:xfrm>
          <a:custGeom>
            <a:avLst/>
            <a:gdLst>
              <a:gd name="connsiteX0" fmla="*/ 482196 w 6746665"/>
              <a:gd name="connsiteY0" fmla="*/ 0 h 3821901"/>
              <a:gd name="connsiteX1" fmla="*/ 2893121 w 6746665"/>
              <a:gd name="connsiteY1" fmla="*/ 0 h 3821901"/>
              <a:gd name="connsiteX2" fmla="*/ 2893121 w 6746665"/>
              <a:gd name="connsiteY2" fmla="*/ 0 h 3821901"/>
              <a:gd name="connsiteX3" fmla="*/ 3742207 w 6746665"/>
              <a:gd name="connsiteY3" fmla="*/ 0 h 3821901"/>
              <a:gd name="connsiteX4" fmla="*/ 3742207 w 6746665"/>
              <a:gd name="connsiteY4" fmla="*/ 0 h 3821901"/>
              <a:gd name="connsiteX5" fmla="*/ 4335740 w 6746665"/>
              <a:gd name="connsiteY5" fmla="*/ 0 h 3821901"/>
              <a:gd name="connsiteX6" fmla="*/ 5473036 w 6746665"/>
              <a:gd name="connsiteY6" fmla="*/ 0 h 3821901"/>
              <a:gd name="connsiteX7" fmla="*/ 6746665 w 6746665"/>
              <a:gd name="connsiteY7" fmla="*/ 0 h 3821901"/>
              <a:gd name="connsiteX8" fmla="*/ 6746665 w 6746665"/>
              <a:gd name="connsiteY8" fmla="*/ 3339705 h 3821901"/>
              <a:gd name="connsiteX9" fmla="*/ 6264469 w 6746665"/>
              <a:gd name="connsiteY9" fmla="*/ 3821901 h 3821901"/>
              <a:gd name="connsiteX10" fmla="*/ 4990840 w 6746665"/>
              <a:gd name="connsiteY10" fmla="*/ 3821901 h 3821901"/>
              <a:gd name="connsiteX11" fmla="*/ 3853544 w 6746665"/>
              <a:gd name="connsiteY11" fmla="*/ 3821901 h 3821901"/>
              <a:gd name="connsiteX12" fmla="*/ 3260011 w 6746665"/>
              <a:gd name="connsiteY12" fmla="*/ 3821901 h 3821901"/>
              <a:gd name="connsiteX13" fmla="*/ 2579915 w 6746665"/>
              <a:gd name="connsiteY13" fmla="*/ 3821901 h 3821901"/>
              <a:gd name="connsiteX14" fmla="*/ 2410925 w 6746665"/>
              <a:gd name="connsiteY14" fmla="*/ 3821901 h 3821901"/>
              <a:gd name="connsiteX15" fmla="*/ 849086 w 6746665"/>
              <a:gd name="connsiteY15" fmla="*/ 3821901 h 3821901"/>
              <a:gd name="connsiteX16" fmla="*/ 0 w 6746665"/>
              <a:gd name="connsiteY16" fmla="*/ 3821901 h 3821901"/>
              <a:gd name="connsiteX17" fmla="*/ 0 w 6746665"/>
              <a:gd name="connsiteY17" fmla="*/ 482196 h 3821901"/>
              <a:gd name="connsiteX18" fmla="*/ 482196 w 6746665"/>
              <a:gd name="connsiteY18" fmla="*/ 0 h 3821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746665" h="3821901">
                <a:moveTo>
                  <a:pt x="482196" y="0"/>
                </a:moveTo>
                <a:lnTo>
                  <a:pt x="2893121" y="0"/>
                </a:lnTo>
                <a:lnTo>
                  <a:pt x="2893121" y="0"/>
                </a:lnTo>
                <a:lnTo>
                  <a:pt x="3742207" y="0"/>
                </a:lnTo>
                <a:lnTo>
                  <a:pt x="3742207" y="0"/>
                </a:lnTo>
                <a:lnTo>
                  <a:pt x="4335740" y="0"/>
                </a:lnTo>
                <a:lnTo>
                  <a:pt x="5473036" y="0"/>
                </a:lnTo>
                <a:lnTo>
                  <a:pt x="6746665" y="0"/>
                </a:lnTo>
                <a:lnTo>
                  <a:pt x="6746665" y="3339705"/>
                </a:lnTo>
                <a:cubicBezTo>
                  <a:pt x="6746665" y="3606014"/>
                  <a:pt x="6530778" y="3821901"/>
                  <a:pt x="6264469" y="3821901"/>
                </a:cubicBezTo>
                <a:lnTo>
                  <a:pt x="4990840" y="3821901"/>
                </a:lnTo>
                <a:lnTo>
                  <a:pt x="3853544" y="3821901"/>
                </a:lnTo>
                <a:lnTo>
                  <a:pt x="3260011" y="3821901"/>
                </a:lnTo>
                <a:lnTo>
                  <a:pt x="2579915" y="3821901"/>
                </a:lnTo>
                <a:lnTo>
                  <a:pt x="2410925" y="3821901"/>
                </a:lnTo>
                <a:lnTo>
                  <a:pt x="849086" y="3821901"/>
                </a:lnTo>
                <a:lnTo>
                  <a:pt x="0" y="3821901"/>
                </a:lnTo>
                <a:lnTo>
                  <a:pt x="0" y="482196"/>
                </a:lnTo>
                <a:cubicBezTo>
                  <a:pt x="0" y="215887"/>
                  <a:pt x="215887" y="0"/>
                  <a:pt x="482196" y="0"/>
                </a:cubicBezTo>
                <a:close/>
              </a:path>
            </a:pathLst>
          </a:custGeom>
          <a:gradFill flip="none" rotWithShape="1">
            <a:gsLst>
              <a:gs pos="0">
                <a:schemeClr val="accent2"/>
              </a:gs>
              <a:gs pos="100000">
                <a:schemeClr val="accent3"/>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solidFill>
                <a:schemeClr val="bg1"/>
              </a:solidFill>
              <a:latin typeface="Oswald" pitchFamily="2" charset="77"/>
            </a:endParaRPr>
          </a:p>
        </p:txBody>
      </p:sp>
      <p:sp>
        <p:nvSpPr>
          <p:cNvPr id="3" name="Date Placeholder 2">
            <a:extLst>
              <a:ext uri="{FF2B5EF4-FFF2-40B4-BE49-F238E27FC236}">
                <a16:creationId xmlns:a16="http://schemas.microsoft.com/office/drawing/2014/main" id="{0B6D5138-204B-911B-7797-063BD47DD6D3}"/>
              </a:ext>
            </a:extLst>
          </p:cNvPr>
          <p:cNvSpPr>
            <a:spLocks noGrp="1"/>
          </p:cNvSpPr>
          <p:nvPr>
            <p:ph type="dt" sz="half" idx="10"/>
          </p:nvPr>
        </p:nvSpPr>
        <p:spPr/>
        <p:txBody>
          <a:bodyPr/>
          <a:lstStyle>
            <a:lvl1pPr>
              <a:defRPr>
                <a:solidFill>
                  <a:schemeClr val="bg1"/>
                </a:solidFill>
                <a:latin typeface="Oswald" pitchFamily="2" charset="77"/>
              </a:defRPr>
            </a:lvl1pPr>
          </a:lstStyle>
          <a:p>
            <a:fld id="{04F85528-7667-1E46-8111-8E661B15A7D9}" type="datetimeFigureOut">
              <a:rPr lang="en-US" smtClean="0"/>
              <a:pPr/>
              <a:t>3/17/2026</a:t>
            </a:fld>
            <a:endParaRPr lang="en-US"/>
          </a:p>
        </p:txBody>
      </p:sp>
      <p:sp>
        <p:nvSpPr>
          <p:cNvPr id="4" name="Footer Placeholder 3">
            <a:extLst>
              <a:ext uri="{FF2B5EF4-FFF2-40B4-BE49-F238E27FC236}">
                <a16:creationId xmlns:a16="http://schemas.microsoft.com/office/drawing/2014/main" id="{ABFA73D1-79A6-8394-AA08-8A9E2DCF2F6F}"/>
              </a:ext>
            </a:extLst>
          </p:cNvPr>
          <p:cNvSpPr>
            <a:spLocks noGrp="1"/>
          </p:cNvSpPr>
          <p:nvPr>
            <p:ph type="ftr" sz="quarter" idx="11"/>
          </p:nvPr>
        </p:nvSpPr>
        <p:spPr/>
        <p:txBody>
          <a:bodyPr/>
          <a:lstStyle>
            <a:lvl1pPr>
              <a:defRPr>
                <a:solidFill>
                  <a:schemeClr val="bg1"/>
                </a:solidFill>
                <a:latin typeface="Oswald" pitchFamily="2" charset="77"/>
              </a:defRPr>
            </a:lvl1pPr>
          </a:lstStyle>
          <a:p>
            <a:endParaRPr lang="en-US"/>
          </a:p>
        </p:txBody>
      </p:sp>
      <p:sp>
        <p:nvSpPr>
          <p:cNvPr id="5" name="Slide Number Placeholder 4">
            <a:extLst>
              <a:ext uri="{FF2B5EF4-FFF2-40B4-BE49-F238E27FC236}">
                <a16:creationId xmlns:a16="http://schemas.microsoft.com/office/drawing/2014/main" id="{ABF623F1-C763-C35F-8E33-378F8304B2B2}"/>
              </a:ext>
            </a:extLst>
          </p:cNvPr>
          <p:cNvSpPr>
            <a:spLocks noGrp="1"/>
          </p:cNvSpPr>
          <p:nvPr>
            <p:ph type="sldNum" sz="quarter" idx="12"/>
          </p:nvPr>
        </p:nvSpPr>
        <p:spPr/>
        <p:txBody>
          <a:bodyPr/>
          <a:lstStyle>
            <a:lvl1pPr>
              <a:defRPr>
                <a:solidFill>
                  <a:schemeClr val="bg1"/>
                </a:solidFill>
                <a:latin typeface="Oswald" pitchFamily="2" charset="77"/>
              </a:defRPr>
            </a:lvl1pPr>
          </a:lstStyle>
          <a:p>
            <a:fld id="{92A6C7AB-A877-C342-9CE7-90563939BDE3}" type="slidenum">
              <a:rPr lang="en-US" smtClean="0"/>
              <a:pPr/>
              <a:t>‹#›</a:t>
            </a:fld>
            <a:endParaRPr lang="en-US"/>
          </a:p>
        </p:txBody>
      </p:sp>
      <p:sp>
        <p:nvSpPr>
          <p:cNvPr id="6" name="Text Placeholder 15">
            <a:extLst>
              <a:ext uri="{FF2B5EF4-FFF2-40B4-BE49-F238E27FC236}">
                <a16:creationId xmlns:a16="http://schemas.microsoft.com/office/drawing/2014/main" id="{B64E5A5C-448A-9825-F687-827538B064E3}"/>
              </a:ext>
            </a:extLst>
          </p:cNvPr>
          <p:cNvSpPr>
            <a:spLocks noGrp="1"/>
          </p:cNvSpPr>
          <p:nvPr>
            <p:ph type="body" sz="quarter" idx="13"/>
          </p:nvPr>
        </p:nvSpPr>
        <p:spPr>
          <a:xfrm>
            <a:off x="838200" y="2422172"/>
            <a:ext cx="2141764" cy="514350"/>
          </a:xfrm>
        </p:spPr>
        <p:txBody>
          <a:bodyPr anchor="ctr">
            <a:noAutofit/>
          </a:bodyPr>
          <a:lstStyle>
            <a:lvl1pPr marL="0" indent="0" algn="r">
              <a:buNone/>
              <a:defRPr sz="1600">
                <a:solidFill>
                  <a:schemeClr val="bg1"/>
                </a:solidFill>
                <a:latin typeface="Oswald" pitchFamily="2" charset="77"/>
              </a:defRPr>
            </a:lvl1pPr>
          </a:lstStyle>
          <a:p>
            <a:pPr lvl="0"/>
            <a:r>
              <a:rPr lang="en-US" dirty="0"/>
              <a:t>Click to edit Master text styles</a:t>
            </a:r>
          </a:p>
        </p:txBody>
      </p:sp>
      <p:sp>
        <p:nvSpPr>
          <p:cNvPr id="7" name="Text Placeholder 15">
            <a:extLst>
              <a:ext uri="{FF2B5EF4-FFF2-40B4-BE49-F238E27FC236}">
                <a16:creationId xmlns:a16="http://schemas.microsoft.com/office/drawing/2014/main" id="{FE477264-934E-B474-FE17-B87FBCA4CA06}"/>
              </a:ext>
            </a:extLst>
          </p:cNvPr>
          <p:cNvSpPr>
            <a:spLocks noGrp="1"/>
          </p:cNvSpPr>
          <p:nvPr>
            <p:ph type="body" sz="quarter" idx="14"/>
          </p:nvPr>
        </p:nvSpPr>
        <p:spPr>
          <a:xfrm>
            <a:off x="838200" y="3166385"/>
            <a:ext cx="2141764" cy="514350"/>
          </a:xfrm>
        </p:spPr>
        <p:txBody>
          <a:bodyPr anchor="ctr">
            <a:noAutofit/>
          </a:bodyPr>
          <a:lstStyle>
            <a:lvl1pPr marL="0" indent="0" algn="r">
              <a:buNone/>
              <a:defRPr sz="1600">
                <a:solidFill>
                  <a:schemeClr val="bg1"/>
                </a:solidFill>
                <a:latin typeface="Oswald" pitchFamily="2" charset="77"/>
              </a:defRPr>
            </a:lvl1pPr>
          </a:lstStyle>
          <a:p>
            <a:pPr lvl="0"/>
            <a:r>
              <a:rPr lang="en-US" dirty="0"/>
              <a:t>Click to edit Master text styles</a:t>
            </a:r>
          </a:p>
        </p:txBody>
      </p:sp>
      <p:sp>
        <p:nvSpPr>
          <p:cNvPr id="8" name="Text Placeholder 15">
            <a:extLst>
              <a:ext uri="{FF2B5EF4-FFF2-40B4-BE49-F238E27FC236}">
                <a16:creationId xmlns:a16="http://schemas.microsoft.com/office/drawing/2014/main" id="{C9A33B6D-6075-DF7B-FF88-F7D0BDE9637C}"/>
              </a:ext>
            </a:extLst>
          </p:cNvPr>
          <p:cNvSpPr>
            <a:spLocks noGrp="1"/>
          </p:cNvSpPr>
          <p:nvPr>
            <p:ph type="body" sz="quarter" idx="15"/>
          </p:nvPr>
        </p:nvSpPr>
        <p:spPr>
          <a:xfrm>
            <a:off x="838200" y="3916794"/>
            <a:ext cx="2141764" cy="514350"/>
          </a:xfrm>
        </p:spPr>
        <p:txBody>
          <a:bodyPr anchor="ctr">
            <a:noAutofit/>
          </a:bodyPr>
          <a:lstStyle>
            <a:lvl1pPr marL="0" indent="0" algn="r">
              <a:buNone/>
              <a:defRPr sz="1600">
                <a:solidFill>
                  <a:schemeClr val="bg1"/>
                </a:solidFill>
                <a:latin typeface="Oswald" pitchFamily="2" charset="77"/>
              </a:defRPr>
            </a:lvl1pPr>
          </a:lstStyle>
          <a:p>
            <a:pPr lvl="0"/>
            <a:r>
              <a:rPr lang="en-US" dirty="0"/>
              <a:t>Click to edit Master text styles</a:t>
            </a:r>
          </a:p>
        </p:txBody>
      </p:sp>
      <p:sp>
        <p:nvSpPr>
          <p:cNvPr id="9" name="Text Placeholder 15">
            <a:extLst>
              <a:ext uri="{FF2B5EF4-FFF2-40B4-BE49-F238E27FC236}">
                <a16:creationId xmlns:a16="http://schemas.microsoft.com/office/drawing/2014/main" id="{C31E863A-DA0F-3221-E963-EB0AD9F010E1}"/>
              </a:ext>
            </a:extLst>
          </p:cNvPr>
          <p:cNvSpPr>
            <a:spLocks noGrp="1"/>
          </p:cNvSpPr>
          <p:nvPr>
            <p:ph type="body" sz="quarter" idx="16"/>
          </p:nvPr>
        </p:nvSpPr>
        <p:spPr>
          <a:xfrm>
            <a:off x="838200" y="4661212"/>
            <a:ext cx="2141764" cy="514350"/>
          </a:xfrm>
        </p:spPr>
        <p:txBody>
          <a:bodyPr anchor="ctr">
            <a:noAutofit/>
          </a:bodyPr>
          <a:lstStyle>
            <a:lvl1pPr marL="0" indent="0" algn="r">
              <a:buNone/>
              <a:defRPr sz="1600">
                <a:solidFill>
                  <a:schemeClr val="bg1"/>
                </a:solidFill>
                <a:latin typeface="Oswald" pitchFamily="2" charset="77"/>
              </a:defRPr>
            </a:lvl1pPr>
          </a:lstStyle>
          <a:p>
            <a:pPr lvl="0"/>
            <a:r>
              <a:rPr lang="en-US" dirty="0"/>
              <a:t>Click to edit Master text styles</a:t>
            </a:r>
          </a:p>
        </p:txBody>
      </p:sp>
      <p:sp>
        <p:nvSpPr>
          <p:cNvPr id="10" name="Text Placeholder 15">
            <a:extLst>
              <a:ext uri="{FF2B5EF4-FFF2-40B4-BE49-F238E27FC236}">
                <a16:creationId xmlns:a16="http://schemas.microsoft.com/office/drawing/2014/main" id="{CC55AFB9-3F9E-1BC0-B83C-8E42F84EB983}"/>
              </a:ext>
            </a:extLst>
          </p:cNvPr>
          <p:cNvSpPr>
            <a:spLocks noGrp="1"/>
          </p:cNvSpPr>
          <p:nvPr>
            <p:ph type="body" sz="quarter" idx="17" hasCustomPrompt="1"/>
          </p:nvPr>
        </p:nvSpPr>
        <p:spPr>
          <a:xfrm>
            <a:off x="4356349" y="2527928"/>
            <a:ext cx="5102680" cy="514344"/>
          </a:xfrm>
        </p:spPr>
        <p:txBody>
          <a:bodyPr anchor="t">
            <a:normAutofit/>
          </a:bodyPr>
          <a:lstStyle>
            <a:lvl1pPr marL="0" indent="0" algn="l">
              <a:lnSpc>
                <a:spcPct val="100000"/>
              </a:lnSpc>
              <a:buNone/>
              <a:defRPr sz="1400" spc="50" baseline="0">
                <a:solidFill>
                  <a:schemeClr val="bg1"/>
                </a:solidFill>
                <a:latin typeface="Oswald" pitchFamily="2" charset="77"/>
              </a:defRPr>
            </a:lvl1pPr>
          </a:lstStyle>
          <a:p>
            <a:pPr lvl="0"/>
            <a:r>
              <a:rPr lang="en-US" dirty="0"/>
              <a:t>Click to edit master text style</a:t>
            </a:r>
          </a:p>
        </p:txBody>
      </p:sp>
      <p:sp>
        <p:nvSpPr>
          <p:cNvPr id="11" name="Text Placeholder 15">
            <a:extLst>
              <a:ext uri="{FF2B5EF4-FFF2-40B4-BE49-F238E27FC236}">
                <a16:creationId xmlns:a16="http://schemas.microsoft.com/office/drawing/2014/main" id="{BB7B178D-5178-0A7C-5CBE-A4FDDE7E70FE}"/>
              </a:ext>
            </a:extLst>
          </p:cNvPr>
          <p:cNvSpPr>
            <a:spLocks noGrp="1"/>
          </p:cNvSpPr>
          <p:nvPr>
            <p:ph type="body" sz="quarter" idx="18" hasCustomPrompt="1"/>
          </p:nvPr>
        </p:nvSpPr>
        <p:spPr>
          <a:xfrm>
            <a:off x="4356349" y="3264852"/>
            <a:ext cx="5102680" cy="514344"/>
          </a:xfrm>
        </p:spPr>
        <p:txBody>
          <a:bodyPr anchor="t">
            <a:normAutofit/>
          </a:bodyPr>
          <a:lstStyle>
            <a:lvl1pPr marL="0" indent="0" algn="l">
              <a:lnSpc>
                <a:spcPct val="100000"/>
              </a:lnSpc>
              <a:buNone/>
              <a:defRPr sz="1400" spc="50" baseline="0">
                <a:solidFill>
                  <a:schemeClr val="bg1"/>
                </a:solidFill>
                <a:latin typeface="Oswald" pitchFamily="2" charset="77"/>
              </a:defRPr>
            </a:lvl1pPr>
          </a:lstStyle>
          <a:p>
            <a:pPr lvl="0"/>
            <a:r>
              <a:rPr lang="en-US"/>
              <a:t>Click to edit master text style</a:t>
            </a:r>
          </a:p>
        </p:txBody>
      </p:sp>
      <p:sp>
        <p:nvSpPr>
          <p:cNvPr id="12" name="Text Placeholder 15">
            <a:extLst>
              <a:ext uri="{FF2B5EF4-FFF2-40B4-BE49-F238E27FC236}">
                <a16:creationId xmlns:a16="http://schemas.microsoft.com/office/drawing/2014/main" id="{2F919270-1DE2-87A4-35AE-C9CBC906FAB4}"/>
              </a:ext>
            </a:extLst>
          </p:cNvPr>
          <p:cNvSpPr>
            <a:spLocks noGrp="1"/>
          </p:cNvSpPr>
          <p:nvPr>
            <p:ph type="body" sz="quarter" idx="19" hasCustomPrompt="1"/>
          </p:nvPr>
        </p:nvSpPr>
        <p:spPr>
          <a:xfrm>
            <a:off x="4356349" y="4011766"/>
            <a:ext cx="5102680" cy="514344"/>
          </a:xfrm>
        </p:spPr>
        <p:txBody>
          <a:bodyPr anchor="t">
            <a:normAutofit/>
          </a:bodyPr>
          <a:lstStyle>
            <a:lvl1pPr marL="0" indent="0" algn="l">
              <a:lnSpc>
                <a:spcPct val="100000"/>
              </a:lnSpc>
              <a:buNone/>
              <a:defRPr sz="1400" spc="50" baseline="0">
                <a:solidFill>
                  <a:schemeClr val="bg1"/>
                </a:solidFill>
                <a:latin typeface="Oswald" pitchFamily="2" charset="77"/>
              </a:defRPr>
            </a:lvl1pPr>
          </a:lstStyle>
          <a:p>
            <a:pPr lvl="0"/>
            <a:r>
              <a:rPr lang="en-US"/>
              <a:t>Click to edit master text style</a:t>
            </a:r>
          </a:p>
        </p:txBody>
      </p:sp>
      <p:sp>
        <p:nvSpPr>
          <p:cNvPr id="13" name="Text Placeholder 15">
            <a:extLst>
              <a:ext uri="{FF2B5EF4-FFF2-40B4-BE49-F238E27FC236}">
                <a16:creationId xmlns:a16="http://schemas.microsoft.com/office/drawing/2014/main" id="{E46DE7C1-1781-1B7E-11BA-B00418D950ED}"/>
              </a:ext>
            </a:extLst>
          </p:cNvPr>
          <p:cNvSpPr>
            <a:spLocks noGrp="1"/>
          </p:cNvSpPr>
          <p:nvPr>
            <p:ph type="body" sz="quarter" idx="20" hasCustomPrompt="1"/>
          </p:nvPr>
        </p:nvSpPr>
        <p:spPr>
          <a:xfrm>
            <a:off x="4356349" y="4748894"/>
            <a:ext cx="5102680" cy="514344"/>
          </a:xfrm>
        </p:spPr>
        <p:txBody>
          <a:bodyPr anchor="t">
            <a:normAutofit/>
          </a:bodyPr>
          <a:lstStyle>
            <a:lvl1pPr marL="0" indent="0" algn="l">
              <a:lnSpc>
                <a:spcPct val="100000"/>
              </a:lnSpc>
              <a:buNone/>
              <a:defRPr sz="1400" spc="50" baseline="0">
                <a:solidFill>
                  <a:schemeClr val="bg1"/>
                </a:solidFill>
                <a:latin typeface="Oswald" pitchFamily="2" charset="77"/>
              </a:defRPr>
            </a:lvl1pPr>
          </a:lstStyle>
          <a:p>
            <a:pPr lvl="0"/>
            <a:r>
              <a:rPr lang="en-US" dirty="0"/>
              <a:t>Click to edit master text style</a:t>
            </a:r>
          </a:p>
        </p:txBody>
      </p:sp>
      <p:cxnSp>
        <p:nvCxnSpPr>
          <p:cNvPr id="14" name="Straight Connector 13">
            <a:extLst>
              <a:ext uri="{FF2B5EF4-FFF2-40B4-BE49-F238E27FC236}">
                <a16:creationId xmlns:a16="http://schemas.microsoft.com/office/drawing/2014/main" id="{E0A25D78-EA05-8E9B-4FC0-23A07C7CF24F}"/>
              </a:ext>
              <a:ext uri="{C183D7F6-B498-43B3-948B-1728B52AA6E4}">
                <adec:decorative xmlns:adec="http://schemas.microsoft.com/office/drawing/2017/decorative" val="1"/>
              </a:ext>
            </a:extLst>
          </p:cNvPr>
          <p:cNvCxnSpPr>
            <a:cxnSpLocks/>
          </p:cNvCxnSpPr>
          <p:nvPr userDrawn="1"/>
        </p:nvCxnSpPr>
        <p:spPr>
          <a:xfrm>
            <a:off x="3498039" y="4948397"/>
            <a:ext cx="658235" cy="0"/>
          </a:xfrm>
          <a:prstGeom prst="line">
            <a:avLst/>
          </a:prstGeom>
          <a:ln w="12700">
            <a:solidFill>
              <a:schemeClr val="accent2"/>
            </a:solidFill>
            <a:headEnd type="none" w="med" len="med"/>
            <a:tailEnd type="arrow" w="med" len="med"/>
          </a:ln>
        </p:spPr>
        <p:style>
          <a:lnRef idx="1">
            <a:schemeClr val="accent5"/>
          </a:lnRef>
          <a:fillRef idx="0">
            <a:schemeClr val="accent5"/>
          </a:fillRef>
          <a:effectRef idx="0">
            <a:schemeClr val="accent5"/>
          </a:effectRef>
          <a:fontRef idx="minor">
            <a:schemeClr val="tx1"/>
          </a:fontRef>
        </p:style>
      </p:cxnSp>
      <p:cxnSp>
        <p:nvCxnSpPr>
          <p:cNvPr id="25" name="Straight Connector 24">
            <a:extLst>
              <a:ext uri="{FF2B5EF4-FFF2-40B4-BE49-F238E27FC236}">
                <a16:creationId xmlns:a16="http://schemas.microsoft.com/office/drawing/2014/main" id="{C873CB3B-4BBE-013A-4914-F39D1387EB90}"/>
              </a:ext>
              <a:ext uri="{C183D7F6-B498-43B3-948B-1728B52AA6E4}">
                <adec:decorative xmlns:adec="http://schemas.microsoft.com/office/drawing/2017/decorative" val="1"/>
              </a:ext>
            </a:extLst>
          </p:cNvPr>
          <p:cNvCxnSpPr>
            <a:cxnSpLocks/>
          </p:cNvCxnSpPr>
          <p:nvPr userDrawn="1"/>
        </p:nvCxnSpPr>
        <p:spPr>
          <a:xfrm>
            <a:off x="3498039" y="4204823"/>
            <a:ext cx="658235" cy="0"/>
          </a:xfrm>
          <a:prstGeom prst="line">
            <a:avLst/>
          </a:prstGeom>
          <a:ln w="12700">
            <a:solidFill>
              <a:schemeClr val="accent2"/>
            </a:solidFill>
            <a:headEnd type="none" w="med" len="med"/>
            <a:tailEnd type="arrow" w="med" len="med"/>
          </a:ln>
        </p:spPr>
        <p:style>
          <a:lnRef idx="1">
            <a:schemeClr val="accent5"/>
          </a:lnRef>
          <a:fillRef idx="0">
            <a:schemeClr val="accent5"/>
          </a:fillRef>
          <a:effectRef idx="0">
            <a:schemeClr val="accent5"/>
          </a:effectRef>
          <a:fontRef idx="minor">
            <a:schemeClr val="tx1"/>
          </a:fontRef>
        </p:style>
      </p:cxnSp>
      <p:cxnSp>
        <p:nvCxnSpPr>
          <p:cNvPr id="26" name="Straight Connector 25">
            <a:extLst>
              <a:ext uri="{FF2B5EF4-FFF2-40B4-BE49-F238E27FC236}">
                <a16:creationId xmlns:a16="http://schemas.microsoft.com/office/drawing/2014/main" id="{980D5AC5-7722-2947-768E-26CA2EDD419F}"/>
              </a:ext>
              <a:ext uri="{C183D7F6-B498-43B3-948B-1728B52AA6E4}">
                <adec:decorative xmlns:adec="http://schemas.microsoft.com/office/drawing/2017/decorative" val="1"/>
              </a:ext>
            </a:extLst>
          </p:cNvPr>
          <p:cNvCxnSpPr>
            <a:cxnSpLocks/>
          </p:cNvCxnSpPr>
          <p:nvPr userDrawn="1"/>
        </p:nvCxnSpPr>
        <p:spPr>
          <a:xfrm>
            <a:off x="3498039" y="3454974"/>
            <a:ext cx="658235" cy="0"/>
          </a:xfrm>
          <a:prstGeom prst="line">
            <a:avLst/>
          </a:prstGeom>
          <a:ln w="12700">
            <a:solidFill>
              <a:schemeClr val="accent2"/>
            </a:solidFill>
            <a:headEnd type="none" w="med" len="med"/>
            <a:tailEnd type="arrow" w="med" len="med"/>
          </a:ln>
        </p:spPr>
        <p:style>
          <a:lnRef idx="1">
            <a:schemeClr val="accent5"/>
          </a:lnRef>
          <a:fillRef idx="0">
            <a:schemeClr val="accent5"/>
          </a:fillRef>
          <a:effectRef idx="0">
            <a:schemeClr val="accent5"/>
          </a:effectRef>
          <a:fontRef idx="minor">
            <a:schemeClr val="tx1"/>
          </a:fontRef>
        </p:style>
      </p:cxnSp>
      <p:cxnSp>
        <p:nvCxnSpPr>
          <p:cNvPr id="27" name="Straight Connector 26">
            <a:extLst>
              <a:ext uri="{FF2B5EF4-FFF2-40B4-BE49-F238E27FC236}">
                <a16:creationId xmlns:a16="http://schemas.microsoft.com/office/drawing/2014/main" id="{09FBABEB-436F-2ED5-B871-7E19F9D0F92C}"/>
              </a:ext>
              <a:ext uri="{C183D7F6-B498-43B3-948B-1728B52AA6E4}">
                <adec:decorative xmlns:adec="http://schemas.microsoft.com/office/drawing/2017/decorative" val="1"/>
              </a:ext>
            </a:extLst>
          </p:cNvPr>
          <p:cNvCxnSpPr>
            <a:cxnSpLocks/>
          </p:cNvCxnSpPr>
          <p:nvPr userDrawn="1"/>
        </p:nvCxnSpPr>
        <p:spPr>
          <a:xfrm>
            <a:off x="3498039" y="2710483"/>
            <a:ext cx="658235" cy="0"/>
          </a:xfrm>
          <a:prstGeom prst="line">
            <a:avLst/>
          </a:prstGeom>
          <a:ln w="12700">
            <a:solidFill>
              <a:schemeClr val="accent2"/>
            </a:solidFill>
            <a:headEnd type="none" w="med" len="med"/>
            <a:tailEnd type="arrow" w="med" len="med"/>
          </a:ln>
        </p:spPr>
        <p:style>
          <a:lnRef idx="1">
            <a:schemeClr val="accent5"/>
          </a:lnRef>
          <a:fillRef idx="0">
            <a:schemeClr val="accent5"/>
          </a:fillRef>
          <a:effectRef idx="0">
            <a:schemeClr val="accent5"/>
          </a:effectRef>
          <a:fontRef idx="minor">
            <a:schemeClr val="tx1"/>
          </a:fontRef>
        </p:style>
      </p:cxnSp>
      <p:sp>
        <p:nvSpPr>
          <p:cNvPr id="2" name="Title Placeholder 1">
            <a:extLst>
              <a:ext uri="{FF2B5EF4-FFF2-40B4-BE49-F238E27FC236}">
                <a16:creationId xmlns:a16="http://schemas.microsoft.com/office/drawing/2014/main" id="{EFF08A99-306C-9629-0430-1CA12CBBC7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6680667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64BFCBE4-B90D-3C70-59B4-4DFBB7ADB733}"/>
              </a:ext>
            </a:extLst>
          </p:cNvPr>
          <p:cNvSpPr/>
          <p:nvPr userDrawn="1"/>
        </p:nvSpPr>
        <p:spPr>
          <a:xfrm>
            <a:off x="0" y="1"/>
            <a:ext cx="5274366" cy="3429000"/>
          </a:xfrm>
          <a:custGeom>
            <a:avLst/>
            <a:gdLst>
              <a:gd name="connsiteX0" fmla="*/ 0 w 5274366"/>
              <a:gd name="connsiteY0" fmla="*/ 0 h 3429000"/>
              <a:gd name="connsiteX1" fmla="*/ 4702854 w 5274366"/>
              <a:gd name="connsiteY1" fmla="*/ 0 h 3429000"/>
              <a:gd name="connsiteX2" fmla="*/ 5274366 w 5274366"/>
              <a:gd name="connsiteY2" fmla="*/ 571511 h 3429000"/>
              <a:gd name="connsiteX3" fmla="*/ 5274366 w 5274366"/>
              <a:gd name="connsiteY3" fmla="*/ 3429000 h 3429000"/>
              <a:gd name="connsiteX4" fmla="*/ 0 w 5274366"/>
              <a:gd name="connsiteY4" fmla="*/ 3429000 h 3429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4366" h="3429000">
                <a:moveTo>
                  <a:pt x="0" y="0"/>
                </a:moveTo>
                <a:lnTo>
                  <a:pt x="4702854" y="0"/>
                </a:lnTo>
                <a:cubicBezTo>
                  <a:pt x="5018491" y="0"/>
                  <a:pt x="5274366" y="255874"/>
                  <a:pt x="5274366" y="571511"/>
                </a:cubicBezTo>
                <a:lnTo>
                  <a:pt x="5274366" y="3429000"/>
                </a:lnTo>
                <a:lnTo>
                  <a:pt x="0" y="3429000"/>
                </a:lnTo>
                <a:close/>
              </a:path>
            </a:pathLst>
          </a:custGeom>
          <a:gradFill>
            <a:gsLst>
              <a:gs pos="0">
                <a:schemeClr val="accent2"/>
              </a:gs>
              <a:gs pos="100000">
                <a:schemeClr val="accent3"/>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solidFill>
                <a:schemeClr val="bg1"/>
              </a:solidFill>
              <a:latin typeface="Oswald" pitchFamily="2" charset="77"/>
            </a:endParaRPr>
          </a:p>
        </p:txBody>
      </p:sp>
      <p:sp>
        <p:nvSpPr>
          <p:cNvPr id="11" name="Rectangle 10">
            <a:extLst>
              <a:ext uri="{FF2B5EF4-FFF2-40B4-BE49-F238E27FC236}">
                <a16:creationId xmlns:a16="http://schemas.microsoft.com/office/drawing/2014/main" id="{99D680E6-26EF-0023-5316-3BCDCDDDFB8C}"/>
              </a:ext>
            </a:extLst>
          </p:cNvPr>
          <p:cNvSpPr/>
          <p:nvPr userDrawn="1"/>
        </p:nvSpPr>
        <p:spPr>
          <a:xfrm>
            <a:off x="592667" y="558800"/>
            <a:ext cx="10761133" cy="561816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Oswald" pitchFamily="2" charset="77"/>
            </a:endParaRPr>
          </a:p>
        </p:txBody>
      </p:sp>
      <p:sp>
        <p:nvSpPr>
          <p:cNvPr id="12" name="Round Diagonal Corner Rectangle 11">
            <a:extLst>
              <a:ext uri="{FF2B5EF4-FFF2-40B4-BE49-F238E27FC236}">
                <a16:creationId xmlns:a16="http://schemas.microsoft.com/office/drawing/2014/main" id="{D2346939-73ED-4BD0-9B7E-FDFE1E942D17}"/>
              </a:ext>
            </a:extLst>
          </p:cNvPr>
          <p:cNvSpPr/>
          <p:nvPr userDrawn="1"/>
        </p:nvSpPr>
        <p:spPr>
          <a:xfrm>
            <a:off x="7491803" y="5864459"/>
            <a:ext cx="8181194" cy="1359204"/>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3" name="Text Placeholder 2">
            <a:extLst>
              <a:ext uri="{FF2B5EF4-FFF2-40B4-BE49-F238E27FC236}">
                <a16:creationId xmlns:a16="http://schemas.microsoft.com/office/drawing/2014/main" id="{1DCF5514-3F47-0C9C-9AD7-AFD1FE880F26}"/>
              </a:ext>
            </a:extLst>
          </p:cNvPr>
          <p:cNvSpPr>
            <a:spLocks noGrp="1"/>
          </p:cNvSpPr>
          <p:nvPr>
            <p:ph type="body" idx="1" hasCustomPrompt="1"/>
          </p:nvPr>
        </p:nvSpPr>
        <p:spPr>
          <a:xfrm>
            <a:off x="839788" y="1681163"/>
            <a:ext cx="5157787" cy="823912"/>
          </a:xfrm>
          <a:prstGeom prst="rect">
            <a:avLst/>
          </a:prstGeom>
        </p:spPr>
        <p:txBody>
          <a:bodyPr anchor="ctr">
            <a:normAutofit/>
          </a:bodyPr>
          <a:lstStyle>
            <a:lvl1pPr marL="0" indent="0">
              <a:buNone/>
              <a:defRPr sz="2000" b="0">
                <a:solidFill>
                  <a:schemeClr val="bg1"/>
                </a:solidFill>
                <a:latin typeface="Oswa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59257FB3-70D5-7DA4-A11B-9A56641487FD}"/>
              </a:ext>
            </a:extLst>
          </p:cNvPr>
          <p:cNvSpPr>
            <a:spLocks noGrp="1"/>
          </p:cNvSpPr>
          <p:nvPr>
            <p:ph sz="half" idx="2"/>
          </p:nvPr>
        </p:nvSpPr>
        <p:spPr>
          <a:xfrm>
            <a:off x="839788" y="2555874"/>
            <a:ext cx="5157787" cy="3684588"/>
          </a:xfrm>
          <a:prstGeom prst="rect">
            <a:avLst/>
          </a:prstGeom>
        </p:spPr>
        <p:txBody>
          <a:bodyPr>
            <a:normAutofit/>
          </a:bodyPr>
          <a:lstStyle>
            <a:lvl1pPr>
              <a:defRPr sz="2000">
                <a:solidFill>
                  <a:schemeClr val="bg1"/>
                </a:solidFill>
                <a:latin typeface="Oswald" pitchFamily="2" charset="77"/>
              </a:defRPr>
            </a:lvl1pPr>
            <a:lvl2pPr>
              <a:defRPr sz="1800">
                <a:solidFill>
                  <a:schemeClr val="bg1"/>
                </a:solidFill>
                <a:latin typeface="Oswald" pitchFamily="2" charset="77"/>
              </a:defRPr>
            </a:lvl2pPr>
            <a:lvl3pPr>
              <a:defRPr sz="1600">
                <a:solidFill>
                  <a:schemeClr val="bg1"/>
                </a:solidFill>
                <a:latin typeface="Oswald" pitchFamily="2" charset="77"/>
              </a:defRPr>
            </a:lvl3pPr>
            <a:lvl4pPr>
              <a:defRPr sz="1400">
                <a:solidFill>
                  <a:schemeClr val="bg1"/>
                </a:solidFill>
                <a:latin typeface="Oswald" pitchFamily="2" charset="77"/>
              </a:defRPr>
            </a:lvl4pPr>
            <a:lvl5pPr>
              <a:defRPr sz="1400">
                <a:solidFill>
                  <a:schemeClr val="bg1"/>
                </a:solidFill>
                <a:latin typeface="Oswald"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4A9D676-54F3-C077-56F4-907DD78FDAC4}"/>
              </a:ext>
            </a:extLst>
          </p:cNvPr>
          <p:cNvSpPr>
            <a:spLocks noGrp="1"/>
          </p:cNvSpPr>
          <p:nvPr>
            <p:ph type="body" sz="quarter" idx="3" hasCustomPrompt="1"/>
          </p:nvPr>
        </p:nvSpPr>
        <p:spPr>
          <a:xfrm>
            <a:off x="6172200" y="1681163"/>
            <a:ext cx="5183188" cy="823912"/>
          </a:xfrm>
          <a:prstGeom prst="rect">
            <a:avLst/>
          </a:prstGeom>
        </p:spPr>
        <p:txBody>
          <a:bodyPr anchor="ctr">
            <a:normAutofit/>
          </a:bodyPr>
          <a:lstStyle>
            <a:lvl1pPr marL="0" indent="0">
              <a:buNone/>
              <a:defRPr sz="2000" b="0">
                <a:solidFill>
                  <a:schemeClr val="bg1"/>
                </a:solidFill>
                <a:latin typeface="Oswa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487B3973-833E-1126-A0D9-B347B3A875D9}"/>
              </a:ext>
            </a:extLst>
          </p:cNvPr>
          <p:cNvSpPr>
            <a:spLocks noGrp="1"/>
          </p:cNvSpPr>
          <p:nvPr>
            <p:ph sz="quarter" idx="4"/>
          </p:nvPr>
        </p:nvSpPr>
        <p:spPr>
          <a:xfrm>
            <a:off x="6172200" y="2555874"/>
            <a:ext cx="5183188" cy="3684588"/>
          </a:xfrm>
          <a:prstGeom prst="rect">
            <a:avLst/>
          </a:prstGeom>
        </p:spPr>
        <p:txBody>
          <a:bodyPr>
            <a:normAutofit/>
          </a:bodyPr>
          <a:lstStyle>
            <a:lvl1pPr>
              <a:defRPr sz="2000">
                <a:solidFill>
                  <a:schemeClr val="bg1"/>
                </a:solidFill>
                <a:latin typeface="Oswald" pitchFamily="2" charset="77"/>
              </a:defRPr>
            </a:lvl1pPr>
            <a:lvl2pPr>
              <a:defRPr sz="1800">
                <a:solidFill>
                  <a:schemeClr val="bg1"/>
                </a:solidFill>
                <a:latin typeface="Oswald" pitchFamily="2" charset="77"/>
              </a:defRPr>
            </a:lvl2pPr>
            <a:lvl3pPr>
              <a:defRPr sz="1600">
                <a:solidFill>
                  <a:schemeClr val="bg1"/>
                </a:solidFill>
                <a:latin typeface="Oswald" pitchFamily="2" charset="77"/>
              </a:defRPr>
            </a:lvl3pPr>
            <a:lvl4pPr>
              <a:defRPr sz="1400">
                <a:solidFill>
                  <a:schemeClr val="bg1"/>
                </a:solidFill>
                <a:latin typeface="Oswald" pitchFamily="2" charset="77"/>
              </a:defRPr>
            </a:lvl4pPr>
            <a:lvl5pPr>
              <a:defRPr sz="1400">
                <a:solidFill>
                  <a:schemeClr val="bg1"/>
                </a:solidFill>
                <a:latin typeface="Oswald"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DF3BA20-4333-CEE9-0870-6AEAD0DBD20A}"/>
              </a:ext>
            </a:extLst>
          </p:cNvPr>
          <p:cNvSpPr>
            <a:spLocks noGrp="1"/>
          </p:cNvSpPr>
          <p:nvPr>
            <p:ph type="dt" sz="half" idx="10"/>
          </p:nvPr>
        </p:nvSpPr>
        <p:spPr/>
        <p:txBody>
          <a:bodyPr/>
          <a:lstStyle>
            <a:lvl1pPr>
              <a:defRPr>
                <a:solidFill>
                  <a:schemeClr val="bg1"/>
                </a:solidFill>
                <a:latin typeface="Oswald" pitchFamily="2" charset="77"/>
              </a:defRPr>
            </a:lvl1pPr>
          </a:lstStyle>
          <a:p>
            <a:fld id="{04F85528-7667-1E46-8111-8E661B15A7D9}" type="datetimeFigureOut">
              <a:rPr lang="en-US" smtClean="0"/>
              <a:pPr/>
              <a:t>3/17/2026</a:t>
            </a:fld>
            <a:endParaRPr lang="en-US"/>
          </a:p>
        </p:txBody>
      </p:sp>
      <p:sp>
        <p:nvSpPr>
          <p:cNvPr id="8" name="Footer Placeholder 7">
            <a:extLst>
              <a:ext uri="{FF2B5EF4-FFF2-40B4-BE49-F238E27FC236}">
                <a16:creationId xmlns:a16="http://schemas.microsoft.com/office/drawing/2014/main" id="{3B92A7E9-8D26-30BF-EE5E-0920A52E5A38}"/>
              </a:ext>
            </a:extLst>
          </p:cNvPr>
          <p:cNvSpPr>
            <a:spLocks noGrp="1"/>
          </p:cNvSpPr>
          <p:nvPr>
            <p:ph type="ftr" sz="quarter" idx="11"/>
          </p:nvPr>
        </p:nvSpPr>
        <p:spPr/>
        <p:txBody>
          <a:bodyPr/>
          <a:lstStyle>
            <a:lvl1pPr>
              <a:defRPr>
                <a:solidFill>
                  <a:schemeClr val="bg1"/>
                </a:solidFill>
                <a:latin typeface="Oswald" pitchFamily="2" charset="77"/>
              </a:defRPr>
            </a:lvl1pPr>
          </a:lstStyle>
          <a:p>
            <a:endParaRPr lang="en-US"/>
          </a:p>
        </p:txBody>
      </p:sp>
      <p:sp>
        <p:nvSpPr>
          <p:cNvPr id="9" name="Slide Number Placeholder 8">
            <a:extLst>
              <a:ext uri="{FF2B5EF4-FFF2-40B4-BE49-F238E27FC236}">
                <a16:creationId xmlns:a16="http://schemas.microsoft.com/office/drawing/2014/main" id="{4A1FC5DF-E300-9F54-FD16-B363E8CEC19C}"/>
              </a:ext>
            </a:extLst>
          </p:cNvPr>
          <p:cNvSpPr>
            <a:spLocks noGrp="1"/>
          </p:cNvSpPr>
          <p:nvPr>
            <p:ph type="sldNum" sz="quarter" idx="12"/>
          </p:nvPr>
        </p:nvSpPr>
        <p:spPr/>
        <p:txBody>
          <a:bodyPr/>
          <a:lstStyle>
            <a:lvl1pPr>
              <a:defRPr>
                <a:solidFill>
                  <a:schemeClr val="bg1"/>
                </a:solidFill>
                <a:latin typeface="Oswald" pitchFamily="2" charset="77"/>
              </a:defRPr>
            </a:lvl1pPr>
          </a:lstStyle>
          <a:p>
            <a:fld id="{92A6C7AB-A877-C342-9CE7-90563939BDE3}" type="slidenum">
              <a:rPr lang="en-US" smtClean="0"/>
              <a:pPr/>
              <a:t>‹#›</a:t>
            </a:fld>
            <a:endParaRPr lang="en-US"/>
          </a:p>
        </p:txBody>
      </p:sp>
      <p:sp>
        <p:nvSpPr>
          <p:cNvPr id="2" name="Title Placeholder 1">
            <a:extLst>
              <a:ext uri="{FF2B5EF4-FFF2-40B4-BE49-F238E27FC236}">
                <a16:creationId xmlns:a16="http://schemas.microsoft.com/office/drawing/2014/main" id="{3E58FE4B-44C5-ECAD-D03B-DABB5E660E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4934152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70274EC4-E852-4E40-4F9C-BB45BF1C334C}"/>
              </a:ext>
            </a:extLst>
          </p:cNvPr>
          <p:cNvSpPr/>
          <p:nvPr userDrawn="1"/>
        </p:nvSpPr>
        <p:spPr>
          <a:xfrm>
            <a:off x="0" y="1"/>
            <a:ext cx="5274366" cy="3429000"/>
          </a:xfrm>
          <a:custGeom>
            <a:avLst/>
            <a:gdLst>
              <a:gd name="connsiteX0" fmla="*/ 0 w 5274366"/>
              <a:gd name="connsiteY0" fmla="*/ 0 h 3429000"/>
              <a:gd name="connsiteX1" fmla="*/ 4702854 w 5274366"/>
              <a:gd name="connsiteY1" fmla="*/ 0 h 3429000"/>
              <a:gd name="connsiteX2" fmla="*/ 5274366 w 5274366"/>
              <a:gd name="connsiteY2" fmla="*/ 571511 h 3429000"/>
              <a:gd name="connsiteX3" fmla="*/ 5274366 w 5274366"/>
              <a:gd name="connsiteY3" fmla="*/ 3429000 h 3429000"/>
              <a:gd name="connsiteX4" fmla="*/ 0 w 5274366"/>
              <a:gd name="connsiteY4" fmla="*/ 3429000 h 3429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4366" h="3429000">
                <a:moveTo>
                  <a:pt x="0" y="0"/>
                </a:moveTo>
                <a:lnTo>
                  <a:pt x="4702854" y="0"/>
                </a:lnTo>
                <a:cubicBezTo>
                  <a:pt x="5018491" y="0"/>
                  <a:pt x="5274366" y="255874"/>
                  <a:pt x="5274366" y="571511"/>
                </a:cubicBezTo>
                <a:lnTo>
                  <a:pt x="5274366" y="3429000"/>
                </a:lnTo>
                <a:lnTo>
                  <a:pt x="0" y="3429000"/>
                </a:lnTo>
                <a:close/>
              </a:path>
            </a:pathLst>
          </a:custGeom>
          <a:gradFill>
            <a:gsLst>
              <a:gs pos="0">
                <a:schemeClr val="accent2"/>
              </a:gs>
              <a:gs pos="100000">
                <a:schemeClr val="accent3"/>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solidFill>
                <a:schemeClr val="bg1"/>
              </a:solidFill>
              <a:latin typeface="Oswald" pitchFamily="2" charset="77"/>
            </a:endParaRPr>
          </a:p>
        </p:txBody>
      </p:sp>
      <p:sp>
        <p:nvSpPr>
          <p:cNvPr id="13" name="Rectangle 12">
            <a:extLst>
              <a:ext uri="{FF2B5EF4-FFF2-40B4-BE49-F238E27FC236}">
                <a16:creationId xmlns:a16="http://schemas.microsoft.com/office/drawing/2014/main" id="{C20623D3-C3C2-7973-3AF0-75A735190666}"/>
              </a:ext>
            </a:extLst>
          </p:cNvPr>
          <p:cNvSpPr/>
          <p:nvPr userDrawn="1"/>
        </p:nvSpPr>
        <p:spPr>
          <a:xfrm>
            <a:off x="592667" y="558800"/>
            <a:ext cx="10761133" cy="561816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Oswald" pitchFamily="2" charset="77"/>
            </a:endParaRPr>
          </a:p>
        </p:txBody>
      </p:sp>
      <p:sp>
        <p:nvSpPr>
          <p:cNvPr id="14" name="Round Diagonal Corner Rectangle 13">
            <a:extLst>
              <a:ext uri="{FF2B5EF4-FFF2-40B4-BE49-F238E27FC236}">
                <a16:creationId xmlns:a16="http://schemas.microsoft.com/office/drawing/2014/main" id="{7B0D322D-63FA-5A06-5F21-D064321A3600}"/>
              </a:ext>
            </a:extLst>
          </p:cNvPr>
          <p:cNvSpPr/>
          <p:nvPr userDrawn="1"/>
        </p:nvSpPr>
        <p:spPr>
          <a:xfrm>
            <a:off x="7491803" y="5864459"/>
            <a:ext cx="8181194" cy="1359204"/>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2" name="Date Placeholder 1">
            <a:extLst>
              <a:ext uri="{FF2B5EF4-FFF2-40B4-BE49-F238E27FC236}">
                <a16:creationId xmlns:a16="http://schemas.microsoft.com/office/drawing/2014/main" id="{0B21FCD0-5454-0121-1DDB-9A8862B8E907}"/>
              </a:ext>
            </a:extLst>
          </p:cNvPr>
          <p:cNvSpPr>
            <a:spLocks noGrp="1"/>
          </p:cNvSpPr>
          <p:nvPr>
            <p:ph type="dt" sz="half" idx="10"/>
          </p:nvPr>
        </p:nvSpPr>
        <p:spPr/>
        <p:txBody>
          <a:bodyPr/>
          <a:lstStyle>
            <a:lvl1pPr>
              <a:defRPr>
                <a:solidFill>
                  <a:schemeClr val="bg1"/>
                </a:solidFill>
                <a:latin typeface="Oswald" pitchFamily="2" charset="77"/>
              </a:defRPr>
            </a:lvl1pPr>
          </a:lstStyle>
          <a:p>
            <a:fld id="{04F85528-7667-1E46-8111-8E661B15A7D9}" type="datetimeFigureOut">
              <a:rPr lang="en-US" smtClean="0"/>
              <a:pPr/>
              <a:t>3/17/2026</a:t>
            </a:fld>
            <a:endParaRPr lang="en-US"/>
          </a:p>
        </p:txBody>
      </p:sp>
      <p:sp>
        <p:nvSpPr>
          <p:cNvPr id="3" name="Footer Placeholder 2">
            <a:extLst>
              <a:ext uri="{FF2B5EF4-FFF2-40B4-BE49-F238E27FC236}">
                <a16:creationId xmlns:a16="http://schemas.microsoft.com/office/drawing/2014/main" id="{BD91C240-2CEE-BE8A-8CD6-3A60FB97F852}"/>
              </a:ext>
            </a:extLst>
          </p:cNvPr>
          <p:cNvSpPr>
            <a:spLocks noGrp="1"/>
          </p:cNvSpPr>
          <p:nvPr>
            <p:ph type="ftr" sz="quarter" idx="11"/>
          </p:nvPr>
        </p:nvSpPr>
        <p:spPr/>
        <p:txBody>
          <a:bodyPr/>
          <a:lstStyle>
            <a:lvl1pPr>
              <a:defRPr>
                <a:solidFill>
                  <a:schemeClr val="bg1"/>
                </a:solidFill>
                <a:latin typeface="Oswald" pitchFamily="2" charset="77"/>
              </a:defRPr>
            </a:lvl1pPr>
          </a:lstStyle>
          <a:p>
            <a:endParaRPr lang="en-US"/>
          </a:p>
        </p:txBody>
      </p:sp>
      <p:sp>
        <p:nvSpPr>
          <p:cNvPr id="4" name="Slide Number Placeholder 3">
            <a:extLst>
              <a:ext uri="{FF2B5EF4-FFF2-40B4-BE49-F238E27FC236}">
                <a16:creationId xmlns:a16="http://schemas.microsoft.com/office/drawing/2014/main" id="{920775B4-B7B2-9DE4-81CE-BE87A26A17D4}"/>
              </a:ext>
            </a:extLst>
          </p:cNvPr>
          <p:cNvSpPr>
            <a:spLocks noGrp="1"/>
          </p:cNvSpPr>
          <p:nvPr>
            <p:ph type="sldNum" sz="quarter" idx="12"/>
          </p:nvPr>
        </p:nvSpPr>
        <p:spPr/>
        <p:txBody>
          <a:bodyPr/>
          <a:lstStyle>
            <a:lvl1pPr>
              <a:defRPr>
                <a:solidFill>
                  <a:schemeClr val="bg1"/>
                </a:solidFill>
                <a:latin typeface="Oswald" pitchFamily="2" charset="77"/>
              </a:defRPr>
            </a:lvl1pPr>
          </a:lstStyle>
          <a:p>
            <a:fld id="{92A6C7AB-A877-C342-9CE7-90563939BDE3}" type="slidenum">
              <a:rPr lang="en-US" smtClean="0"/>
              <a:pPr/>
              <a:t>‹#›</a:t>
            </a:fld>
            <a:endParaRPr lang="en-US"/>
          </a:p>
        </p:txBody>
      </p:sp>
      <p:sp>
        <p:nvSpPr>
          <p:cNvPr id="5" name="Text Placeholder 2">
            <a:extLst>
              <a:ext uri="{FF2B5EF4-FFF2-40B4-BE49-F238E27FC236}">
                <a16:creationId xmlns:a16="http://schemas.microsoft.com/office/drawing/2014/main" id="{7B40D38F-CF40-6542-AE46-FC2D631B0D61}"/>
              </a:ext>
            </a:extLst>
          </p:cNvPr>
          <p:cNvSpPr>
            <a:spLocks noGrp="1"/>
          </p:cNvSpPr>
          <p:nvPr>
            <p:ph type="body" idx="1" hasCustomPrompt="1"/>
          </p:nvPr>
        </p:nvSpPr>
        <p:spPr>
          <a:xfrm>
            <a:off x="838200" y="1896403"/>
            <a:ext cx="3287379" cy="823912"/>
          </a:xfrm>
        </p:spPr>
        <p:txBody>
          <a:bodyPr anchor="b">
            <a:noAutofit/>
          </a:bodyPr>
          <a:lstStyle>
            <a:lvl1pPr marL="0" indent="0">
              <a:buNone/>
              <a:defRPr lang="en-US" sz="200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a:t>
            </a:r>
            <a:br>
              <a:rPr lang="en-US" dirty="0"/>
            </a:br>
            <a:r>
              <a:rPr lang="en-US" dirty="0"/>
              <a:t>MASTER TEXT STYLES</a:t>
            </a:r>
          </a:p>
        </p:txBody>
      </p:sp>
      <p:sp>
        <p:nvSpPr>
          <p:cNvPr id="6" name="Content Placeholder 3">
            <a:extLst>
              <a:ext uri="{FF2B5EF4-FFF2-40B4-BE49-F238E27FC236}">
                <a16:creationId xmlns:a16="http://schemas.microsoft.com/office/drawing/2014/main" id="{47B94411-EE1B-C03C-ECA6-2C4902E5D9DD}"/>
              </a:ext>
            </a:extLst>
          </p:cNvPr>
          <p:cNvSpPr>
            <a:spLocks noGrp="1"/>
          </p:cNvSpPr>
          <p:nvPr>
            <p:ph sz="half" idx="2"/>
          </p:nvPr>
        </p:nvSpPr>
        <p:spPr>
          <a:xfrm>
            <a:off x="838200" y="2954073"/>
            <a:ext cx="3287379" cy="1997867"/>
          </a:xfrm>
        </p:spPr>
        <p:txBody>
          <a:bodyPr>
            <a:normAutofit/>
          </a:bodyPr>
          <a:lstStyle>
            <a:lvl1pPr marL="0" indent="0">
              <a:lnSpc>
                <a:spcPct val="100000"/>
              </a:lnSpc>
              <a:buNone/>
              <a:defRPr sz="1400" spc="50" baseline="0">
                <a:solidFill>
                  <a:schemeClr val="bg1"/>
                </a:solidFill>
                <a:latin typeface="Oswald" pitchFamily="2" charset="77"/>
              </a:defRPr>
            </a:lvl1pPr>
            <a:lvl2pPr marL="457200" indent="0">
              <a:lnSpc>
                <a:spcPct val="100000"/>
              </a:lnSpc>
              <a:buNone/>
              <a:defRPr sz="1400" spc="50" baseline="0">
                <a:solidFill>
                  <a:schemeClr val="bg1"/>
                </a:solidFill>
                <a:latin typeface="Oswald" pitchFamily="2" charset="77"/>
              </a:defRPr>
            </a:lvl2pPr>
            <a:lvl3pPr marL="914400" indent="0">
              <a:lnSpc>
                <a:spcPct val="100000"/>
              </a:lnSpc>
              <a:buNone/>
              <a:defRPr sz="1400" spc="50" baseline="0">
                <a:solidFill>
                  <a:schemeClr val="bg1"/>
                </a:solidFill>
                <a:latin typeface="Oswald" pitchFamily="2" charset="77"/>
              </a:defRPr>
            </a:lvl3pPr>
            <a:lvl4pPr marL="1371600" indent="0">
              <a:lnSpc>
                <a:spcPct val="100000"/>
              </a:lnSpc>
              <a:buNone/>
              <a:defRPr sz="1400" spc="50" baseline="0">
                <a:solidFill>
                  <a:schemeClr val="bg1"/>
                </a:solidFill>
                <a:latin typeface="Oswald" pitchFamily="2" charset="77"/>
              </a:defRPr>
            </a:lvl4pPr>
            <a:lvl5pPr marL="1828800" indent="0">
              <a:lnSpc>
                <a:spcPct val="100000"/>
              </a:lnSpc>
              <a:buNone/>
              <a:defRPr sz="1400" spc="50" baseline="0">
                <a:solidFill>
                  <a:schemeClr val="bg1"/>
                </a:solidFill>
                <a:latin typeface="Oswald"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4">
            <a:extLst>
              <a:ext uri="{FF2B5EF4-FFF2-40B4-BE49-F238E27FC236}">
                <a16:creationId xmlns:a16="http://schemas.microsoft.com/office/drawing/2014/main" id="{00FA7392-094B-A613-86FB-A9E944F23638}"/>
              </a:ext>
            </a:extLst>
          </p:cNvPr>
          <p:cNvSpPr>
            <a:spLocks noGrp="1"/>
          </p:cNvSpPr>
          <p:nvPr>
            <p:ph type="body" sz="quarter" idx="3" hasCustomPrompt="1"/>
          </p:nvPr>
        </p:nvSpPr>
        <p:spPr>
          <a:xfrm>
            <a:off x="4444215" y="1896403"/>
            <a:ext cx="3303569" cy="823912"/>
          </a:xfrm>
        </p:spPr>
        <p:txBody>
          <a:bodyPr anchor="b">
            <a:noAutofit/>
          </a:bodyPr>
          <a:lstStyle>
            <a:lvl1pPr marL="0" indent="0">
              <a:buNone/>
              <a:defRPr lang="en-US" sz="200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a:t>
            </a:r>
            <a:br>
              <a:rPr lang="en-US" dirty="0"/>
            </a:br>
            <a:r>
              <a:rPr lang="en-US" dirty="0"/>
              <a:t>MASTER TEXT STYLES</a:t>
            </a:r>
          </a:p>
        </p:txBody>
      </p:sp>
      <p:sp>
        <p:nvSpPr>
          <p:cNvPr id="8" name="Content Placeholder 5">
            <a:extLst>
              <a:ext uri="{FF2B5EF4-FFF2-40B4-BE49-F238E27FC236}">
                <a16:creationId xmlns:a16="http://schemas.microsoft.com/office/drawing/2014/main" id="{68ACE00C-9CB9-DC00-4643-DA904CA9AA07}"/>
              </a:ext>
            </a:extLst>
          </p:cNvPr>
          <p:cNvSpPr>
            <a:spLocks noGrp="1"/>
          </p:cNvSpPr>
          <p:nvPr>
            <p:ph sz="quarter" idx="4"/>
          </p:nvPr>
        </p:nvSpPr>
        <p:spPr>
          <a:xfrm>
            <a:off x="4444215" y="2954073"/>
            <a:ext cx="3303569" cy="1997867"/>
          </a:xfrm>
        </p:spPr>
        <p:txBody>
          <a:bodyPr>
            <a:normAutofit/>
          </a:bodyPr>
          <a:lstStyle>
            <a:lvl1pPr marL="0" indent="0">
              <a:lnSpc>
                <a:spcPct val="100000"/>
              </a:lnSpc>
              <a:buNone/>
              <a:defRPr sz="1400" spc="50" baseline="0">
                <a:solidFill>
                  <a:schemeClr val="bg1"/>
                </a:solidFill>
                <a:latin typeface="Oswald" pitchFamily="2" charset="77"/>
              </a:defRPr>
            </a:lvl1pPr>
            <a:lvl2pPr marL="457200" indent="0">
              <a:lnSpc>
                <a:spcPct val="100000"/>
              </a:lnSpc>
              <a:buNone/>
              <a:defRPr sz="1400" spc="50" baseline="0">
                <a:solidFill>
                  <a:schemeClr val="bg1"/>
                </a:solidFill>
                <a:latin typeface="Oswald" pitchFamily="2" charset="77"/>
              </a:defRPr>
            </a:lvl2pPr>
            <a:lvl3pPr marL="914400" indent="0">
              <a:lnSpc>
                <a:spcPct val="100000"/>
              </a:lnSpc>
              <a:buNone/>
              <a:defRPr sz="1400" spc="50" baseline="0">
                <a:solidFill>
                  <a:schemeClr val="bg1"/>
                </a:solidFill>
                <a:latin typeface="Oswald" pitchFamily="2" charset="77"/>
              </a:defRPr>
            </a:lvl3pPr>
            <a:lvl4pPr marL="1371600" indent="0">
              <a:lnSpc>
                <a:spcPct val="100000"/>
              </a:lnSpc>
              <a:buNone/>
              <a:defRPr sz="1400" spc="50" baseline="0">
                <a:solidFill>
                  <a:schemeClr val="bg1"/>
                </a:solidFill>
                <a:latin typeface="Oswald" pitchFamily="2" charset="77"/>
              </a:defRPr>
            </a:lvl4pPr>
            <a:lvl5pPr marL="1828800" indent="0">
              <a:lnSpc>
                <a:spcPct val="100000"/>
              </a:lnSpc>
              <a:buNone/>
              <a:defRPr sz="1400" spc="50" baseline="0">
                <a:solidFill>
                  <a:schemeClr val="bg1"/>
                </a:solidFill>
                <a:latin typeface="Oswald"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
            <a:extLst>
              <a:ext uri="{FF2B5EF4-FFF2-40B4-BE49-F238E27FC236}">
                <a16:creationId xmlns:a16="http://schemas.microsoft.com/office/drawing/2014/main" id="{92013688-DF31-3EE2-D370-36B3288E68BC}"/>
              </a:ext>
            </a:extLst>
          </p:cNvPr>
          <p:cNvSpPr>
            <a:spLocks noGrp="1"/>
          </p:cNvSpPr>
          <p:nvPr>
            <p:ph type="body" idx="13" hasCustomPrompt="1"/>
          </p:nvPr>
        </p:nvSpPr>
        <p:spPr>
          <a:xfrm>
            <a:off x="8066421" y="1896403"/>
            <a:ext cx="3287379" cy="823912"/>
          </a:xfrm>
        </p:spPr>
        <p:txBody>
          <a:bodyPr anchor="b">
            <a:noAutofit/>
          </a:bodyPr>
          <a:lstStyle>
            <a:lvl1pPr marL="0" indent="0">
              <a:buNone/>
              <a:defRPr lang="en-US" sz="2000" kern="1200" spc="150" baseline="0" dirty="0" smtClean="0">
                <a:solidFill>
                  <a:schemeClr val="bg1"/>
                </a:solidFill>
                <a:latin typeface="Oswald" pitchFamily="2" charset="77"/>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a:t>
            </a:r>
            <a:br>
              <a:rPr lang="en-US" dirty="0"/>
            </a:br>
            <a:r>
              <a:rPr lang="en-US" dirty="0"/>
              <a:t>MASTER TEXT STYLES</a:t>
            </a:r>
          </a:p>
        </p:txBody>
      </p:sp>
      <p:sp>
        <p:nvSpPr>
          <p:cNvPr id="10" name="Content Placeholder 3">
            <a:extLst>
              <a:ext uri="{FF2B5EF4-FFF2-40B4-BE49-F238E27FC236}">
                <a16:creationId xmlns:a16="http://schemas.microsoft.com/office/drawing/2014/main" id="{DF083F95-2FCF-68CA-C819-D4BE0495B340}"/>
              </a:ext>
            </a:extLst>
          </p:cNvPr>
          <p:cNvSpPr>
            <a:spLocks noGrp="1"/>
          </p:cNvSpPr>
          <p:nvPr>
            <p:ph sz="half" idx="14"/>
          </p:nvPr>
        </p:nvSpPr>
        <p:spPr>
          <a:xfrm>
            <a:off x="8066421" y="2954073"/>
            <a:ext cx="3287379" cy="1997867"/>
          </a:xfrm>
        </p:spPr>
        <p:txBody>
          <a:bodyPr>
            <a:normAutofit/>
          </a:bodyPr>
          <a:lstStyle>
            <a:lvl1pPr marL="0" indent="0">
              <a:lnSpc>
                <a:spcPct val="100000"/>
              </a:lnSpc>
              <a:buNone/>
              <a:defRPr sz="1400" spc="50" baseline="0">
                <a:solidFill>
                  <a:schemeClr val="bg1"/>
                </a:solidFill>
                <a:latin typeface="Oswald" pitchFamily="2" charset="77"/>
              </a:defRPr>
            </a:lvl1pPr>
            <a:lvl2pPr marL="457200" indent="0">
              <a:lnSpc>
                <a:spcPct val="100000"/>
              </a:lnSpc>
              <a:buNone/>
              <a:defRPr sz="1400" spc="50" baseline="0">
                <a:solidFill>
                  <a:schemeClr val="bg1"/>
                </a:solidFill>
                <a:latin typeface="Oswald" pitchFamily="2" charset="77"/>
              </a:defRPr>
            </a:lvl2pPr>
            <a:lvl3pPr marL="914400" indent="0">
              <a:lnSpc>
                <a:spcPct val="100000"/>
              </a:lnSpc>
              <a:buNone/>
              <a:defRPr sz="1400" spc="50" baseline="0">
                <a:solidFill>
                  <a:schemeClr val="bg1"/>
                </a:solidFill>
                <a:latin typeface="Oswald" pitchFamily="2" charset="77"/>
              </a:defRPr>
            </a:lvl3pPr>
            <a:lvl4pPr marL="1371600" indent="0">
              <a:lnSpc>
                <a:spcPct val="100000"/>
              </a:lnSpc>
              <a:buNone/>
              <a:defRPr sz="1400" spc="50" baseline="0">
                <a:solidFill>
                  <a:schemeClr val="bg1"/>
                </a:solidFill>
                <a:latin typeface="Oswald" pitchFamily="2" charset="77"/>
              </a:defRPr>
            </a:lvl4pPr>
            <a:lvl5pPr marL="1828800" indent="0">
              <a:lnSpc>
                <a:spcPct val="100000"/>
              </a:lnSpc>
              <a:buNone/>
              <a:defRPr sz="1400" spc="50" baseline="0">
                <a:solidFill>
                  <a:schemeClr val="bg1"/>
                </a:solidFill>
                <a:latin typeface="Oswald"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itle Placeholder 1">
            <a:extLst>
              <a:ext uri="{FF2B5EF4-FFF2-40B4-BE49-F238E27FC236}">
                <a16:creationId xmlns:a16="http://schemas.microsoft.com/office/drawing/2014/main" id="{7A06B92A-6F20-7580-65D4-DE461509E7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10417875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07710166-67CC-C22C-5121-796A006B24D5}"/>
              </a:ext>
            </a:extLst>
          </p:cNvPr>
          <p:cNvSpPr/>
          <p:nvPr userDrawn="1"/>
        </p:nvSpPr>
        <p:spPr>
          <a:xfrm>
            <a:off x="8361696" y="0"/>
            <a:ext cx="3890713" cy="5891021"/>
          </a:xfrm>
          <a:custGeom>
            <a:avLst/>
            <a:gdLst>
              <a:gd name="connsiteX0" fmla="*/ 0 w 3890713"/>
              <a:gd name="connsiteY0" fmla="*/ 0 h 5891021"/>
              <a:gd name="connsiteX1" fmla="*/ 1564105 w 3890713"/>
              <a:gd name="connsiteY1" fmla="*/ 0 h 5891021"/>
              <a:gd name="connsiteX2" fmla="*/ 2326608 w 3890713"/>
              <a:gd name="connsiteY2" fmla="*/ 0 h 5891021"/>
              <a:gd name="connsiteX3" fmla="*/ 3890713 w 3890713"/>
              <a:gd name="connsiteY3" fmla="*/ 0 h 5891021"/>
              <a:gd name="connsiteX4" fmla="*/ 3890713 w 3890713"/>
              <a:gd name="connsiteY4" fmla="*/ 5891021 h 5891021"/>
              <a:gd name="connsiteX5" fmla="*/ 2326608 w 3890713"/>
              <a:gd name="connsiteY5" fmla="*/ 5891021 h 5891021"/>
              <a:gd name="connsiteX6" fmla="*/ 1951881 w 3890713"/>
              <a:gd name="connsiteY6" fmla="*/ 5891021 h 5891021"/>
              <a:gd name="connsiteX7" fmla="*/ 387776 w 3890713"/>
              <a:gd name="connsiteY7" fmla="*/ 5891021 h 5891021"/>
              <a:gd name="connsiteX8" fmla="*/ 0 w 3890713"/>
              <a:gd name="connsiteY8" fmla="*/ 5531173 h 5891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0713" h="5891021">
                <a:moveTo>
                  <a:pt x="0" y="0"/>
                </a:moveTo>
                <a:lnTo>
                  <a:pt x="1564105" y="0"/>
                </a:lnTo>
                <a:lnTo>
                  <a:pt x="2326608" y="0"/>
                </a:lnTo>
                <a:lnTo>
                  <a:pt x="3890713" y="0"/>
                </a:lnTo>
                <a:lnTo>
                  <a:pt x="3890713" y="5891021"/>
                </a:lnTo>
                <a:lnTo>
                  <a:pt x="2326608" y="5891021"/>
                </a:lnTo>
                <a:lnTo>
                  <a:pt x="1951881" y="5891021"/>
                </a:lnTo>
                <a:lnTo>
                  <a:pt x="387776" y="5891021"/>
                </a:lnTo>
                <a:cubicBezTo>
                  <a:pt x="173612" y="5891021"/>
                  <a:pt x="0" y="5729912"/>
                  <a:pt x="0" y="5531173"/>
                </a:cubicBezTo>
                <a:close/>
              </a:path>
            </a:pathLst>
          </a:custGeom>
          <a:gradFill>
            <a:gsLst>
              <a:gs pos="0">
                <a:schemeClr val="accent2"/>
              </a:gs>
              <a:gs pos="100000">
                <a:schemeClr val="accent3"/>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solidFill>
                <a:schemeClr val="bg1"/>
              </a:solidFill>
              <a:latin typeface="Oswald" pitchFamily="2" charset="77"/>
            </a:endParaRPr>
          </a:p>
        </p:txBody>
      </p:sp>
      <p:sp>
        <p:nvSpPr>
          <p:cNvPr id="4" name="Date Placeholder 3">
            <a:extLst>
              <a:ext uri="{FF2B5EF4-FFF2-40B4-BE49-F238E27FC236}">
                <a16:creationId xmlns:a16="http://schemas.microsoft.com/office/drawing/2014/main" id="{9034668E-504D-8D1B-8AC9-3E387BF0B1BA}"/>
              </a:ext>
            </a:extLst>
          </p:cNvPr>
          <p:cNvSpPr>
            <a:spLocks noGrp="1"/>
          </p:cNvSpPr>
          <p:nvPr>
            <p:ph type="dt" sz="half" idx="10"/>
          </p:nvPr>
        </p:nvSpPr>
        <p:spPr/>
        <p:txBody>
          <a:bodyPr/>
          <a:lstStyle>
            <a:lvl1pPr>
              <a:defRPr>
                <a:solidFill>
                  <a:schemeClr val="bg1"/>
                </a:solidFill>
                <a:latin typeface="Oswald" pitchFamily="2" charset="77"/>
              </a:defRPr>
            </a:lvl1pPr>
          </a:lstStyle>
          <a:p>
            <a:r>
              <a:rPr lang="en-US"/>
              <a:t>20XX</a:t>
            </a:r>
            <a:endParaRPr lang="en-US" dirty="0"/>
          </a:p>
        </p:txBody>
      </p:sp>
      <p:sp>
        <p:nvSpPr>
          <p:cNvPr id="5" name="Footer Placeholder 4">
            <a:extLst>
              <a:ext uri="{FF2B5EF4-FFF2-40B4-BE49-F238E27FC236}">
                <a16:creationId xmlns:a16="http://schemas.microsoft.com/office/drawing/2014/main" id="{BB5369F0-13E7-3987-C328-EA939F9601E5}"/>
              </a:ext>
            </a:extLst>
          </p:cNvPr>
          <p:cNvSpPr>
            <a:spLocks noGrp="1"/>
          </p:cNvSpPr>
          <p:nvPr>
            <p:ph type="ftr" sz="quarter" idx="11"/>
          </p:nvPr>
        </p:nvSpPr>
        <p:spPr/>
        <p:txBody>
          <a:bodyPr/>
          <a:lstStyle>
            <a:lvl1pPr>
              <a:defRPr>
                <a:solidFill>
                  <a:schemeClr val="bg1"/>
                </a:solidFill>
                <a:latin typeface="Oswald" pitchFamily="2" charset="77"/>
              </a:defRPr>
            </a:lvl1pPr>
          </a:lstStyle>
          <a:p>
            <a:endParaRPr lang="en-US"/>
          </a:p>
        </p:txBody>
      </p:sp>
      <p:sp>
        <p:nvSpPr>
          <p:cNvPr id="6" name="Slide Number Placeholder 5">
            <a:extLst>
              <a:ext uri="{FF2B5EF4-FFF2-40B4-BE49-F238E27FC236}">
                <a16:creationId xmlns:a16="http://schemas.microsoft.com/office/drawing/2014/main" id="{76047604-23FB-3B77-51A9-FC577F45E9D1}"/>
              </a:ext>
            </a:extLst>
          </p:cNvPr>
          <p:cNvSpPr>
            <a:spLocks noGrp="1"/>
          </p:cNvSpPr>
          <p:nvPr>
            <p:ph type="sldNum" sz="quarter" idx="12"/>
          </p:nvPr>
        </p:nvSpPr>
        <p:spPr/>
        <p:txBody>
          <a:bodyPr/>
          <a:lstStyle>
            <a:lvl1pPr>
              <a:defRPr>
                <a:solidFill>
                  <a:schemeClr val="bg1"/>
                </a:solidFill>
                <a:latin typeface="Oswald" pitchFamily="2" charset="77"/>
              </a:defRPr>
            </a:lvl1pPr>
          </a:lstStyle>
          <a:p>
            <a:fld id="{92A6C7AB-A877-C342-9CE7-90563939BDE3}" type="slidenum">
              <a:rPr lang="en-US" smtClean="0"/>
              <a:pPr/>
              <a:t>‹#›</a:t>
            </a:fld>
            <a:endParaRPr lang="en-US"/>
          </a:p>
        </p:txBody>
      </p:sp>
      <p:sp>
        <p:nvSpPr>
          <p:cNvPr id="8" name="Round Diagonal Corner Rectangle 7">
            <a:extLst>
              <a:ext uri="{FF2B5EF4-FFF2-40B4-BE49-F238E27FC236}">
                <a16:creationId xmlns:a16="http://schemas.microsoft.com/office/drawing/2014/main" id="{344F6AA8-8BED-CB6B-63FF-B754E514113E}"/>
              </a:ext>
            </a:extLst>
          </p:cNvPr>
          <p:cNvSpPr/>
          <p:nvPr userDrawn="1"/>
        </p:nvSpPr>
        <p:spPr>
          <a:xfrm>
            <a:off x="1349975" y="4814592"/>
            <a:ext cx="8181194" cy="1359204"/>
          </a:xfrm>
          <a:prstGeom prst="round2DiagRect">
            <a:avLst>
              <a:gd name="adj1" fmla="val 16667"/>
              <a:gd name="adj2" fmla="val 0"/>
            </a:avLst>
          </a:prstGeom>
          <a:noFill/>
          <a:ln>
            <a:gradFill flip="none" rotWithShape="1">
              <a:gsLst>
                <a:gs pos="0">
                  <a:schemeClr val="accent2"/>
                </a:gs>
                <a:gs pos="100000">
                  <a:schemeClr val="accent3"/>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9" name="Oval 8">
            <a:extLst>
              <a:ext uri="{FF2B5EF4-FFF2-40B4-BE49-F238E27FC236}">
                <a16:creationId xmlns:a16="http://schemas.microsoft.com/office/drawing/2014/main" id="{AABD8576-B04F-A05C-56AC-C37CFC0A2118}"/>
              </a:ext>
            </a:extLst>
          </p:cNvPr>
          <p:cNvSpPr/>
          <p:nvPr userDrawn="1"/>
        </p:nvSpPr>
        <p:spPr>
          <a:xfrm>
            <a:off x="2209800" y="4685458"/>
            <a:ext cx="277000" cy="276999"/>
          </a:xfrm>
          <a:prstGeom prst="ellipse">
            <a:avLst/>
          </a:prstGeom>
          <a:solidFill>
            <a:schemeClr val="tx1"/>
          </a:solidFill>
          <a:ln w="63500">
            <a:gradFill flip="none" rotWithShape="1">
              <a:gsLst>
                <a:gs pos="0">
                  <a:schemeClr val="accent2"/>
                </a:gs>
                <a:gs pos="99000">
                  <a:schemeClr val="accent3"/>
                </a:gs>
              </a:gsLst>
              <a:lin ang="81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12" name="Graphic 52">
            <a:extLst>
              <a:ext uri="{FF2B5EF4-FFF2-40B4-BE49-F238E27FC236}">
                <a16:creationId xmlns:a16="http://schemas.microsoft.com/office/drawing/2014/main" id="{0B11035F-2A6A-1B83-1546-56B12D93A852}"/>
              </a:ext>
            </a:extLst>
          </p:cNvPr>
          <p:cNvSpPr/>
          <p:nvPr userDrawn="1"/>
        </p:nvSpPr>
        <p:spPr>
          <a:xfrm>
            <a:off x="8154437" y="3528917"/>
            <a:ext cx="912326" cy="915154"/>
          </a:xfrm>
          <a:custGeom>
            <a:avLst/>
            <a:gdLst>
              <a:gd name="connsiteX0" fmla="*/ 587573 w 912326"/>
              <a:gd name="connsiteY0" fmla="*/ 914871 h 915154"/>
              <a:gd name="connsiteX1" fmla="*/ 582199 w 912326"/>
              <a:gd name="connsiteY1" fmla="*/ 909215 h 915154"/>
              <a:gd name="connsiteX2" fmla="*/ 596151 w 912326"/>
              <a:gd name="connsiteY2" fmla="*/ 895546 h 915154"/>
              <a:gd name="connsiteX3" fmla="*/ 582011 w 912326"/>
              <a:gd name="connsiteY3" fmla="*/ 881689 h 915154"/>
              <a:gd name="connsiteX4" fmla="*/ 588044 w 912326"/>
              <a:gd name="connsiteY4" fmla="*/ 876316 h 915154"/>
              <a:gd name="connsiteX5" fmla="*/ 601147 w 912326"/>
              <a:gd name="connsiteY5" fmla="*/ 889890 h 915154"/>
              <a:gd name="connsiteX6" fmla="*/ 614910 w 912326"/>
              <a:gd name="connsiteY6" fmla="*/ 875750 h 915154"/>
              <a:gd name="connsiteX7" fmla="*/ 620944 w 912326"/>
              <a:gd name="connsiteY7" fmla="*/ 882066 h 915154"/>
              <a:gd name="connsiteX8" fmla="*/ 607463 w 912326"/>
              <a:gd name="connsiteY8" fmla="*/ 895264 h 915154"/>
              <a:gd name="connsiteX9" fmla="*/ 621321 w 912326"/>
              <a:gd name="connsiteY9" fmla="*/ 909027 h 915154"/>
              <a:gd name="connsiteX10" fmla="*/ 615476 w 912326"/>
              <a:gd name="connsiteY10" fmla="*/ 914400 h 915154"/>
              <a:gd name="connsiteX11" fmla="*/ 602844 w 912326"/>
              <a:gd name="connsiteY11" fmla="*/ 901485 h 915154"/>
              <a:gd name="connsiteX12" fmla="*/ 588327 w 912326"/>
              <a:gd name="connsiteY12" fmla="*/ 914966 h 915154"/>
              <a:gd name="connsiteX13" fmla="*/ 587761 w 912326"/>
              <a:gd name="connsiteY13" fmla="*/ 914966 h 915154"/>
              <a:gd name="connsiteX14" fmla="*/ 878861 w 912326"/>
              <a:gd name="connsiteY14" fmla="*/ 914871 h 915154"/>
              <a:gd name="connsiteX15" fmla="*/ 892341 w 912326"/>
              <a:gd name="connsiteY15" fmla="*/ 901768 h 915154"/>
              <a:gd name="connsiteX16" fmla="*/ 906104 w 912326"/>
              <a:gd name="connsiteY16" fmla="*/ 914871 h 915154"/>
              <a:gd name="connsiteX17" fmla="*/ 906670 w 912326"/>
              <a:gd name="connsiteY17" fmla="*/ 914871 h 915154"/>
              <a:gd name="connsiteX18" fmla="*/ 912138 w 912326"/>
              <a:gd name="connsiteY18" fmla="*/ 908744 h 915154"/>
              <a:gd name="connsiteX19" fmla="*/ 898280 w 912326"/>
              <a:gd name="connsiteY19" fmla="*/ 895169 h 915154"/>
              <a:gd name="connsiteX20" fmla="*/ 911666 w 912326"/>
              <a:gd name="connsiteY20" fmla="*/ 881972 h 915154"/>
              <a:gd name="connsiteX21" fmla="*/ 905916 w 912326"/>
              <a:gd name="connsiteY21" fmla="*/ 875467 h 915154"/>
              <a:gd name="connsiteX22" fmla="*/ 892247 w 912326"/>
              <a:gd name="connsiteY22" fmla="*/ 889796 h 915154"/>
              <a:gd name="connsiteX23" fmla="*/ 878672 w 912326"/>
              <a:gd name="connsiteY23" fmla="*/ 875939 h 915154"/>
              <a:gd name="connsiteX24" fmla="*/ 872828 w 912326"/>
              <a:gd name="connsiteY24" fmla="*/ 881878 h 915154"/>
              <a:gd name="connsiteX25" fmla="*/ 886874 w 912326"/>
              <a:gd name="connsiteY25" fmla="*/ 895735 h 915154"/>
              <a:gd name="connsiteX26" fmla="*/ 873111 w 912326"/>
              <a:gd name="connsiteY26" fmla="*/ 909121 h 915154"/>
              <a:gd name="connsiteX27" fmla="*/ 878201 w 912326"/>
              <a:gd name="connsiteY27" fmla="*/ 914966 h 915154"/>
              <a:gd name="connsiteX28" fmla="*/ 878767 w 912326"/>
              <a:gd name="connsiteY28" fmla="*/ 914966 h 915154"/>
              <a:gd name="connsiteX29" fmla="*/ 6222 w 912326"/>
              <a:gd name="connsiteY29" fmla="*/ 914871 h 915154"/>
              <a:gd name="connsiteX30" fmla="*/ 20362 w 912326"/>
              <a:gd name="connsiteY30" fmla="*/ 901297 h 915154"/>
              <a:gd name="connsiteX31" fmla="*/ 33654 w 912326"/>
              <a:gd name="connsiteY31" fmla="*/ 914683 h 915154"/>
              <a:gd name="connsiteX32" fmla="*/ 39404 w 912326"/>
              <a:gd name="connsiteY32" fmla="*/ 908744 h 915154"/>
              <a:gd name="connsiteX33" fmla="*/ 25358 w 912326"/>
              <a:gd name="connsiteY33" fmla="*/ 895075 h 915154"/>
              <a:gd name="connsiteX34" fmla="*/ 38838 w 912326"/>
              <a:gd name="connsiteY34" fmla="*/ 881972 h 915154"/>
              <a:gd name="connsiteX35" fmla="*/ 32805 w 912326"/>
              <a:gd name="connsiteY35" fmla="*/ 875656 h 915154"/>
              <a:gd name="connsiteX36" fmla="*/ 19231 w 912326"/>
              <a:gd name="connsiteY36" fmla="*/ 889890 h 915154"/>
              <a:gd name="connsiteX37" fmla="*/ 6033 w 912326"/>
              <a:gd name="connsiteY37" fmla="*/ 876221 h 915154"/>
              <a:gd name="connsiteX38" fmla="*/ 283 w 912326"/>
              <a:gd name="connsiteY38" fmla="*/ 881689 h 915154"/>
              <a:gd name="connsiteX39" fmla="*/ 14329 w 912326"/>
              <a:gd name="connsiteY39" fmla="*/ 895546 h 915154"/>
              <a:gd name="connsiteX40" fmla="*/ 471 w 912326"/>
              <a:gd name="connsiteY40" fmla="*/ 909215 h 915154"/>
              <a:gd name="connsiteX41" fmla="*/ 5750 w 912326"/>
              <a:gd name="connsiteY41" fmla="*/ 914966 h 915154"/>
              <a:gd name="connsiteX42" fmla="*/ 6316 w 912326"/>
              <a:gd name="connsiteY42" fmla="*/ 914966 h 915154"/>
              <a:gd name="connsiteX43" fmla="*/ 324753 w 912326"/>
              <a:gd name="connsiteY43" fmla="*/ 914871 h 915154"/>
              <a:gd name="connsiteX44" fmla="*/ 330315 w 912326"/>
              <a:gd name="connsiteY44" fmla="*/ 908838 h 915154"/>
              <a:gd name="connsiteX45" fmla="*/ 316458 w 912326"/>
              <a:gd name="connsiteY45" fmla="*/ 895075 h 915154"/>
              <a:gd name="connsiteX46" fmla="*/ 330127 w 912326"/>
              <a:gd name="connsiteY46" fmla="*/ 881595 h 915154"/>
              <a:gd name="connsiteX47" fmla="*/ 324188 w 912326"/>
              <a:gd name="connsiteY47" fmla="*/ 875656 h 915154"/>
              <a:gd name="connsiteX48" fmla="*/ 310142 w 912326"/>
              <a:gd name="connsiteY48" fmla="*/ 889890 h 915154"/>
              <a:gd name="connsiteX49" fmla="*/ 296850 w 912326"/>
              <a:gd name="connsiteY49" fmla="*/ 876221 h 915154"/>
              <a:gd name="connsiteX50" fmla="*/ 291005 w 912326"/>
              <a:gd name="connsiteY50" fmla="*/ 881689 h 915154"/>
              <a:gd name="connsiteX51" fmla="*/ 305051 w 912326"/>
              <a:gd name="connsiteY51" fmla="*/ 895641 h 915154"/>
              <a:gd name="connsiteX52" fmla="*/ 291948 w 912326"/>
              <a:gd name="connsiteY52" fmla="*/ 908650 h 915154"/>
              <a:gd name="connsiteX53" fmla="*/ 297133 w 912326"/>
              <a:gd name="connsiteY53" fmla="*/ 915154 h 915154"/>
              <a:gd name="connsiteX54" fmla="*/ 310142 w 912326"/>
              <a:gd name="connsiteY54" fmla="*/ 901768 h 915154"/>
              <a:gd name="connsiteX55" fmla="*/ 324188 w 912326"/>
              <a:gd name="connsiteY55" fmla="*/ 914871 h 915154"/>
              <a:gd name="connsiteX56" fmla="*/ 324753 w 912326"/>
              <a:gd name="connsiteY56" fmla="*/ 914871 h 915154"/>
              <a:gd name="connsiteX57" fmla="*/ 595868 w 912326"/>
              <a:gd name="connsiteY57" fmla="*/ 20079 h 915154"/>
              <a:gd name="connsiteX58" fmla="*/ 582388 w 912326"/>
              <a:gd name="connsiteY58" fmla="*/ 33277 h 915154"/>
              <a:gd name="connsiteX59" fmla="*/ 588421 w 912326"/>
              <a:gd name="connsiteY59" fmla="*/ 39781 h 915154"/>
              <a:gd name="connsiteX60" fmla="*/ 601901 w 912326"/>
              <a:gd name="connsiteY60" fmla="*/ 25358 h 915154"/>
              <a:gd name="connsiteX61" fmla="*/ 615288 w 912326"/>
              <a:gd name="connsiteY61" fmla="*/ 39404 h 915154"/>
              <a:gd name="connsiteX62" fmla="*/ 621321 w 912326"/>
              <a:gd name="connsiteY62" fmla="*/ 33371 h 915154"/>
              <a:gd name="connsiteX63" fmla="*/ 607086 w 912326"/>
              <a:gd name="connsiteY63" fmla="*/ 19419 h 915154"/>
              <a:gd name="connsiteX64" fmla="*/ 620661 w 912326"/>
              <a:gd name="connsiteY64" fmla="*/ 6222 h 915154"/>
              <a:gd name="connsiteX65" fmla="*/ 615193 w 912326"/>
              <a:gd name="connsiteY65" fmla="*/ 377 h 915154"/>
              <a:gd name="connsiteX66" fmla="*/ 601242 w 912326"/>
              <a:gd name="connsiteY66" fmla="*/ 14612 h 915154"/>
              <a:gd name="connsiteX67" fmla="*/ 587667 w 912326"/>
              <a:gd name="connsiteY67" fmla="*/ 660 h 915154"/>
              <a:gd name="connsiteX68" fmla="*/ 581822 w 912326"/>
              <a:gd name="connsiteY68" fmla="*/ 6410 h 915154"/>
              <a:gd name="connsiteX69" fmla="*/ 595774 w 912326"/>
              <a:gd name="connsiteY69" fmla="*/ 20079 h 915154"/>
              <a:gd name="connsiteX70" fmla="*/ 39687 w 912326"/>
              <a:gd name="connsiteY70" fmla="*/ 325036 h 915154"/>
              <a:gd name="connsiteX71" fmla="*/ 25358 w 912326"/>
              <a:gd name="connsiteY71" fmla="*/ 311273 h 915154"/>
              <a:gd name="connsiteX72" fmla="*/ 38838 w 912326"/>
              <a:gd name="connsiteY72" fmla="*/ 297887 h 915154"/>
              <a:gd name="connsiteX73" fmla="*/ 33088 w 912326"/>
              <a:gd name="connsiteY73" fmla="*/ 291948 h 915154"/>
              <a:gd name="connsiteX74" fmla="*/ 19136 w 912326"/>
              <a:gd name="connsiteY74" fmla="*/ 306088 h 915154"/>
              <a:gd name="connsiteX75" fmla="*/ 5939 w 912326"/>
              <a:gd name="connsiteY75" fmla="*/ 292514 h 915154"/>
              <a:gd name="connsiteX76" fmla="*/ 0 w 912326"/>
              <a:gd name="connsiteY76" fmla="*/ 298264 h 915154"/>
              <a:gd name="connsiteX77" fmla="*/ 14234 w 912326"/>
              <a:gd name="connsiteY77" fmla="*/ 311933 h 915154"/>
              <a:gd name="connsiteX78" fmla="*/ 566 w 912326"/>
              <a:gd name="connsiteY78" fmla="*/ 325319 h 915154"/>
              <a:gd name="connsiteX79" fmla="*/ 6033 w 912326"/>
              <a:gd name="connsiteY79" fmla="*/ 331164 h 915154"/>
              <a:gd name="connsiteX80" fmla="*/ 19702 w 912326"/>
              <a:gd name="connsiteY80" fmla="*/ 317401 h 915154"/>
              <a:gd name="connsiteX81" fmla="*/ 33182 w 912326"/>
              <a:gd name="connsiteY81" fmla="*/ 331164 h 915154"/>
              <a:gd name="connsiteX82" fmla="*/ 39687 w 912326"/>
              <a:gd name="connsiteY82" fmla="*/ 325036 h 915154"/>
              <a:gd name="connsiteX83" fmla="*/ 329844 w 912326"/>
              <a:gd name="connsiteY83" fmla="*/ 298170 h 915154"/>
              <a:gd name="connsiteX84" fmla="*/ 324094 w 912326"/>
              <a:gd name="connsiteY84" fmla="*/ 291854 h 915154"/>
              <a:gd name="connsiteX85" fmla="*/ 310425 w 912326"/>
              <a:gd name="connsiteY85" fmla="*/ 306371 h 915154"/>
              <a:gd name="connsiteX86" fmla="*/ 296944 w 912326"/>
              <a:gd name="connsiteY86" fmla="*/ 292514 h 915154"/>
              <a:gd name="connsiteX87" fmla="*/ 291005 w 912326"/>
              <a:gd name="connsiteY87" fmla="*/ 298453 h 915154"/>
              <a:gd name="connsiteX88" fmla="*/ 305051 w 912326"/>
              <a:gd name="connsiteY88" fmla="*/ 312404 h 915154"/>
              <a:gd name="connsiteX89" fmla="*/ 291665 w 912326"/>
              <a:gd name="connsiteY89" fmla="*/ 325508 h 915154"/>
              <a:gd name="connsiteX90" fmla="*/ 297133 w 912326"/>
              <a:gd name="connsiteY90" fmla="*/ 331446 h 915154"/>
              <a:gd name="connsiteX91" fmla="*/ 310707 w 912326"/>
              <a:gd name="connsiteY91" fmla="*/ 317495 h 915154"/>
              <a:gd name="connsiteX92" fmla="*/ 323999 w 912326"/>
              <a:gd name="connsiteY92" fmla="*/ 331069 h 915154"/>
              <a:gd name="connsiteX93" fmla="*/ 330315 w 912326"/>
              <a:gd name="connsiteY93" fmla="*/ 325413 h 915154"/>
              <a:gd name="connsiteX94" fmla="*/ 316175 w 912326"/>
              <a:gd name="connsiteY94" fmla="*/ 311650 h 915154"/>
              <a:gd name="connsiteX95" fmla="*/ 329844 w 912326"/>
              <a:gd name="connsiteY95" fmla="*/ 298264 h 915154"/>
              <a:gd name="connsiteX96" fmla="*/ 19419 w 912326"/>
              <a:gd name="connsiteY96" fmla="*/ 598131 h 915154"/>
              <a:gd name="connsiteX97" fmla="*/ 6127 w 912326"/>
              <a:gd name="connsiteY97" fmla="*/ 584273 h 915154"/>
              <a:gd name="connsiteX98" fmla="*/ 283 w 912326"/>
              <a:gd name="connsiteY98" fmla="*/ 589929 h 915154"/>
              <a:gd name="connsiteX99" fmla="*/ 14329 w 912326"/>
              <a:gd name="connsiteY99" fmla="*/ 603504 h 915154"/>
              <a:gd name="connsiteX100" fmla="*/ 754 w 912326"/>
              <a:gd name="connsiteY100" fmla="*/ 616796 h 915154"/>
              <a:gd name="connsiteX101" fmla="*/ 6316 w 912326"/>
              <a:gd name="connsiteY101" fmla="*/ 623112 h 915154"/>
              <a:gd name="connsiteX102" fmla="*/ 20173 w 912326"/>
              <a:gd name="connsiteY102" fmla="*/ 609066 h 915154"/>
              <a:gd name="connsiteX103" fmla="*/ 33371 w 912326"/>
              <a:gd name="connsiteY103" fmla="*/ 622546 h 915154"/>
              <a:gd name="connsiteX104" fmla="*/ 39593 w 912326"/>
              <a:gd name="connsiteY104" fmla="*/ 616796 h 915154"/>
              <a:gd name="connsiteX105" fmla="*/ 25452 w 912326"/>
              <a:gd name="connsiteY105" fmla="*/ 603127 h 915154"/>
              <a:gd name="connsiteX106" fmla="*/ 39216 w 912326"/>
              <a:gd name="connsiteY106" fmla="*/ 589552 h 915154"/>
              <a:gd name="connsiteX107" fmla="*/ 33182 w 912326"/>
              <a:gd name="connsiteY107" fmla="*/ 583425 h 915154"/>
              <a:gd name="connsiteX108" fmla="*/ 19513 w 912326"/>
              <a:gd name="connsiteY108" fmla="*/ 598036 h 915154"/>
              <a:gd name="connsiteX109" fmla="*/ 297133 w 912326"/>
              <a:gd name="connsiteY109" fmla="*/ 584179 h 915154"/>
              <a:gd name="connsiteX110" fmla="*/ 291383 w 912326"/>
              <a:gd name="connsiteY110" fmla="*/ 589929 h 915154"/>
              <a:gd name="connsiteX111" fmla="*/ 305240 w 912326"/>
              <a:gd name="connsiteY111" fmla="*/ 603598 h 915154"/>
              <a:gd name="connsiteX112" fmla="*/ 291665 w 912326"/>
              <a:gd name="connsiteY112" fmla="*/ 616796 h 915154"/>
              <a:gd name="connsiteX113" fmla="*/ 297227 w 912326"/>
              <a:gd name="connsiteY113" fmla="*/ 622923 h 915154"/>
              <a:gd name="connsiteX114" fmla="*/ 310896 w 912326"/>
              <a:gd name="connsiteY114" fmla="*/ 609066 h 915154"/>
              <a:gd name="connsiteX115" fmla="*/ 324565 w 912326"/>
              <a:gd name="connsiteY115" fmla="*/ 622829 h 915154"/>
              <a:gd name="connsiteX116" fmla="*/ 330504 w 912326"/>
              <a:gd name="connsiteY116" fmla="*/ 616702 h 915154"/>
              <a:gd name="connsiteX117" fmla="*/ 316364 w 912326"/>
              <a:gd name="connsiteY117" fmla="*/ 603033 h 915154"/>
              <a:gd name="connsiteX118" fmla="*/ 330221 w 912326"/>
              <a:gd name="connsiteY118" fmla="*/ 589552 h 915154"/>
              <a:gd name="connsiteX119" fmla="*/ 324659 w 912326"/>
              <a:gd name="connsiteY119" fmla="*/ 583896 h 915154"/>
              <a:gd name="connsiteX120" fmla="*/ 310519 w 912326"/>
              <a:gd name="connsiteY120" fmla="*/ 598131 h 915154"/>
              <a:gd name="connsiteX121" fmla="*/ 297227 w 912326"/>
              <a:gd name="connsiteY121" fmla="*/ 584179 h 915154"/>
              <a:gd name="connsiteX122" fmla="*/ 19985 w 912326"/>
              <a:gd name="connsiteY122" fmla="*/ 25547 h 915154"/>
              <a:gd name="connsiteX123" fmla="*/ 33465 w 912326"/>
              <a:gd name="connsiteY123" fmla="*/ 39404 h 915154"/>
              <a:gd name="connsiteX124" fmla="*/ 39310 w 912326"/>
              <a:gd name="connsiteY124" fmla="*/ 33465 h 915154"/>
              <a:gd name="connsiteX125" fmla="*/ 25264 w 912326"/>
              <a:gd name="connsiteY125" fmla="*/ 19608 h 915154"/>
              <a:gd name="connsiteX126" fmla="*/ 39027 w 912326"/>
              <a:gd name="connsiteY126" fmla="*/ 6316 h 915154"/>
              <a:gd name="connsiteX127" fmla="*/ 33182 w 912326"/>
              <a:gd name="connsiteY127" fmla="*/ 283 h 915154"/>
              <a:gd name="connsiteX128" fmla="*/ 19231 w 912326"/>
              <a:gd name="connsiteY128" fmla="*/ 14517 h 915154"/>
              <a:gd name="connsiteX129" fmla="*/ 5939 w 912326"/>
              <a:gd name="connsiteY129" fmla="*/ 943 h 915154"/>
              <a:gd name="connsiteX130" fmla="*/ 189 w 912326"/>
              <a:gd name="connsiteY130" fmla="*/ 6410 h 915154"/>
              <a:gd name="connsiteX131" fmla="*/ 14234 w 912326"/>
              <a:gd name="connsiteY131" fmla="*/ 20173 h 915154"/>
              <a:gd name="connsiteX132" fmla="*/ 566 w 912326"/>
              <a:gd name="connsiteY132" fmla="*/ 33559 h 915154"/>
              <a:gd name="connsiteX133" fmla="*/ 6410 w 912326"/>
              <a:gd name="connsiteY133" fmla="*/ 39687 h 915154"/>
              <a:gd name="connsiteX134" fmla="*/ 20079 w 912326"/>
              <a:gd name="connsiteY134" fmla="*/ 25452 h 915154"/>
              <a:gd name="connsiteX135" fmla="*/ 615476 w 912326"/>
              <a:gd name="connsiteY135" fmla="*/ 330787 h 915154"/>
              <a:gd name="connsiteX136" fmla="*/ 621132 w 912326"/>
              <a:gd name="connsiteY136" fmla="*/ 325319 h 915154"/>
              <a:gd name="connsiteX137" fmla="*/ 606992 w 912326"/>
              <a:gd name="connsiteY137" fmla="*/ 311367 h 915154"/>
              <a:gd name="connsiteX138" fmla="*/ 620567 w 912326"/>
              <a:gd name="connsiteY138" fmla="*/ 298453 h 915154"/>
              <a:gd name="connsiteX139" fmla="*/ 615099 w 912326"/>
              <a:gd name="connsiteY139" fmla="*/ 291854 h 915154"/>
              <a:gd name="connsiteX140" fmla="*/ 601336 w 912326"/>
              <a:gd name="connsiteY140" fmla="*/ 305900 h 915154"/>
              <a:gd name="connsiteX141" fmla="*/ 588233 w 912326"/>
              <a:gd name="connsiteY141" fmla="*/ 292702 h 915154"/>
              <a:gd name="connsiteX142" fmla="*/ 581728 w 912326"/>
              <a:gd name="connsiteY142" fmla="*/ 298170 h 915154"/>
              <a:gd name="connsiteX143" fmla="*/ 595774 w 912326"/>
              <a:gd name="connsiteY143" fmla="*/ 311839 h 915154"/>
              <a:gd name="connsiteX144" fmla="*/ 582105 w 912326"/>
              <a:gd name="connsiteY144" fmla="*/ 325319 h 915154"/>
              <a:gd name="connsiteX145" fmla="*/ 587761 w 912326"/>
              <a:gd name="connsiteY145" fmla="*/ 330881 h 915154"/>
              <a:gd name="connsiteX146" fmla="*/ 601619 w 912326"/>
              <a:gd name="connsiteY146" fmla="*/ 316646 h 915154"/>
              <a:gd name="connsiteX147" fmla="*/ 615382 w 912326"/>
              <a:gd name="connsiteY147" fmla="*/ 330598 h 915154"/>
              <a:gd name="connsiteX148" fmla="*/ 887062 w 912326"/>
              <a:gd name="connsiteY148" fmla="*/ 20173 h 915154"/>
              <a:gd name="connsiteX149" fmla="*/ 873393 w 912326"/>
              <a:gd name="connsiteY149" fmla="*/ 33465 h 915154"/>
              <a:gd name="connsiteX150" fmla="*/ 878861 w 912326"/>
              <a:gd name="connsiteY150" fmla="*/ 39593 h 915154"/>
              <a:gd name="connsiteX151" fmla="*/ 892624 w 912326"/>
              <a:gd name="connsiteY151" fmla="*/ 25641 h 915154"/>
              <a:gd name="connsiteX152" fmla="*/ 906199 w 912326"/>
              <a:gd name="connsiteY152" fmla="*/ 39498 h 915154"/>
              <a:gd name="connsiteX153" fmla="*/ 912043 w 912326"/>
              <a:gd name="connsiteY153" fmla="*/ 33371 h 915154"/>
              <a:gd name="connsiteX154" fmla="*/ 897997 w 912326"/>
              <a:gd name="connsiteY154" fmla="*/ 19796 h 915154"/>
              <a:gd name="connsiteX155" fmla="*/ 911855 w 912326"/>
              <a:gd name="connsiteY155" fmla="*/ 6222 h 915154"/>
              <a:gd name="connsiteX156" fmla="*/ 905916 w 912326"/>
              <a:gd name="connsiteY156" fmla="*/ 189 h 915154"/>
              <a:gd name="connsiteX157" fmla="*/ 892247 w 912326"/>
              <a:gd name="connsiteY157" fmla="*/ 14800 h 915154"/>
              <a:gd name="connsiteX158" fmla="*/ 878955 w 912326"/>
              <a:gd name="connsiteY158" fmla="*/ 660 h 915154"/>
              <a:gd name="connsiteX159" fmla="*/ 873016 w 912326"/>
              <a:gd name="connsiteY159" fmla="*/ 6410 h 915154"/>
              <a:gd name="connsiteX160" fmla="*/ 887157 w 912326"/>
              <a:gd name="connsiteY160" fmla="*/ 20173 h 915154"/>
              <a:gd name="connsiteX161" fmla="*/ 588044 w 912326"/>
              <a:gd name="connsiteY161" fmla="*/ 584273 h 915154"/>
              <a:gd name="connsiteX162" fmla="*/ 581728 w 912326"/>
              <a:gd name="connsiteY162" fmla="*/ 590118 h 915154"/>
              <a:gd name="connsiteX163" fmla="*/ 595868 w 912326"/>
              <a:gd name="connsiteY163" fmla="*/ 603598 h 915154"/>
              <a:gd name="connsiteX164" fmla="*/ 582105 w 912326"/>
              <a:gd name="connsiteY164" fmla="*/ 617079 h 915154"/>
              <a:gd name="connsiteX165" fmla="*/ 587761 w 912326"/>
              <a:gd name="connsiteY165" fmla="*/ 622829 h 915154"/>
              <a:gd name="connsiteX166" fmla="*/ 601336 w 912326"/>
              <a:gd name="connsiteY166" fmla="*/ 608689 h 915154"/>
              <a:gd name="connsiteX167" fmla="*/ 615099 w 912326"/>
              <a:gd name="connsiteY167" fmla="*/ 622640 h 915154"/>
              <a:gd name="connsiteX168" fmla="*/ 621038 w 912326"/>
              <a:gd name="connsiteY168" fmla="*/ 616984 h 915154"/>
              <a:gd name="connsiteX169" fmla="*/ 606898 w 912326"/>
              <a:gd name="connsiteY169" fmla="*/ 603127 h 915154"/>
              <a:gd name="connsiteX170" fmla="*/ 620378 w 912326"/>
              <a:gd name="connsiteY170" fmla="*/ 590118 h 915154"/>
              <a:gd name="connsiteX171" fmla="*/ 615005 w 912326"/>
              <a:gd name="connsiteY171" fmla="*/ 583613 h 915154"/>
              <a:gd name="connsiteX172" fmla="*/ 601242 w 912326"/>
              <a:gd name="connsiteY172" fmla="*/ 597565 h 915154"/>
              <a:gd name="connsiteX173" fmla="*/ 587950 w 912326"/>
              <a:gd name="connsiteY173" fmla="*/ 584179 h 915154"/>
              <a:gd name="connsiteX174" fmla="*/ 305146 w 912326"/>
              <a:gd name="connsiteY174" fmla="*/ 20362 h 915154"/>
              <a:gd name="connsiteX175" fmla="*/ 291665 w 912326"/>
              <a:gd name="connsiteY175" fmla="*/ 33465 h 915154"/>
              <a:gd name="connsiteX176" fmla="*/ 297133 w 912326"/>
              <a:gd name="connsiteY176" fmla="*/ 39687 h 915154"/>
              <a:gd name="connsiteX177" fmla="*/ 310896 w 912326"/>
              <a:gd name="connsiteY177" fmla="*/ 25641 h 915154"/>
              <a:gd name="connsiteX178" fmla="*/ 324471 w 912326"/>
              <a:gd name="connsiteY178" fmla="*/ 39404 h 915154"/>
              <a:gd name="connsiteX179" fmla="*/ 330409 w 912326"/>
              <a:gd name="connsiteY179" fmla="*/ 33371 h 915154"/>
              <a:gd name="connsiteX180" fmla="*/ 316269 w 912326"/>
              <a:gd name="connsiteY180" fmla="*/ 19608 h 915154"/>
              <a:gd name="connsiteX181" fmla="*/ 329750 w 912326"/>
              <a:gd name="connsiteY181" fmla="*/ 6316 h 915154"/>
              <a:gd name="connsiteX182" fmla="*/ 324188 w 912326"/>
              <a:gd name="connsiteY182" fmla="*/ 0 h 915154"/>
              <a:gd name="connsiteX183" fmla="*/ 309953 w 912326"/>
              <a:gd name="connsiteY183" fmla="*/ 14423 h 915154"/>
              <a:gd name="connsiteX184" fmla="*/ 296944 w 912326"/>
              <a:gd name="connsiteY184" fmla="*/ 566 h 915154"/>
              <a:gd name="connsiteX185" fmla="*/ 291005 w 912326"/>
              <a:gd name="connsiteY185" fmla="*/ 6222 h 915154"/>
              <a:gd name="connsiteX186" fmla="*/ 305051 w 912326"/>
              <a:gd name="connsiteY186" fmla="*/ 20173 h 915154"/>
              <a:gd name="connsiteX187" fmla="*/ 911478 w 912326"/>
              <a:gd name="connsiteY187" fmla="*/ 298076 h 915154"/>
              <a:gd name="connsiteX188" fmla="*/ 906104 w 912326"/>
              <a:gd name="connsiteY188" fmla="*/ 291948 h 915154"/>
              <a:gd name="connsiteX189" fmla="*/ 892341 w 912326"/>
              <a:gd name="connsiteY189" fmla="*/ 305900 h 915154"/>
              <a:gd name="connsiteX190" fmla="*/ 879144 w 912326"/>
              <a:gd name="connsiteY190" fmla="*/ 292608 h 915154"/>
              <a:gd name="connsiteX191" fmla="*/ 872828 w 912326"/>
              <a:gd name="connsiteY191" fmla="*/ 298453 h 915154"/>
              <a:gd name="connsiteX192" fmla="*/ 886779 w 912326"/>
              <a:gd name="connsiteY192" fmla="*/ 312121 h 915154"/>
              <a:gd name="connsiteX193" fmla="*/ 873393 w 912326"/>
              <a:gd name="connsiteY193" fmla="*/ 325413 h 915154"/>
              <a:gd name="connsiteX194" fmla="*/ 879144 w 912326"/>
              <a:gd name="connsiteY194" fmla="*/ 331446 h 915154"/>
              <a:gd name="connsiteX195" fmla="*/ 893190 w 912326"/>
              <a:gd name="connsiteY195" fmla="*/ 317023 h 915154"/>
              <a:gd name="connsiteX196" fmla="*/ 906199 w 912326"/>
              <a:gd name="connsiteY196" fmla="*/ 330315 h 915154"/>
              <a:gd name="connsiteX197" fmla="*/ 912043 w 912326"/>
              <a:gd name="connsiteY197" fmla="*/ 325413 h 915154"/>
              <a:gd name="connsiteX198" fmla="*/ 897903 w 912326"/>
              <a:gd name="connsiteY198" fmla="*/ 311462 h 915154"/>
              <a:gd name="connsiteX199" fmla="*/ 911478 w 912326"/>
              <a:gd name="connsiteY199" fmla="*/ 298076 h 915154"/>
              <a:gd name="connsiteX200" fmla="*/ 872828 w 912326"/>
              <a:gd name="connsiteY200" fmla="*/ 590024 h 915154"/>
              <a:gd name="connsiteX201" fmla="*/ 887157 w 912326"/>
              <a:gd name="connsiteY201" fmla="*/ 603598 h 915154"/>
              <a:gd name="connsiteX202" fmla="*/ 873393 w 912326"/>
              <a:gd name="connsiteY202" fmla="*/ 617079 h 915154"/>
              <a:gd name="connsiteX203" fmla="*/ 878955 w 912326"/>
              <a:gd name="connsiteY203" fmla="*/ 623018 h 915154"/>
              <a:gd name="connsiteX204" fmla="*/ 892530 w 912326"/>
              <a:gd name="connsiteY204" fmla="*/ 608972 h 915154"/>
              <a:gd name="connsiteX205" fmla="*/ 905916 w 912326"/>
              <a:gd name="connsiteY205" fmla="*/ 622923 h 915154"/>
              <a:gd name="connsiteX206" fmla="*/ 912326 w 912326"/>
              <a:gd name="connsiteY206" fmla="*/ 616796 h 915154"/>
              <a:gd name="connsiteX207" fmla="*/ 897903 w 912326"/>
              <a:gd name="connsiteY207" fmla="*/ 602844 h 915154"/>
              <a:gd name="connsiteX208" fmla="*/ 911478 w 912326"/>
              <a:gd name="connsiteY208" fmla="*/ 590024 h 915154"/>
              <a:gd name="connsiteX209" fmla="*/ 905916 w 912326"/>
              <a:gd name="connsiteY209" fmla="*/ 583708 h 915154"/>
              <a:gd name="connsiteX210" fmla="*/ 892341 w 912326"/>
              <a:gd name="connsiteY210" fmla="*/ 597754 h 915154"/>
              <a:gd name="connsiteX211" fmla="*/ 878861 w 912326"/>
              <a:gd name="connsiteY211" fmla="*/ 584085 h 915154"/>
              <a:gd name="connsiteX212" fmla="*/ 872828 w 912326"/>
              <a:gd name="connsiteY212" fmla="*/ 590118 h 915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912326" h="915154">
                <a:moveTo>
                  <a:pt x="587573" y="914871"/>
                </a:moveTo>
                <a:cubicBezTo>
                  <a:pt x="585876" y="912986"/>
                  <a:pt x="584085" y="911195"/>
                  <a:pt x="582199" y="909215"/>
                </a:cubicBezTo>
                <a:cubicBezTo>
                  <a:pt x="586819" y="904690"/>
                  <a:pt x="591343" y="900166"/>
                  <a:pt x="596151" y="895546"/>
                </a:cubicBezTo>
                <a:cubicBezTo>
                  <a:pt x="591249" y="890739"/>
                  <a:pt x="586724" y="886308"/>
                  <a:pt x="582011" y="881689"/>
                </a:cubicBezTo>
                <a:cubicBezTo>
                  <a:pt x="584085" y="879804"/>
                  <a:pt x="585970" y="878107"/>
                  <a:pt x="588044" y="876316"/>
                </a:cubicBezTo>
                <a:cubicBezTo>
                  <a:pt x="592286" y="880652"/>
                  <a:pt x="596622" y="885271"/>
                  <a:pt x="601147" y="889890"/>
                </a:cubicBezTo>
                <a:cubicBezTo>
                  <a:pt x="606049" y="884894"/>
                  <a:pt x="610386" y="880369"/>
                  <a:pt x="614910" y="875750"/>
                </a:cubicBezTo>
                <a:cubicBezTo>
                  <a:pt x="617173" y="878107"/>
                  <a:pt x="618870" y="879992"/>
                  <a:pt x="620944" y="882066"/>
                </a:cubicBezTo>
                <a:cubicBezTo>
                  <a:pt x="616607" y="886308"/>
                  <a:pt x="612082" y="890739"/>
                  <a:pt x="607463" y="895264"/>
                </a:cubicBezTo>
                <a:cubicBezTo>
                  <a:pt x="612082" y="899883"/>
                  <a:pt x="616607" y="904313"/>
                  <a:pt x="621321" y="909027"/>
                </a:cubicBezTo>
                <a:cubicBezTo>
                  <a:pt x="619153" y="911006"/>
                  <a:pt x="617361" y="912703"/>
                  <a:pt x="615476" y="914400"/>
                </a:cubicBezTo>
                <a:cubicBezTo>
                  <a:pt x="611234" y="910064"/>
                  <a:pt x="606803" y="905539"/>
                  <a:pt x="602844" y="901485"/>
                </a:cubicBezTo>
                <a:cubicBezTo>
                  <a:pt x="597659" y="906293"/>
                  <a:pt x="592946" y="910629"/>
                  <a:pt x="588327" y="914966"/>
                </a:cubicBezTo>
                <a:lnTo>
                  <a:pt x="587761" y="914966"/>
                </a:lnTo>
                <a:close/>
                <a:moveTo>
                  <a:pt x="878861" y="914871"/>
                </a:moveTo>
                <a:cubicBezTo>
                  <a:pt x="883386" y="910441"/>
                  <a:pt x="888005" y="906010"/>
                  <a:pt x="892341" y="901768"/>
                </a:cubicBezTo>
                <a:cubicBezTo>
                  <a:pt x="896866" y="906104"/>
                  <a:pt x="901485" y="910535"/>
                  <a:pt x="906104" y="914871"/>
                </a:cubicBezTo>
                <a:lnTo>
                  <a:pt x="906670" y="914871"/>
                </a:lnTo>
                <a:cubicBezTo>
                  <a:pt x="908367" y="912986"/>
                  <a:pt x="910158" y="911006"/>
                  <a:pt x="912138" y="908744"/>
                </a:cubicBezTo>
                <a:cubicBezTo>
                  <a:pt x="907424" y="904219"/>
                  <a:pt x="902899" y="899789"/>
                  <a:pt x="898280" y="895169"/>
                </a:cubicBezTo>
                <a:cubicBezTo>
                  <a:pt x="902899" y="890644"/>
                  <a:pt x="907424" y="886214"/>
                  <a:pt x="911666" y="881972"/>
                </a:cubicBezTo>
                <a:cubicBezTo>
                  <a:pt x="909781" y="879898"/>
                  <a:pt x="908084" y="877918"/>
                  <a:pt x="905916" y="875467"/>
                </a:cubicBezTo>
                <a:cubicBezTo>
                  <a:pt x="901297" y="880275"/>
                  <a:pt x="896960" y="884800"/>
                  <a:pt x="892247" y="889796"/>
                </a:cubicBezTo>
                <a:cubicBezTo>
                  <a:pt x="887628" y="885083"/>
                  <a:pt x="883197" y="880558"/>
                  <a:pt x="878672" y="875939"/>
                </a:cubicBezTo>
                <a:cubicBezTo>
                  <a:pt x="876787" y="877918"/>
                  <a:pt x="874996" y="879709"/>
                  <a:pt x="872828" y="881878"/>
                </a:cubicBezTo>
                <a:cubicBezTo>
                  <a:pt x="877447" y="886402"/>
                  <a:pt x="881972" y="890833"/>
                  <a:pt x="886874" y="895735"/>
                </a:cubicBezTo>
                <a:cubicBezTo>
                  <a:pt x="882160" y="900260"/>
                  <a:pt x="877730" y="904690"/>
                  <a:pt x="873111" y="909121"/>
                </a:cubicBezTo>
                <a:cubicBezTo>
                  <a:pt x="874902" y="911195"/>
                  <a:pt x="876599" y="913080"/>
                  <a:pt x="878201" y="914966"/>
                </a:cubicBezTo>
                <a:lnTo>
                  <a:pt x="878767" y="914966"/>
                </a:lnTo>
                <a:close/>
                <a:moveTo>
                  <a:pt x="6222" y="914871"/>
                </a:moveTo>
                <a:cubicBezTo>
                  <a:pt x="10841" y="910441"/>
                  <a:pt x="15366" y="906010"/>
                  <a:pt x="20362" y="901297"/>
                </a:cubicBezTo>
                <a:cubicBezTo>
                  <a:pt x="24604" y="905633"/>
                  <a:pt x="29035" y="910064"/>
                  <a:pt x="33654" y="914683"/>
                </a:cubicBezTo>
                <a:cubicBezTo>
                  <a:pt x="35539" y="912797"/>
                  <a:pt x="37236" y="911006"/>
                  <a:pt x="39404" y="908744"/>
                </a:cubicBezTo>
                <a:cubicBezTo>
                  <a:pt x="34785" y="904219"/>
                  <a:pt x="30260" y="899789"/>
                  <a:pt x="25358" y="895075"/>
                </a:cubicBezTo>
                <a:cubicBezTo>
                  <a:pt x="30072" y="890456"/>
                  <a:pt x="34596" y="886025"/>
                  <a:pt x="38838" y="881972"/>
                </a:cubicBezTo>
                <a:cubicBezTo>
                  <a:pt x="36953" y="879992"/>
                  <a:pt x="35162" y="878107"/>
                  <a:pt x="32805" y="875656"/>
                </a:cubicBezTo>
                <a:cubicBezTo>
                  <a:pt x="28375" y="880275"/>
                  <a:pt x="24038" y="884800"/>
                  <a:pt x="19231" y="889890"/>
                </a:cubicBezTo>
                <a:cubicBezTo>
                  <a:pt x="14706" y="885177"/>
                  <a:pt x="10369" y="880652"/>
                  <a:pt x="6033" y="876221"/>
                </a:cubicBezTo>
                <a:cubicBezTo>
                  <a:pt x="4148" y="878013"/>
                  <a:pt x="2262" y="879804"/>
                  <a:pt x="283" y="881689"/>
                </a:cubicBezTo>
                <a:cubicBezTo>
                  <a:pt x="4996" y="886308"/>
                  <a:pt x="9427" y="890739"/>
                  <a:pt x="14329" y="895546"/>
                </a:cubicBezTo>
                <a:cubicBezTo>
                  <a:pt x="9615" y="900166"/>
                  <a:pt x="5090" y="904690"/>
                  <a:pt x="471" y="909215"/>
                </a:cubicBezTo>
                <a:cubicBezTo>
                  <a:pt x="2357" y="911195"/>
                  <a:pt x="4054" y="913080"/>
                  <a:pt x="5750" y="914966"/>
                </a:cubicBezTo>
                <a:lnTo>
                  <a:pt x="6316" y="914966"/>
                </a:lnTo>
                <a:close/>
                <a:moveTo>
                  <a:pt x="324753" y="914871"/>
                </a:moveTo>
                <a:cubicBezTo>
                  <a:pt x="326545" y="912986"/>
                  <a:pt x="328241" y="911006"/>
                  <a:pt x="330315" y="908838"/>
                </a:cubicBezTo>
                <a:cubicBezTo>
                  <a:pt x="325696" y="904219"/>
                  <a:pt x="321171" y="899789"/>
                  <a:pt x="316458" y="895075"/>
                </a:cubicBezTo>
                <a:cubicBezTo>
                  <a:pt x="320983" y="890550"/>
                  <a:pt x="325508" y="886120"/>
                  <a:pt x="330127" y="881595"/>
                </a:cubicBezTo>
                <a:cubicBezTo>
                  <a:pt x="328241" y="879709"/>
                  <a:pt x="326450" y="877918"/>
                  <a:pt x="324188" y="875656"/>
                </a:cubicBezTo>
                <a:cubicBezTo>
                  <a:pt x="319569" y="880275"/>
                  <a:pt x="315138" y="884800"/>
                  <a:pt x="310142" y="889890"/>
                </a:cubicBezTo>
                <a:cubicBezTo>
                  <a:pt x="305523" y="885177"/>
                  <a:pt x="301092" y="880652"/>
                  <a:pt x="296850" y="876221"/>
                </a:cubicBezTo>
                <a:cubicBezTo>
                  <a:pt x="294965" y="878013"/>
                  <a:pt x="293079" y="879709"/>
                  <a:pt x="291005" y="881689"/>
                </a:cubicBezTo>
                <a:cubicBezTo>
                  <a:pt x="295719" y="886308"/>
                  <a:pt x="300149" y="890739"/>
                  <a:pt x="305051" y="895641"/>
                </a:cubicBezTo>
                <a:cubicBezTo>
                  <a:pt x="300432" y="900260"/>
                  <a:pt x="295907" y="904690"/>
                  <a:pt x="291948" y="908650"/>
                </a:cubicBezTo>
                <a:cubicBezTo>
                  <a:pt x="293645" y="910724"/>
                  <a:pt x="295153" y="912703"/>
                  <a:pt x="297133" y="915154"/>
                </a:cubicBezTo>
                <a:cubicBezTo>
                  <a:pt x="301846" y="910346"/>
                  <a:pt x="306183" y="905822"/>
                  <a:pt x="310142" y="901768"/>
                </a:cubicBezTo>
                <a:cubicBezTo>
                  <a:pt x="314950" y="906199"/>
                  <a:pt x="319569" y="910535"/>
                  <a:pt x="324188" y="914871"/>
                </a:cubicBezTo>
                <a:lnTo>
                  <a:pt x="324753" y="914871"/>
                </a:lnTo>
                <a:close/>
                <a:moveTo>
                  <a:pt x="595868" y="20079"/>
                </a:moveTo>
                <a:cubicBezTo>
                  <a:pt x="591249" y="24604"/>
                  <a:pt x="586724" y="29035"/>
                  <a:pt x="582388" y="33277"/>
                </a:cubicBezTo>
                <a:cubicBezTo>
                  <a:pt x="584368" y="35351"/>
                  <a:pt x="586064" y="37236"/>
                  <a:pt x="588421" y="39781"/>
                </a:cubicBezTo>
                <a:cubicBezTo>
                  <a:pt x="592852" y="35068"/>
                  <a:pt x="597188" y="30449"/>
                  <a:pt x="601901" y="25358"/>
                </a:cubicBezTo>
                <a:cubicBezTo>
                  <a:pt x="606521" y="30166"/>
                  <a:pt x="610857" y="34691"/>
                  <a:pt x="615288" y="39404"/>
                </a:cubicBezTo>
                <a:cubicBezTo>
                  <a:pt x="617267" y="37424"/>
                  <a:pt x="619058" y="35633"/>
                  <a:pt x="621321" y="33371"/>
                </a:cubicBezTo>
                <a:cubicBezTo>
                  <a:pt x="616607" y="28752"/>
                  <a:pt x="612082" y="24321"/>
                  <a:pt x="607086" y="19419"/>
                </a:cubicBezTo>
                <a:cubicBezTo>
                  <a:pt x="611705" y="14894"/>
                  <a:pt x="616230" y="10558"/>
                  <a:pt x="620661" y="6222"/>
                </a:cubicBezTo>
                <a:cubicBezTo>
                  <a:pt x="618870" y="4242"/>
                  <a:pt x="617173" y="2451"/>
                  <a:pt x="615193" y="377"/>
                </a:cubicBezTo>
                <a:cubicBezTo>
                  <a:pt x="610574" y="5090"/>
                  <a:pt x="606144" y="9521"/>
                  <a:pt x="601242" y="14612"/>
                </a:cubicBezTo>
                <a:cubicBezTo>
                  <a:pt x="596622" y="9804"/>
                  <a:pt x="592192" y="5279"/>
                  <a:pt x="587667" y="660"/>
                </a:cubicBezTo>
                <a:cubicBezTo>
                  <a:pt x="585782" y="2545"/>
                  <a:pt x="584085" y="4242"/>
                  <a:pt x="581822" y="6410"/>
                </a:cubicBezTo>
                <a:cubicBezTo>
                  <a:pt x="586536" y="11029"/>
                  <a:pt x="591061" y="15460"/>
                  <a:pt x="595774" y="20079"/>
                </a:cubicBezTo>
                <a:close/>
                <a:moveTo>
                  <a:pt x="39687" y="325036"/>
                </a:moveTo>
                <a:cubicBezTo>
                  <a:pt x="34879" y="320417"/>
                  <a:pt x="30354" y="315986"/>
                  <a:pt x="25358" y="311273"/>
                </a:cubicBezTo>
                <a:cubicBezTo>
                  <a:pt x="29977" y="306748"/>
                  <a:pt x="34408" y="302318"/>
                  <a:pt x="38838" y="297887"/>
                </a:cubicBezTo>
                <a:cubicBezTo>
                  <a:pt x="37047" y="296002"/>
                  <a:pt x="35351" y="294211"/>
                  <a:pt x="33088" y="291948"/>
                </a:cubicBezTo>
                <a:cubicBezTo>
                  <a:pt x="28469" y="296567"/>
                  <a:pt x="24038" y="301092"/>
                  <a:pt x="19136" y="306088"/>
                </a:cubicBezTo>
                <a:cubicBezTo>
                  <a:pt x="14612" y="301469"/>
                  <a:pt x="10181" y="296944"/>
                  <a:pt x="5939" y="292514"/>
                </a:cubicBezTo>
                <a:cubicBezTo>
                  <a:pt x="4054" y="294305"/>
                  <a:pt x="2262" y="296096"/>
                  <a:pt x="0" y="298264"/>
                </a:cubicBezTo>
                <a:cubicBezTo>
                  <a:pt x="4713" y="302789"/>
                  <a:pt x="9238" y="307125"/>
                  <a:pt x="14234" y="311933"/>
                </a:cubicBezTo>
                <a:cubicBezTo>
                  <a:pt x="9521" y="316552"/>
                  <a:pt x="4996" y="320983"/>
                  <a:pt x="566" y="325319"/>
                </a:cubicBezTo>
                <a:cubicBezTo>
                  <a:pt x="2357" y="327204"/>
                  <a:pt x="4054" y="329090"/>
                  <a:pt x="6033" y="331164"/>
                </a:cubicBezTo>
                <a:cubicBezTo>
                  <a:pt x="10652" y="326545"/>
                  <a:pt x="15083" y="322020"/>
                  <a:pt x="19702" y="317401"/>
                </a:cubicBezTo>
                <a:cubicBezTo>
                  <a:pt x="24321" y="322114"/>
                  <a:pt x="28752" y="326639"/>
                  <a:pt x="33182" y="331164"/>
                </a:cubicBezTo>
                <a:cubicBezTo>
                  <a:pt x="35539" y="328995"/>
                  <a:pt x="37330" y="327204"/>
                  <a:pt x="39687" y="325036"/>
                </a:cubicBezTo>
                <a:close/>
                <a:moveTo>
                  <a:pt x="329844" y="298170"/>
                </a:moveTo>
                <a:cubicBezTo>
                  <a:pt x="328053" y="296190"/>
                  <a:pt x="326356" y="294305"/>
                  <a:pt x="324094" y="291854"/>
                </a:cubicBezTo>
                <a:cubicBezTo>
                  <a:pt x="319569" y="296662"/>
                  <a:pt x="315232" y="301281"/>
                  <a:pt x="310425" y="306371"/>
                </a:cubicBezTo>
                <a:cubicBezTo>
                  <a:pt x="305711" y="301469"/>
                  <a:pt x="301281" y="297039"/>
                  <a:pt x="296944" y="292514"/>
                </a:cubicBezTo>
                <a:cubicBezTo>
                  <a:pt x="295059" y="294399"/>
                  <a:pt x="293268" y="296190"/>
                  <a:pt x="291005" y="298453"/>
                </a:cubicBezTo>
                <a:cubicBezTo>
                  <a:pt x="295625" y="302978"/>
                  <a:pt x="300149" y="307408"/>
                  <a:pt x="305051" y="312404"/>
                </a:cubicBezTo>
                <a:cubicBezTo>
                  <a:pt x="300432" y="316835"/>
                  <a:pt x="295907" y="321265"/>
                  <a:pt x="291665" y="325508"/>
                </a:cubicBezTo>
                <a:cubicBezTo>
                  <a:pt x="293456" y="327393"/>
                  <a:pt x="295153" y="329278"/>
                  <a:pt x="297133" y="331446"/>
                </a:cubicBezTo>
                <a:cubicBezTo>
                  <a:pt x="301658" y="326733"/>
                  <a:pt x="306088" y="322208"/>
                  <a:pt x="310707" y="317495"/>
                </a:cubicBezTo>
                <a:cubicBezTo>
                  <a:pt x="315327" y="322302"/>
                  <a:pt x="319757" y="326827"/>
                  <a:pt x="323999" y="331069"/>
                </a:cubicBezTo>
                <a:cubicBezTo>
                  <a:pt x="326262" y="329090"/>
                  <a:pt x="328147" y="327299"/>
                  <a:pt x="330315" y="325413"/>
                </a:cubicBezTo>
                <a:cubicBezTo>
                  <a:pt x="325602" y="320888"/>
                  <a:pt x="321171" y="316552"/>
                  <a:pt x="316175" y="311650"/>
                </a:cubicBezTo>
                <a:cubicBezTo>
                  <a:pt x="320983" y="306937"/>
                  <a:pt x="325508" y="302506"/>
                  <a:pt x="329844" y="298264"/>
                </a:cubicBezTo>
                <a:close/>
                <a:moveTo>
                  <a:pt x="19419" y="598131"/>
                </a:moveTo>
                <a:cubicBezTo>
                  <a:pt x="14706" y="593229"/>
                  <a:pt x="10369" y="588704"/>
                  <a:pt x="6127" y="584273"/>
                </a:cubicBezTo>
                <a:cubicBezTo>
                  <a:pt x="4242" y="586159"/>
                  <a:pt x="2451" y="587856"/>
                  <a:pt x="283" y="589929"/>
                </a:cubicBezTo>
                <a:cubicBezTo>
                  <a:pt x="4808" y="594360"/>
                  <a:pt x="9427" y="598696"/>
                  <a:pt x="14329" y="603504"/>
                </a:cubicBezTo>
                <a:cubicBezTo>
                  <a:pt x="9521" y="608217"/>
                  <a:pt x="4996" y="612742"/>
                  <a:pt x="754" y="616796"/>
                </a:cubicBezTo>
                <a:cubicBezTo>
                  <a:pt x="2545" y="618870"/>
                  <a:pt x="4242" y="620755"/>
                  <a:pt x="6316" y="623112"/>
                </a:cubicBezTo>
                <a:cubicBezTo>
                  <a:pt x="10935" y="618398"/>
                  <a:pt x="15366" y="613874"/>
                  <a:pt x="20173" y="609066"/>
                </a:cubicBezTo>
                <a:cubicBezTo>
                  <a:pt x="24698" y="613685"/>
                  <a:pt x="29035" y="618116"/>
                  <a:pt x="33371" y="622546"/>
                </a:cubicBezTo>
                <a:cubicBezTo>
                  <a:pt x="35445" y="620661"/>
                  <a:pt x="37236" y="618964"/>
                  <a:pt x="39593" y="616796"/>
                </a:cubicBezTo>
                <a:cubicBezTo>
                  <a:pt x="34973" y="612271"/>
                  <a:pt x="30354" y="607840"/>
                  <a:pt x="25452" y="603127"/>
                </a:cubicBezTo>
                <a:cubicBezTo>
                  <a:pt x="30166" y="598414"/>
                  <a:pt x="34691" y="593983"/>
                  <a:pt x="39216" y="589552"/>
                </a:cubicBezTo>
                <a:cubicBezTo>
                  <a:pt x="37330" y="587667"/>
                  <a:pt x="35539" y="585876"/>
                  <a:pt x="33182" y="583425"/>
                </a:cubicBezTo>
                <a:cubicBezTo>
                  <a:pt x="28752" y="588233"/>
                  <a:pt x="24321" y="592852"/>
                  <a:pt x="19513" y="598036"/>
                </a:cubicBezTo>
                <a:close/>
                <a:moveTo>
                  <a:pt x="297133" y="584179"/>
                </a:moveTo>
                <a:cubicBezTo>
                  <a:pt x="295153" y="586159"/>
                  <a:pt x="293362" y="587950"/>
                  <a:pt x="291383" y="589929"/>
                </a:cubicBezTo>
                <a:cubicBezTo>
                  <a:pt x="295813" y="594360"/>
                  <a:pt x="300338" y="598791"/>
                  <a:pt x="305240" y="603598"/>
                </a:cubicBezTo>
                <a:cubicBezTo>
                  <a:pt x="300527" y="608217"/>
                  <a:pt x="296002" y="612648"/>
                  <a:pt x="291665" y="616796"/>
                </a:cubicBezTo>
                <a:cubicBezTo>
                  <a:pt x="293551" y="618870"/>
                  <a:pt x="295248" y="620755"/>
                  <a:pt x="297227" y="622923"/>
                </a:cubicBezTo>
                <a:cubicBezTo>
                  <a:pt x="301846" y="618304"/>
                  <a:pt x="306183" y="613779"/>
                  <a:pt x="310896" y="609066"/>
                </a:cubicBezTo>
                <a:cubicBezTo>
                  <a:pt x="315515" y="613685"/>
                  <a:pt x="319946" y="618210"/>
                  <a:pt x="324565" y="622829"/>
                </a:cubicBezTo>
                <a:cubicBezTo>
                  <a:pt x="326545" y="620755"/>
                  <a:pt x="328241" y="618964"/>
                  <a:pt x="330504" y="616702"/>
                </a:cubicBezTo>
                <a:cubicBezTo>
                  <a:pt x="325885" y="612271"/>
                  <a:pt x="321360" y="607840"/>
                  <a:pt x="316364" y="603033"/>
                </a:cubicBezTo>
                <a:cubicBezTo>
                  <a:pt x="321077" y="598414"/>
                  <a:pt x="325602" y="594077"/>
                  <a:pt x="330221" y="589552"/>
                </a:cubicBezTo>
                <a:cubicBezTo>
                  <a:pt x="328336" y="587573"/>
                  <a:pt x="326545" y="585782"/>
                  <a:pt x="324659" y="583896"/>
                </a:cubicBezTo>
                <a:cubicBezTo>
                  <a:pt x="320040" y="588515"/>
                  <a:pt x="315609" y="592946"/>
                  <a:pt x="310519" y="598131"/>
                </a:cubicBezTo>
                <a:cubicBezTo>
                  <a:pt x="305806" y="593135"/>
                  <a:pt x="301469" y="588610"/>
                  <a:pt x="297227" y="584179"/>
                </a:cubicBezTo>
                <a:close/>
                <a:moveTo>
                  <a:pt x="19985" y="25547"/>
                </a:moveTo>
                <a:cubicBezTo>
                  <a:pt x="24604" y="30260"/>
                  <a:pt x="28940" y="34785"/>
                  <a:pt x="33465" y="39404"/>
                </a:cubicBezTo>
                <a:cubicBezTo>
                  <a:pt x="35445" y="37424"/>
                  <a:pt x="37142" y="35633"/>
                  <a:pt x="39310" y="33465"/>
                </a:cubicBezTo>
                <a:cubicBezTo>
                  <a:pt x="34691" y="28940"/>
                  <a:pt x="30166" y="24510"/>
                  <a:pt x="25264" y="19608"/>
                </a:cubicBezTo>
                <a:cubicBezTo>
                  <a:pt x="29977" y="15083"/>
                  <a:pt x="34502" y="10652"/>
                  <a:pt x="39027" y="6316"/>
                </a:cubicBezTo>
                <a:cubicBezTo>
                  <a:pt x="37142" y="4336"/>
                  <a:pt x="35351" y="2545"/>
                  <a:pt x="33182" y="283"/>
                </a:cubicBezTo>
                <a:cubicBezTo>
                  <a:pt x="28563" y="4996"/>
                  <a:pt x="24133" y="9521"/>
                  <a:pt x="19231" y="14517"/>
                </a:cubicBezTo>
                <a:cubicBezTo>
                  <a:pt x="14612" y="9804"/>
                  <a:pt x="10181" y="5373"/>
                  <a:pt x="5939" y="943"/>
                </a:cubicBezTo>
                <a:cubicBezTo>
                  <a:pt x="4054" y="2734"/>
                  <a:pt x="2262" y="4431"/>
                  <a:pt x="189" y="6410"/>
                </a:cubicBezTo>
                <a:cubicBezTo>
                  <a:pt x="4808" y="10935"/>
                  <a:pt x="9333" y="15366"/>
                  <a:pt x="14234" y="20173"/>
                </a:cubicBezTo>
                <a:cubicBezTo>
                  <a:pt x="9521" y="24792"/>
                  <a:pt x="4902" y="29317"/>
                  <a:pt x="566" y="33559"/>
                </a:cubicBezTo>
                <a:cubicBezTo>
                  <a:pt x="2357" y="35445"/>
                  <a:pt x="4054" y="37236"/>
                  <a:pt x="6410" y="39687"/>
                </a:cubicBezTo>
                <a:cubicBezTo>
                  <a:pt x="10935" y="34973"/>
                  <a:pt x="15271" y="30449"/>
                  <a:pt x="20079" y="25452"/>
                </a:cubicBezTo>
                <a:close/>
                <a:moveTo>
                  <a:pt x="615476" y="330787"/>
                </a:moveTo>
                <a:cubicBezTo>
                  <a:pt x="617361" y="328995"/>
                  <a:pt x="619153" y="327299"/>
                  <a:pt x="621132" y="325319"/>
                </a:cubicBezTo>
                <a:cubicBezTo>
                  <a:pt x="616513" y="320700"/>
                  <a:pt x="611988" y="316269"/>
                  <a:pt x="606992" y="311367"/>
                </a:cubicBezTo>
                <a:cubicBezTo>
                  <a:pt x="611800" y="306842"/>
                  <a:pt x="616419" y="302412"/>
                  <a:pt x="620567" y="298453"/>
                </a:cubicBezTo>
                <a:cubicBezTo>
                  <a:pt x="618681" y="296190"/>
                  <a:pt x="617079" y="294211"/>
                  <a:pt x="615099" y="291854"/>
                </a:cubicBezTo>
                <a:cubicBezTo>
                  <a:pt x="610386" y="296662"/>
                  <a:pt x="605955" y="301092"/>
                  <a:pt x="601336" y="305900"/>
                </a:cubicBezTo>
                <a:cubicBezTo>
                  <a:pt x="596811" y="301281"/>
                  <a:pt x="592380" y="296850"/>
                  <a:pt x="588233" y="292702"/>
                </a:cubicBezTo>
                <a:cubicBezTo>
                  <a:pt x="586064" y="294493"/>
                  <a:pt x="584085" y="296190"/>
                  <a:pt x="581728" y="298170"/>
                </a:cubicBezTo>
                <a:cubicBezTo>
                  <a:pt x="586536" y="302883"/>
                  <a:pt x="591061" y="307314"/>
                  <a:pt x="595774" y="311839"/>
                </a:cubicBezTo>
                <a:cubicBezTo>
                  <a:pt x="591155" y="316364"/>
                  <a:pt x="586724" y="320888"/>
                  <a:pt x="582105" y="325319"/>
                </a:cubicBezTo>
                <a:cubicBezTo>
                  <a:pt x="583991" y="327204"/>
                  <a:pt x="585782" y="328995"/>
                  <a:pt x="587761" y="330881"/>
                </a:cubicBezTo>
                <a:cubicBezTo>
                  <a:pt x="592286" y="326262"/>
                  <a:pt x="596622" y="321831"/>
                  <a:pt x="601619" y="316646"/>
                </a:cubicBezTo>
                <a:cubicBezTo>
                  <a:pt x="606615" y="321643"/>
                  <a:pt x="610951" y="326167"/>
                  <a:pt x="615382" y="330598"/>
                </a:cubicBezTo>
                <a:close/>
                <a:moveTo>
                  <a:pt x="887062" y="20173"/>
                </a:moveTo>
                <a:cubicBezTo>
                  <a:pt x="882255" y="24792"/>
                  <a:pt x="877730" y="29317"/>
                  <a:pt x="873393" y="33465"/>
                </a:cubicBezTo>
                <a:cubicBezTo>
                  <a:pt x="875279" y="35539"/>
                  <a:pt x="876881" y="37424"/>
                  <a:pt x="878861" y="39593"/>
                </a:cubicBezTo>
                <a:cubicBezTo>
                  <a:pt x="883480" y="34879"/>
                  <a:pt x="887911" y="30354"/>
                  <a:pt x="892624" y="25641"/>
                </a:cubicBezTo>
                <a:cubicBezTo>
                  <a:pt x="897243" y="30354"/>
                  <a:pt x="901674" y="34879"/>
                  <a:pt x="906199" y="39498"/>
                </a:cubicBezTo>
                <a:cubicBezTo>
                  <a:pt x="908178" y="37424"/>
                  <a:pt x="909969" y="35633"/>
                  <a:pt x="912043" y="33371"/>
                </a:cubicBezTo>
                <a:cubicBezTo>
                  <a:pt x="907518" y="28940"/>
                  <a:pt x="902899" y="24510"/>
                  <a:pt x="897997" y="19796"/>
                </a:cubicBezTo>
                <a:cubicBezTo>
                  <a:pt x="902711" y="15083"/>
                  <a:pt x="907236" y="10747"/>
                  <a:pt x="911855" y="6222"/>
                </a:cubicBezTo>
                <a:cubicBezTo>
                  <a:pt x="909969" y="4336"/>
                  <a:pt x="908178" y="2545"/>
                  <a:pt x="905916" y="189"/>
                </a:cubicBezTo>
                <a:cubicBezTo>
                  <a:pt x="901485" y="4902"/>
                  <a:pt x="897149" y="9615"/>
                  <a:pt x="892247" y="14800"/>
                </a:cubicBezTo>
                <a:cubicBezTo>
                  <a:pt x="887534" y="9804"/>
                  <a:pt x="883197" y="5279"/>
                  <a:pt x="878955" y="660"/>
                </a:cubicBezTo>
                <a:cubicBezTo>
                  <a:pt x="876976" y="2545"/>
                  <a:pt x="875279" y="4242"/>
                  <a:pt x="873016" y="6410"/>
                </a:cubicBezTo>
                <a:cubicBezTo>
                  <a:pt x="877635" y="10935"/>
                  <a:pt x="882160" y="15366"/>
                  <a:pt x="887157" y="20173"/>
                </a:cubicBezTo>
                <a:close/>
                <a:moveTo>
                  <a:pt x="588044" y="584273"/>
                </a:moveTo>
                <a:cubicBezTo>
                  <a:pt x="585970" y="586159"/>
                  <a:pt x="584085" y="587856"/>
                  <a:pt x="581728" y="590118"/>
                </a:cubicBezTo>
                <a:cubicBezTo>
                  <a:pt x="586536" y="594643"/>
                  <a:pt x="591061" y="599073"/>
                  <a:pt x="595868" y="603598"/>
                </a:cubicBezTo>
                <a:cubicBezTo>
                  <a:pt x="591155" y="608217"/>
                  <a:pt x="586630" y="612648"/>
                  <a:pt x="582105" y="617079"/>
                </a:cubicBezTo>
                <a:cubicBezTo>
                  <a:pt x="583991" y="618964"/>
                  <a:pt x="585782" y="620755"/>
                  <a:pt x="587761" y="622829"/>
                </a:cubicBezTo>
                <a:cubicBezTo>
                  <a:pt x="592192" y="618210"/>
                  <a:pt x="596528" y="613685"/>
                  <a:pt x="601336" y="608689"/>
                </a:cubicBezTo>
                <a:cubicBezTo>
                  <a:pt x="606238" y="613685"/>
                  <a:pt x="610763" y="618210"/>
                  <a:pt x="615099" y="622640"/>
                </a:cubicBezTo>
                <a:cubicBezTo>
                  <a:pt x="617173" y="620661"/>
                  <a:pt x="618964" y="618964"/>
                  <a:pt x="621038" y="616984"/>
                </a:cubicBezTo>
                <a:cubicBezTo>
                  <a:pt x="616324" y="612365"/>
                  <a:pt x="611894" y="607935"/>
                  <a:pt x="606898" y="603127"/>
                </a:cubicBezTo>
                <a:cubicBezTo>
                  <a:pt x="611611" y="598508"/>
                  <a:pt x="616230" y="594077"/>
                  <a:pt x="620378" y="590118"/>
                </a:cubicBezTo>
                <a:cubicBezTo>
                  <a:pt x="618587" y="587950"/>
                  <a:pt x="616984" y="585970"/>
                  <a:pt x="615005" y="583613"/>
                </a:cubicBezTo>
                <a:cubicBezTo>
                  <a:pt x="610291" y="588327"/>
                  <a:pt x="605955" y="592852"/>
                  <a:pt x="601242" y="597565"/>
                </a:cubicBezTo>
                <a:cubicBezTo>
                  <a:pt x="596717" y="592946"/>
                  <a:pt x="592286" y="588515"/>
                  <a:pt x="587950" y="584179"/>
                </a:cubicBezTo>
                <a:close/>
                <a:moveTo>
                  <a:pt x="305146" y="20362"/>
                </a:moveTo>
                <a:cubicBezTo>
                  <a:pt x="300432" y="24887"/>
                  <a:pt x="295907" y="29317"/>
                  <a:pt x="291665" y="33465"/>
                </a:cubicBezTo>
                <a:cubicBezTo>
                  <a:pt x="293456" y="35539"/>
                  <a:pt x="295153" y="37424"/>
                  <a:pt x="297133" y="39687"/>
                </a:cubicBezTo>
                <a:cubicBezTo>
                  <a:pt x="301752" y="34973"/>
                  <a:pt x="306183" y="30449"/>
                  <a:pt x="310896" y="25641"/>
                </a:cubicBezTo>
                <a:cubicBezTo>
                  <a:pt x="315515" y="30260"/>
                  <a:pt x="319946" y="34785"/>
                  <a:pt x="324471" y="39404"/>
                </a:cubicBezTo>
                <a:cubicBezTo>
                  <a:pt x="326356" y="37424"/>
                  <a:pt x="328147" y="35633"/>
                  <a:pt x="330409" y="33371"/>
                </a:cubicBezTo>
                <a:cubicBezTo>
                  <a:pt x="325790" y="28846"/>
                  <a:pt x="321171" y="24415"/>
                  <a:pt x="316269" y="19608"/>
                </a:cubicBezTo>
                <a:cubicBezTo>
                  <a:pt x="320983" y="14989"/>
                  <a:pt x="325413" y="10558"/>
                  <a:pt x="329750" y="6316"/>
                </a:cubicBezTo>
                <a:cubicBezTo>
                  <a:pt x="327959" y="4336"/>
                  <a:pt x="326356" y="2451"/>
                  <a:pt x="324188" y="0"/>
                </a:cubicBezTo>
                <a:cubicBezTo>
                  <a:pt x="319474" y="4808"/>
                  <a:pt x="315044" y="9333"/>
                  <a:pt x="309953" y="14423"/>
                </a:cubicBezTo>
                <a:cubicBezTo>
                  <a:pt x="305523" y="9710"/>
                  <a:pt x="301186" y="5090"/>
                  <a:pt x="296944" y="566"/>
                </a:cubicBezTo>
                <a:cubicBezTo>
                  <a:pt x="294965" y="2451"/>
                  <a:pt x="293268" y="4148"/>
                  <a:pt x="291005" y="6222"/>
                </a:cubicBezTo>
                <a:cubicBezTo>
                  <a:pt x="295625" y="10841"/>
                  <a:pt x="300149" y="15271"/>
                  <a:pt x="305051" y="20173"/>
                </a:cubicBezTo>
                <a:close/>
                <a:moveTo>
                  <a:pt x="911478" y="298076"/>
                </a:moveTo>
                <a:cubicBezTo>
                  <a:pt x="909781" y="296096"/>
                  <a:pt x="908084" y="294211"/>
                  <a:pt x="906104" y="291948"/>
                </a:cubicBezTo>
                <a:cubicBezTo>
                  <a:pt x="901485" y="296662"/>
                  <a:pt x="897055" y="301186"/>
                  <a:pt x="892341" y="305900"/>
                </a:cubicBezTo>
                <a:cubicBezTo>
                  <a:pt x="887816" y="301281"/>
                  <a:pt x="883386" y="296850"/>
                  <a:pt x="879144" y="292608"/>
                </a:cubicBezTo>
                <a:cubicBezTo>
                  <a:pt x="877070" y="294493"/>
                  <a:pt x="875184" y="296284"/>
                  <a:pt x="872828" y="298453"/>
                </a:cubicBezTo>
                <a:cubicBezTo>
                  <a:pt x="877541" y="303072"/>
                  <a:pt x="881972" y="307408"/>
                  <a:pt x="886779" y="312121"/>
                </a:cubicBezTo>
                <a:cubicBezTo>
                  <a:pt x="882349" y="316552"/>
                  <a:pt x="877824" y="320983"/>
                  <a:pt x="873393" y="325413"/>
                </a:cubicBezTo>
                <a:cubicBezTo>
                  <a:pt x="875184" y="327299"/>
                  <a:pt x="876881" y="329090"/>
                  <a:pt x="879144" y="331446"/>
                </a:cubicBezTo>
                <a:cubicBezTo>
                  <a:pt x="883763" y="326733"/>
                  <a:pt x="888194" y="322208"/>
                  <a:pt x="893190" y="317023"/>
                </a:cubicBezTo>
                <a:cubicBezTo>
                  <a:pt x="897809" y="321737"/>
                  <a:pt x="902239" y="326167"/>
                  <a:pt x="906199" y="330315"/>
                </a:cubicBezTo>
                <a:cubicBezTo>
                  <a:pt x="908084" y="328713"/>
                  <a:pt x="910064" y="327110"/>
                  <a:pt x="912043" y="325413"/>
                </a:cubicBezTo>
                <a:cubicBezTo>
                  <a:pt x="907424" y="320888"/>
                  <a:pt x="902994" y="316458"/>
                  <a:pt x="897903" y="311462"/>
                </a:cubicBezTo>
                <a:cubicBezTo>
                  <a:pt x="902805" y="306654"/>
                  <a:pt x="907330" y="302223"/>
                  <a:pt x="911478" y="298076"/>
                </a:cubicBezTo>
                <a:close/>
                <a:moveTo>
                  <a:pt x="872828" y="590024"/>
                </a:moveTo>
                <a:cubicBezTo>
                  <a:pt x="877541" y="594454"/>
                  <a:pt x="882160" y="598885"/>
                  <a:pt x="887157" y="603598"/>
                </a:cubicBezTo>
                <a:cubicBezTo>
                  <a:pt x="882349" y="608312"/>
                  <a:pt x="877824" y="612742"/>
                  <a:pt x="873393" y="617079"/>
                </a:cubicBezTo>
                <a:cubicBezTo>
                  <a:pt x="875184" y="618964"/>
                  <a:pt x="876881" y="620849"/>
                  <a:pt x="878955" y="623018"/>
                </a:cubicBezTo>
                <a:cubicBezTo>
                  <a:pt x="883480" y="618304"/>
                  <a:pt x="887816" y="613779"/>
                  <a:pt x="892530" y="608972"/>
                </a:cubicBezTo>
                <a:cubicBezTo>
                  <a:pt x="897243" y="613874"/>
                  <a:pt x="901580" y="618398"/>
                  <a:pt x="905916" y="622923"/>
                </a:cubicBezTo>
                <a:cubicBezTo>
                  <a:pt x="908178" y="620755"/>
                  <a:pt x="910064" y="618964"/>
                  <a:pt x="912326" y="616796"/>
                </a:cubicBezTo>
                <a:cubicBezTo>
                  <a:pt x="907613" y="612271"/>
                  <a:pt x="903088" y="607840"/>
                  <a:pt x="897903" y="602844"/>
                </a:cubicBezTo>
                <a:cubicBezTo>
                  <a:pt x="902617" y="598319"/>
                  <a:pt x="907236" y="593983"/>
                  <a:pt x="911478" y="590024"/>
                </a:cubicBezTo>
                <a:cubicBezTo>
                  <a:pt x="909687" y="587950"/>
                  <a:pt x="907990" y="586064"/>
                  <a:pt x="905916" y="583708"/>
                </a:cubicBezTo>
                <a:cubicBezTo>
                  <a:pt x="901391" y="588421"/>
                  <a:pt x="896960" y="592946"/>
                  <a:pt x="892341" y="597754"/>
                </a:cubicBezTo>
                <a:cubicBezTo>
                  <a:pt x="887722" y="593135"/>
                  <a:pt x="883386" y="588610"/>
                  <a:pt x="878861" y="584085"/>
                </a:cubicBezTo>
                <a:cubicBezTo>
                  <a:pt x="876881" y="586064"/>
                  <a:pt x="875184" y="587856"/>
                  <a:pt x="872828" y="590118"/>
                </a:cubicBezTo>
                <a:close/>
              </a:path>
            </a:pathLst>
          </a:custGeom>
          <a:solidFill>
            <a:schemeClr val="accent2"/>
          </a:solidFill>
          <a:ln w="9427" cap="flat">
            <a:noFill/>
            <a:prstDash val="solid"/>
            <a:miter/>
          </a:ln>
        </p:spPr>
        <p:txBody>
          <a:bodyPr rtlCol="0" anchor="ctr"/>
          <a:lstStyle/>
          <a:p>
            <a:endParaRPr lang="en-US" b="0" i="0" dirty="0">
              <a:solidFill>
                <a:schemeClr val="bg1"/>
              </a:solidFill>
              <a:latin typeface="Oswald" pitchFamily="2" charset="77"/>
            </a:endParaRPr>
          </a:p>
        </p:txBody>
      </p:sp>
      <p:sp>
        <p:nvSpPr>
          <p:cNvPr id="13" name="Oval 12">
            <a:extLst>
              <a:ext uri="{FF2B5EF4-FFF2-40B4-BE49-F238E27FC236}">
                <a16:creationId xmlns:a16="http://schemas.microsoft.com/office/drawing/2014/main" id="{0993AB47-E6E4-C612-7316-2D32A5B6107D}"/>
              </a:ext>
            </a:extLst>
          </p:cNvPr>
          <p:cNvSpPr/>
          <p:nvPr userDrawn="1"/>
        </p:nvSpPr>
        <p:spPr>
          <a:xfrm>
            <a:off x="377438" y="1323676"/>
            <a:ext cx="277000" cy="276999"/>
          </a:xfrm>
          <a:prstGeom prst="ellipse">
            <a:avLst/>
          </a:prstGeom>
          <a:noFill/>
          <a:ln w="63500">
            <a:gradFill flip="none" rotWithShape="1">
              <a:gsLst>
                <a:gs pos="0">
                  <a:schemeClr val="accent2"/>
                </a:gs>
                <a:gs pos="99000">
                  <a:schemeClr val="accent3"/>
                </a:gs>
              </a:gsLst>
              <a:lin ang="81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7" name="Content Placeholder 2">
            <a:extLst>
              <a:ext uri="{FF2B5EF4-FFF2-40B4-BE49-F238E27FC236}">
                <a16:creationId xmlns:a16="http://schemas.microsoft.com/office/drawing/2014/main" id="{9C8D7D0A-78DC-BADF-7569-D53FB29444FA}"/>
              </a:ext>
            </a:extLst>
          </p:cNvPr>
          <p:cNvSpPr>
            <a:spLocks noGrp="1"/>
          </p:cNvSpPr>
          <p:nvPr>
            <p:ph idx="1"/>
          </p:nvPr>
        </p:nvSpPr>
        <p:spPr>
          <a:xfrm>
            <a:off x="838200" y="1790700"/>
            <a:ext cx="10515600" cy="4386263"/>
          </a:xfrm>
          <a:prstGeom prst="rect">
            <a:avLst/>
          </a:prstGeom>
        </p:spPr>
        <p:txBody>
          <a:bodyPr>
            <a:normAutofit/>
          </a:bodyPr>
          <a:lstStyle>
            <a:lvl1pPr marL="0" indent="0">
              <a:buFontTx/>
              <a:buNone/>
              <a:defRPr sz="2000">
                <a:latin typeface="Oswald" pitchFamily="2" charset="77"/>
              </a:defRPr>
            </a:lvl1pPr>
            <a:lvl2pPr marL="457200" indent="0">
              <a:buFontTx/>
              <a:buNone/>
              <a:defRPr sz="1800">
                <a:latin typeface="Oswald" pitchFamily="2" charset="77"/>
              </a:defRPr>
            </a:lvl2pPr>
            <a:lvl3pPr marL="914400" indent="0">
              <a:buFontTx/>
              <a:buNone/>
              <a:defRPr sz="1600">
                <a:latin typeface="Oswald" pitchFamily="2" charset="77"/>
              </a:defRPr>
            </a:lvl3pPr>
            <a:lvl4pPr marL="1371600" indent="0">
              <a:buFontTx/>
              <a:buNone/>
              <a:defRPr sz="1400">
                <a:latin typeface="Oswald" pitchFamily="2" charset="77"/>
              </a:defRPr>
            </a:lvl4pPr>
            <a:lvl5pPr marL="1828800" indent="0">
              <a:buFontTx/>
              <a:buNone/>
              <a:defRPr sz="1400">
                <a:latin typeface="Oswald"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Placeholder 1">
            <a:extLst>
              <a:ext uri="{FF2B5EF4-FFF2-40B4-BE49-F238E27FC236}">
                <a16:creationId xmlns:a16="http://schemas.microsoft.com/office/drawing/2014/main" id="{67436CD8-B031-D62A-5ECC-338360176B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21954786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102D8D5E-5B1D-0DF3-0999-9874F104265F}"/>
              </a:ext>
            </a:extLst>
          </p:cNvPr>
          <p:cNvSpPr/>
          <p:nvPr userDrawn="1"/>
        </p:nvSpPr>
        <p:spPr>
          <a:xfrm>
            <a:off x="7456233" y="6069981"/>
            <a:ext cx="7377367" cy="7377365"/>
          </a:xfrm>
          <a:prstGeom prst="ellipse">
            <a:avLst/>
          </a:prstGeom>
          <a:gradFill flip="none" rotWithShape="1">
            <a:gsLst>
              <a:gs pos="0">
                <a:schemeClr val="accent2"/>
              </a:gs>
              <a:gs pos="100000">
                <a:schemeClr val="accent1"/>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8" name="Oval 7">
            <a:extLst>
              <a:ext uri="{FF2B5EF4-FFF2-40B4-BE49-F238E27FC236}">
                <a16:creationId xmlns:a16="http://schemas.microsoft.com/office/drawing/2014/main" id="{5173F79C-E870-04E6-0B7E-F07EA7D8FB1B}"/>
              </a:ext>
            </a:extLst>
          </p:cNvPr>
          <p:cNvSpPr/>
          <p:nvPr userDrawn="1"/>
        </p:nvSpPr>
        <p:spPr>
          <a:xfrm>
            <a:off x="2745723" y="-10721645"/>
            <a:ext cx="13261976" cy="13261929"/>
          </a:xfrm>
          <a:prstGeom prst="ellipse">
            <a:avLst/>
          </a:prstGeom>
          <a:noFill/>
          <a:ln w="50800">
            <a:gradFill flip="none" rotWithShape="1">
              <a:gsLst>
                <a:gs pos="0">
                  <a:schemeClr val="accent2"/>
                </a:gs>
                <a:gs pos="99000">
                  <a:schemeClr val="accent3"/>
                </a:gs>
              </a:gsLst>
              <a:lin ang="8100000" scaled="1"/>
              <a:tileRect/>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9" name="Oval 8">
            <a:extLst>
              <a:ext uri="{FF2B5EF4-FFF2-40B4-BE49-F238E27FC236}">
                <a16:creationId xmlns:a16="http://schemas.microsoft.com/office/drawing/2014/main" id="{6D4D7F98-7AB6-AF58-32C0-0F3FAB036808}"/>
              </a:ext>
            </a:extLst>
          </p:cNvPr>
          <p:cNvSpPr/>
          <p:nvPr userDrawn="1"/>
        </p:nvSpPr>
        <p:spPr>
          <a:xfrm>
            <a:off x="3117850" y="-10345684"/>
            <a:ext cx="12517721" cy="12517716"/>
          </a:xfrm>
          <a:prstGeom prst="ellipse">
            <a:avLst/>
          </a:prstGeom>
          <a:gradFill flip="none" rotWithShape="1">
            <a:gsLst>
              <a:gs pos="0">
                <a:schemeClr val="accent2"/>
              </a:gs>
              <a:gs pos="100000">
                <a:schemeClr val="accent1"/>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4" name="Date Placeholder 3">
            <a:extLst>
              <a:ext uri="{FF2B5EF4-FFF2-40B4-BE49-F238E27FC236}">
                <a16:creationId xmlns:a16="http://schemas.microsoft.com/office/drawing/2014/main" id="{9034668E-504D-8D1B-8AC9-3E387BF0B1BA}"/>
              </a:ext>
            </a:extLst>
          </p:cNvPr>
          <p:cNvSpPr>
            <a:spLocks noGrp="1"/>
          </p:cNvSpPr>
          <p:nvPr>
            <p:ph type="dt" sz="half" idx="10"/>
          </p:nvPr>
        </p:nvSpPr>
        <p:spPr/>
        <p:txBody>
          <a:bodyPr/>
          <a:lstStyle>
            <a:lvl1pPr>
              <a:defRPr>
                <a:solidFill>
                  <a:schemeClr val="bg1"/>
                </a:solidFill>
                <a:latin typeface="Oswald" pitchFamily="2" charset="77"/>
              </a:defRPr>
            </a:lvl1pPr>
          </a:lstStyle>
          <a:p>
            <a:r>
              <a:rPr lang="en-US"/>
              <a:t>20XX</a:t>
            </a:r>
            <a:endParaRPr lang="en-US" dirty="0"/>
          </a:p>
        </p:txBody>
      </p:sp>
      <p:sp>
        <p:nvSpPr>
          <p:cNvPr id="5" name="Footer Placeholder 4">
            <a:extLst>
              <a:ext uri="{FF2B5EF4-FFF2-40B4-BE49-F238E27FC236}">
                <a16:creationId xmlns:a16="http://schemas.microsoft.com/office/drawing/2014/main" id="{BB5369F0-13E7-3987-C328-EA939F9601E5}"/>
              </a:ext>
            </a:extLst>
          </p:cNvPr>
          <p:cNvSpPr>
            <a:spLocks noGrp="1"/>
          </p:cNvSpPr>
          <p:nvPr>
            <p:ph type="ftr" sz="quarter" idx="11"/>
          </p:nvPr>
        </p:nvSpPr>
        <p:spPr/>
        <p:txBody>
          <a:bodyPr/>
          <a:lstStyle>
            <a:lvl1pPr>
              <a:defRPr>
                <a:solidFill>
                  <a:schemeClr val="bg1"/>
                </a:solidFill>
                <a:latin typeface="Oswald" pitchFamily="2" charset="77"/>
              </a:defRPr>
            </a:lvl1pPr>
          </a:lstStyle>
          <a:p>
            <a:endParaRPr lang="en-US"/>
          </a:p>
        </p:txBody>
      </p:sp>
      <p:sp>
        <p:nvSpPr>
          <p:cNvPr id="6" name="Slide Number Placeholder 5">
            <a:extLst>
              <a:ext uri="{FF2B5EF4-FFF2-40B4-BE49-F238E27FC236}">
                <a16:creationId xmlns:a16="http://schemas.microsoft.com/office/drawing/2014/main" id="{76047604-23FB-3B77-51A9-FC577F45E9D1}"/>
              </a:ext>
            </a:extLst>
          </p:cNvPr>
          <p:cNvSpPr>
            <a:spLocks noGrp="1"/>
          </p:cNvSpPr>
          <p:nvPr>
            <p:ph type="sldNum" sz="quarter" idx="12"/>
          </p:nvPr>
        </p:nvSpPr>
        <p:spPr/>
        <p:txBody>
          <a:bodyPr/>
          <a:lstStyle>
            <a:lvl1pPr>
              <a:defRPr>
                <a:solidFill>
                  <a:schemeClr val="bg1"/>
                </a:solidFill>
                <a:latin typeface="Oswald" pitchFamily="2" charset="77"/>
              </a:defRPr>
            </a:lvl1pPr>
          </a:lstStyle>
          <a:p>
            <a:fld id="{92A6C7AB-A877-C342-9CE7-90563939BDE3}" type="slidenum">
              <a:rPr lang="en-US" smtClean="0"/>
              <a:pPr/>
              <a:t>‹#›</a:t>
            </a:fld>
            <a:endParaRPr lang="en-US"/>
          </a:p>
        </p:txBody>
      </p:sp>
      <p:sp>
        <p:nvSpPr>
          <p:cNvPr id="10" name="Graphic 52">
            <a:extLst>
              <a:ext uri="{FF2B5EF4-FFF2-40B4-BE49-F238E27FC236}">
                <a16:creationId xmlns:a16="http://schemas.microsoft.com/office/drawing/2014/main" id="{EBF7E4A1-34A9-C0C0-025B-A89C19A34078}"/>
              </a:ext>
            </a:extLst>
          </p:cNvPr>
          <p:cNvSpPr/>
          <p:nvPr userDrawn="1"/>
        </p:nvSpPr>
        <p:spPr>
          <a:xfrm>
            <a:off x="838200" y="4792425"/>
            <a:ext cx="912326" cy="915154"/>
          </a:xfrm>
          <a:custGeom>
            <a:avLst/>
            <a:gdLst>
              <a:gd name="connsiteX0" fmla="*/ 587573 w 912326"/>
              <a:gd name="connsiteY0" fmla="*/ 914871 h 915154"/>
              <a:gd name="connsiteX1" fmla="*/ 582199 w 912326"/>
              <a:gd name="connsiteY1" fmla="*/ 909215 h 915154"/>
              <a:gd name="connsiteX2" fmla="*/ 596151 w 912326"/>
              <a:gd name="connsiteY2" fmla="*/ 895546 h 915154"/>
              <a:gd name="connsiteX3" fmla="*/ 582011 w 912326"/>
              <a:gd name="connsiteY3" fmla="*/ 881689 h 915154"/>
              <a:gd name="connsiteX4" fmla="*/ 588044 w 912326"/>
              <a:gd name="connsiteY4" fmla="*/ 876316 h 915154"/>
              <a:gd name="connsiteX5" fmla="*/ 601147 w 912326"/>
              <a:gd name="connsiteY5" fmla="*/ 889890 h 915154"/>
              <a:gd name="connsiteX6" fmla="*/ 614910 w 912326"/>
              <a:gd name="connsiteY6" fmla="*/ 875750 h 915154"/>
              <a:gd name="connsiteX7" fmla="*/ 620944 w 912326"/>
              <a:gd name="connsiteY7" fmla="*/ 882066 h 915154"/>
              <a:gd name="connsiteX8" fmla="*/ 607463 w 912326"/>
              <a:gd name="connsiteY8" fmla="*/ 895264 h 915154"/>
              <a:gd name="connsiteX9" fmla="*/ 621321 w 912326"/>
              <a:gd name="connsiteY9" fmla="*/ 909027 h 915154"/>
              <a:gd name="connsiteX10" fmla="*/ 615476 w 912326"/>
              <a:gd name="connsiteY10" fmla="*/ 914400 h 915154"/>
              <a:gd name="connsiteX11" fmla="*/ 602844 w 912326"/>
              <a:gd name="connsiteY11" fmla="*/ 901485 h 915154"/>
              <a:gd name="connsiteX12" fmla="*/ 588327 w 912326"/>
              <a:gd name="connsiteY12" fmla="*/ 914966 h 915154"/>
              <a:gd name="connsiteX13" fmla="*/ 587761 w 912326"/>
              <a:gd name="connsiteY13" fmla="*/ 914966 h 915154"/>
              <a:gd name="connsiteX14" fmla="*/ 878861 w 912326"/>
              <a:gd name="connsiteY14" fmla="*/ 914871 h 915154"/>
              <a:gd name="connsiteX15" fmla="*/ 892341 w 912326"/>
              <a:gd name="connsiteY15" fmla="*/ 901768 h 915154"/>
              <a:gd name="connsiteX16" fmla="*/ 906104 w 912326"/>
              <a:gd name="connsiteY16" fmla="*/ 914871 h 915154"/>
              <a:gd name="connsiteX17" fmla="*/ 906670 w 912326"/>
              <a:gd name="connsiteY17" fmla="*/ 914871 h 915154"/>
              <a:gd name="connsiteX18" fmla="*/ 912138 w 912326"/>
              <a:gd name="connsiteY18" fmla="*/ 908744 h 915154"/>
              <a:gd name="connsiteX19" fmla="*/ 898280 w 912326"/>
              <a:gd name="connsiteY19" fmla="*/ 895169 h 915154"/>
              <a:gd name="connsiteX20" fmla="*/ 911666 w 912326"/>
              <a:gd name="connsiteY20" fmla="*/ 881972 h 915154"/>
              <a:gd name="connsiteX21" fmla="*/ 905916 w 912326"/>
              <a:gd name="connsiteY21" fmla="*/ 875467 h 915154"/>
              <a:gd name="connsiteX22" fmla="*/ 892247 w 912326"/>
              <a:gd name="connsiteY22" fmla="*/ 889796 h 915154"/>
              <a:gd name="connsiteX23" fmla="*/ 878672 w 912326"/>
              <a:gd name="connsiteY23" fmla="*/ 875939 h 915154"/>
              <a:gd name="connsiteX24" fmla="*/ 872828 w 912326"/>
              <a:gd name="connsiteY24" fmla="*/ 881878 h 915154"/>
              <a:gd name="connsiteX25" fmla="*/ 886874 w 912326"/>
              <a:gd name="connsiteY25" fmla="*/ 895735 h 915154"/>
              <a:gd name="connsiteX26" fmla="*/ 873111 w 912326"/>
              <a:gd name="connsiteY26" fmla="*/ 909121 h 915154"/>
              <a:gd name="connsiteX27" fmla="*/ 878201 w 912326"/>
              <a:gd name="connsiteY27" fmla="*/ 914966 h 915154"/>
              <a:gd name="connsiteX28" fmla="*/ 878767 w 912326"/>
              <a:gd name="connsiteY28" fmla="*/ 914966 h 915154"/>
              <a:gd name="connsiteX29" fmla="*/ 6222 w 912326"/>
              <a:gd name="connsiteY29" fmla="*/ 914871 h 915154"/>
              <a:gd name="connsiteX30" fmla="*/ 20362 w 912326"/>
              <a:gd name="connsiteY30" fmla="*/ 901297 h 915154"/>
              <a:gd name="connsiteX31" fmla="*/ 33654 w 912326"/>
              <a:gd name="connsiteY31" fmla="*/ 914683 h 915154"/>
              <a:gd name="connsiteX32" fmla="*/ 39404 w 912326"/>
              <a:gd name="connsiteY32" fmla="*/ 908744 h 915154"/>
              <a:gd name="connsiteX33" fmla="*/ 25358 w 912326"/>
              <a:gd name="connsiteY33" fmla="*/ 895075 h 915154"/>
              <a:gd name="connsiteX34" fmla="*/ 38838 w 912326"/>
              <a:gd name="connsiteY34" fmla="*/ 881972 h 915154"/>
              <a:gd name="connsiteX35" fmla="*/ 32805 w 912326"/>
              <a:gd name="connsiteY35" fmla="*/ 875656 h 915154"/>
              <a:gd name="connsiteX36" fmla="*/ 19231 w 912326"/>
              <a:gd name="connsiteY36" fmla="*/ 889890 h 915154"/>
              <a:gd name="connsiteX37" fmla="*/ 6033 w 912326"/>
              <a:gd name="connsiteY37" fmla="*/ 876221 h 915154"/>
              <a:gd name="connsiteX38" fmla="*/ 283 w 912326"/>
              <a:gd name="connsiteY38" fmla="*/ 881689 h 915154"/>
              <a:gd name="connsiteX39" fmla="*/ 14329 w 912326"/>
              <a:gd name="connsiteY39" fmla="*/ 895546 h 915154"/>
              <a:gd name="connsiteX40" fmla="*/ 471 w 912326"/>
              <a:gd name="connsiteY40" fmla="*/ 909215 h 915154"/>
              <a:gd name="connsiteX41" fmla="*/ 5750 w 912326"/>
              <a:gd name="connsiteY41" fmla="*/ 914966 h 915154"/>
              <a:gd name="connsiteX42" fmla="*/ 6316 w 912326"/>
              <a:gd name="connsiteY42" fmla="*/ 914966 h 915154"/>
              <a:gd name="connsiteX43" fmla="*/ 324753 w 912326"/>
              <a:gd name="connsiteY43" fmla="*/ 914871 h 915154"/>
              <a:gd name="connsiteX44" fmla="*/ 330315 w 912326"/>
              <a:gd name="connsiteY44" fmla="*/ 908838 h 915154"/>
              <a:gd name="connsiteX45" fmla="*/ 316458 w 912326"/>
              <a:gd name="connsiteY45" fmla="*/ 895075 h 915154"/>
              <a:gd name="connsiteX46" fmla="*/ 330127 w 912326"/>
              <a:gd name="connsiteY46" fmla="*/ 881595 h 915154"/>
              <a:gd name="connsiteX47" fmla="*/ 324188 w 912326"/>
              <a:gd name="connsiteY47" fmla="*/ 875656 h 915154"/>
              <a:gd name="connsiteX48" fmla="*/ 310142 w 912326"/>
              <a:gd name="connsiteY48" fmla="*/ 889890 h 915154"/>
              <a:gd name="connsiteX49" fmla="*/ 296850 w 912326"/>
              <a:gd name="connsiteY49" fmla="*/ 876221 h 915154"/>
              <a:gd name="connsiteX50" fmla="*/ 291005 w 912326"/>
              <a:gd name="connsiteY50" fmla="*/ 881689 h 915154"/>
              <a:gd name="connsiteX51" fmla="*/ 305051 w 912326"/>
              <a:gd name="connsiteY51" fmla="*/ 895641 h 915154"/>
              <a:gd name="connsiteX52" fmla="*/ 291948 w 912326"/>
              <a:gd name="connsiteY52" fmla="*/ 908650 h 915154"/>
              <a:gd name="connsiteX53" fmla="*/ 297133 w 912326"/>
              <a:gd name="connsiteY53" fmla="*/ 915154 h 915154"/>
              <a:gd name="connsiteX54" fmla="*/ 310142 w 912326"/>
              <a:gd name="connsiteY54" fmla="*/ 901768 h 915154"/>
              <a:gd name="connsiteX55" fmla="*/ 324188 w 912326"/>
              <a:gd name="connsiteY55" fmla="*/ 914871 h 915154"/>
              <a:gd name="connsiteX56" fmla="*/ 324753 w 912326"/>
              <a:gd name="connsiteY56" fmla="*/ 914871 h 915154"/>
              <a:gd name="connsiteX57" fmla="*/ 595868 w 912326"/>
              <a:gd name="connsiteY57" fmla="*/ 20079 h 915154"/>
              <a:gd name="connsiteX58" fmla="*/ 582388 w 912326"/>
              <a:gd name="connsiteY58" fmla="*/ 33277 h 915154"/>
              <a:gd name="connsiteX59" fmla="*/ 588421 w 912326"/>
              <a:gd name="connsiteY59" fmla="*/ 39781 h 915154"/>
              <a:gd name="connsiteX60" fmla="*/ 601901 w 912326"/>
              <a:gd name="connsiteY60" fmla="*/ 25358 h 915154"/>
              <a:gd name="connsiteX61" fmla="*/ 615288 w 912326"/>
              <a:gd name="connsiteY61" fmla="*/ 39404 h 915154"/>
              <a:gd name="connsiteX62" fmla="*/ 621321 w 912326"/>
              <a:gd name="connsiteY62" fmla="*/ 33371 h 915154"/>
              <a:gd name="connsiteX63" fmla="*/ 607086 w 912326"/>
              <a:gd name="connsiteY63" fmla="*/ 19419 h 915154"/>
              <a:gd name="connsiteX64" fmla="*/ 620661 w 912326"/>
              <a:gd name="connsiteY64" fmla="*/ 6222 h 915154"/>
              <a:gd name="connsiteX65" fmla="*/ 615193 w 912326"/>
              <a:gd name="connsiteY65" fmla="*/ 377 h 915154"/>
              <a:gd name="connsiteX66" fmla="*/ 601242 w 912326"/>
              <a:gd name="connsiteY66" fmla="*/ 14612 h 915154"/>
              <a:gd name="connsiteX67" fmla="*/ 587667 w 912326"/>
              <a:gd name="connsiteY67" fmla="*/ 660 h 915154"/>
              <a:gd name="connsiteX68" fmla="*/ 581822 w 912326"/>
              <a:gd name="connsiteY68" fmla="*/ 6410 h 915154"/>
              <a:gd name="connsiteX69" fmla="*/ 595774 w 912326"/>
              <a:gd name="connsiteY69" fmla="*/ 20079 h 915154"/>
              <a:gd name="connsiteX70" fmla="*/ 39687 w 912326"/>
              <a:gd name="connsiteY70" fmla="*/ 325036 h 915154"/>
              <a:gd name="connsiteX71" fmla="*/ 25358 w 912326"/>
              <a:gd name="connsiteY71" fmla="*/ 311273 h 915154"/>
              <a:gd name="connsiteX72" fmla="*/ 38838 w 912326"/>
              <a:gd name="connsiteY72" fmla="*/ 297887 h 915154"/>
              <a:gd name="connsiteX73" fmla="*/ 33088 w 912326"/>
              <a:gd name="connsiteY73" fmla="*/ 291948 h 915154"/>
              <a:gd name="connsiteX74" fmla="*/ 19136 w 912326"/>
              <a:gd name="connsiteY74" fmla="*/ 306088 h 915154"/>
              <a:gd name="connsiteX75" fmla="*/ 5939 w 912326"/>
              <a:gd name="connsiteY75" fmla="*/ 292514 h 915154"/>
              <a:gd name="connsiteX76" fmla="*/ 0 w 912326"/>
              <a:gd name="connsiteY76" fmla="*/ 298264 h 915154"/>
              <a:gd name="connsiteX77" fmla="*/ 14234 w 912326"/>
              <a:gd name="connsiteY77" fmla="*/ 311933 h 915154"/>
              <a:gd name="connsiteX78" fmla="*/ 566 w 912326"/>
              <a:gd name="connsiteY78" fmla="*/ 325319 h 915154"/>
              <a:gd name="connsiteX79" fmla="*/ 6033 w 912326"/>
              <a:gd name="connsiteY79" fmla="*/ 331164 h 915154"/>
              <a:gd name="connsiteX80" fmla="*/ 19702 w 912326"/>
              <a:gd name="connsiteY80" fmla="*/ 317401 h 915154"/>
              <a:gd name="connsiteX81" fmla="*/ 33182 w 912326"/>
              <a:gd name="connsiteY81" fmla="*/ 331164 h 915154"/>
              <a:gd name="connsiteX82" fmla="*/ 39687 w 912326"/>
              <a:gd name="connsiteY82" fmla="*/ 325036 h 915154"/>
              <a:gd name="connsiteX83" fmla="*/ 329844 w 912326"/>
              <a:gd name="connsiteY83" fmla="*/ 298170 h 915154"/>
              <a:gd name="connsiteX84" fmla="*/ 324094 w 912326"/>
              <a:gd name="connsiteY84" fmla="*/ 291854 h 915154"/>
              <a:gd name="connsiteX85" fmla="*/ 310425 w 912326"/>
              <a:gd name="connsiteY85" fmla="*/ 306371 h 915154"/>
              <a:gd name="connsiteX86" fmla="*/ 296944 w 912326"/>
              <a:gd name="connsiteY86" fmla="*/ 292514 h 915154"/>
              <a:gd name="connsiteX87" fmla="*/ 291005 w 912326"/>
              <a:gd name="connsiteY87" fmla="*/ 298453 h 915154"/>
              <a:gd name="connsiteX88" fmla="*/ 305051 w 912326"/>
              <a:gd name="connsiteY88" fmla="*/ 312404 h 915154"/>
              <a:gd name="connsiteX89" fmla="*/ 291665 w 912326"/>
              <a:gd name="connsiteY89" fmla="*/ 325508 h 915154"/>
              <a:gd name="connsiteX90" fmla="*/ 297133 w 912326"/>
              <a:gd name="connsiteY90" fmla="*/ 331446 h 915154"/>
              <a:gd name="connsiteX91" fmla="*/ 310707 w 912326"/>
              <a:gd name="connsiteY91" fmla="*/ 317495 h 915154"/>
              <a:gd name="connsiteX92" fmla="*/ 323999 w 912326"/>
              <a:gd name="connsiteY92" fmla="*/ 331069 h 915154"/>
              <a:gd name="connsiteX93" fmla="*/ 330315 w 912326"/>
              <a:gd name="connsiteY93" fmla="*/ 325413 h 915154"/>
              <a:gd name="connsiteX94" fmla="*/ 316175 w 912326"/>
              <a:gd name="connsiteY94" fmla="*/ 311650 h 915154"/>
              <a:gd name="connsiteX95" fmla="*/ 329844 w 912326"/>
              <a:gd name="connsiteY95" fmla="*/ 298264 h 915154"/>
              <a:gd name="connsiteX96" fmla="*/ 19419 w 912326"/>
              <a:gd name="connsiteY96" fmla="*/ 598131 h 915154"/>
              <a:gd name="connsiteX97" fmla="*/ 6127 w 912326"/>
              <a:gd name="connsiteY97" fmla="*/ 584273 h 915154"/>
              <a:gd name="connsiteX98" fmla="*/ 283 w 912326"/>
              <a:gd name="connsiteY98" fmla="*/ 589929 h 915154"/>
              <a:gd name="connsiteX99" fmla="*/ 14329 w 912326"/>
              <a:gd name="connsiteY99" fmla="*/ 603504 h 915154"/>
              <a:gd name="connsiteX100" fmla="*/ 754 w 912326"/>
              <a:gd name="connsiteY100" fmla="*/ 616796 h 915154"/>
              <a:gd name="connsiteX101" fmla="*/ 6316 w 912326"/>
              <a:gd name="connsiteY101" fmla="*/ 623112 h 915154"/>
              <a:gd name="connsiteX102" fmla="*/ 20173 w 912326"/>
              <a:gd name="connsiteY102" fmla="*/ 609066 h 915154"/>
              <a:gd name="connsiteX103" fmla="*/ 33371 w 912326"/>
              <a:gd name="connsiteY103" fmla="*/ 622546 h 915154"/>
              <a:gd name="connsiteX104" fmla="*/ 39593 w 912326"/>
              <a:gd name="connsiteY104" fmla="*/ 616796 h 915154"/>
              <a:gd name="connsiteX105" fmla="*/ 25452 w 912326"/>
              <a:gd name="connsiteY105" fmla="*/ 603127 h 915154"/>
              <a:gd name="connsiteX106" fmla="*/ 39216 w 912326"/>
              <a:gd name="connsiteY106" fmla="*/ 589552 h 915154"/>
              <a:gd name="connsiteX107" fmla="*/ 33182 w 912326"/>
              <a:gd name="connsiteY107" fmla="*/ 583425 h 915154"/>
              <a:gd name="connsiteX108" fmla="*/ 19513 w 912326"/>
              <a:gd name="connsiteY108" fmla="*/ 598036 h 915154"/>
              <a:gd name="connsiteX109" fmla="*/ 297133 w 912326"/>
              <a:gd name="connsiteY109" fmla="*/ 584179 h 915154"/>
              <a:gd name="connsiteX110" fmla="*/ 291383 w 912326"/>
              <a:gd name="connsiteY110" fmla="*/ 589929 h 915154"/>
              <a:gd name="connsiteX111" fmla="*/ 305240 w 912326"/>
              <a:gd name="connsiteY111" fmla="*/ 603598 h 915154"/>
              <a:gd name="connsiteX112" fmla="*/ 291665 w 912326"/>
              <a:gd name="connsiteY112" fmla="*/ 616796 h 915154"/>
              <a:gd name="connsiteX113" fmla="*/ 297227 w 912326"/>
              <a:gd name="connsiteY113" fmla="*/ 622923 h 915154"/>
              <a:gd name="connsiteX114" fmla="*/ 310896 w 912326"/>
              <a:gd name="connsiteY114" fmla="*/ 609066 h 915154"/>
              <a:gd name="connsiteX115" fmla="*/ 324565 w 912326"/>
              <a:gd name="connsiteY115" fmla="*/ 622829 h 915154"/>
              <a:gd name="connsiteX116" fmla="*/ 330504 w 912326"/>
              <a:gd name="connsiteY116" fmla="*/ 616702 h 915154"/>
              <a:gd name="connsiteX117" fmla="*/ 316364 w 912326"/>
              <a:gd name="connsiteY117" fmla="*/ 603033 h 915154"/>
              <a:gd name="connsiteX118" fmla="*/ 330221 w 912326"/>
              <a:gd name="connsiteY118" fmla="*/ 589552 h 915154"/>
              <a:gd name="connsiteX119" fmla="*/ 324659 w 912326"/>
              <a:gd name="connsiteY119" fmla="*/ 583896 h 915154"/>
              <a:gd name="connsiteX120" fmla="*/ 310519 w 912326"/>
              <a:gd name="connsiteY120" fmla="*/ 598131 h 915154"/>
              <a:gd name="connsiteX121" fmla="*/ 297227 w 912326"/>
              <a:gd name="connsiteY121" fmla="*/ 584179 h 915154"/>
              <a:gd name="connsiteX122" fmla="*/ 19985 w 912326"/>
              <a:gd name="connsiteY122" fmla="*/ 25547 h 915154"/>
              <a:gd name="connsiteX123" fmla="*/ 33465 w 912326"/>
              <a:gd name="connsiteY123" fmla="*/ 39404 h 915154"/>
              <a:gd name="connsiteX124" fmla="*/ 39310 w 912326"/>
              <a:gd name="connsiteY124" fmla="*/ 33465 h 915154"/>
              <a:gd name="connsiteX125" fmla="*/ 25264 w 912326"/>
              <a:gd name="connsiteY125" fmla="*/ 19608 h 915154"/>
              <a:gd name="connsiteX126" fmla="*/ 39027 w 912326"/>
              <a:gd name="connsiteY126" fmla="*/ 6316 h 915154"/>
              <a:gd name="connsiteX127" fmla="*/ 33182 w 912326"/>
              <a:gd name="connsiteY127" fmla="*/ 283 h 915154"/>
              <a:gd name="connsiteX128" fmla="*/ 19231 w 912326"/>
              <a:gd name="connsiteY128" fmla="*/ 14517 h 915154"/>
              <a:gd name="connsiteX129" fmla="*/ 5939 w 912326"/>
              <a:gd name="connsiteY129" fmla="*/ 943 h 915154"/>
              <a:gd name="connsiteX130" fmla="*/ 189 w 912326"/>
              <a:gd name="connsiteY130" fmla="*/ 6410 h 915154"/>
              <a:gd name="connsiteX131" fmla="*/ 14234 w 912326"/>
              <a:gd name="connsiteY131" fmla="*/ 20173 h 915154"/>
              <a:gd name="connsiteX132" fmla="*/ 566 w 912326"/>
              <a:gd name="connsiteY132" fmla="*/ 33559 h 915154"/>
              <a:gd name="connsiteX133" fmla="*/ 6410 w 912326"/>
              <a:gd name="connsiteY133" fmla="*/ 39687 h 915154"/>
              <a:gd name="connsiteX134" fmla="*/ 20079 w 912326"/>
              <a:gd name="connsiteY134" fmla="*/ 25452 h 915154"/>
              <a:gd name="connsiteX135" fmla="*/ 615476 w 912326"/>
              <a:gd name="connsiteY135" fmla="*/ 330787 h 915154"/>
              <a:gd name="connsiteX136" fmla="*/ 621132 w 912326"/>
              <a:gd name="connsiteY136" fmla="*/ 325319 h 915154"/>
              <a:gd name="connsiteX137" fmla="*/ 606992 w 912326"/>
              <a:gd name="connsiteY137" fmla="*/ 311367 h 915154"/>
              <a:gd name="connsiteX138" fmla="*/ 620567 w 912326"/>
              <a:gd name="connsiteY138" fmla="*/ 298453 h 915154"/>
              <a:gd name="connsiteX139" fmla="*/ 615099 w 912326"/>
              <a:gd name="connsiteY139" fmla="*/ 291854 h 915154"/>
              <a:gd name="connsiteX140" fmla="*/ 601336 w 912326"/>
              <a:gd name="connsiteY140" fmla="*/ 305900 h 915154"/>
              <a:gd name="connsiteX141" fmla="*/ 588233 w 912326"/>
              <a:gd name="connsiteY141" fmla="*/ 292702 h 915154"/>
              <a:gd name="connsiteX142" fmla="*/ 581728 w 912326"/>
              <a:gd name="connsiteY142" fmla="*/ 298170 h 915154"/>
              <a:gd name="connsiteX143" fmla="*/ 595774 w 912326"/>
              <a:gd name="connsiteY143" fmla="*/ 311839 h 915154"/>
              <a:gd name="connsiteX144" fmla="*/ 582105 w 912326"/>
              <a:gd name="connsiteY144" fmla="*/ 325319 h 915154"/>
              <a:gd name="connsiteX145" fmla="*/ 587761 w 912326"/>
              <a:gd name="connsiteY145" fmla="*/ 330881 h 915154"/>
              <a:gd name="connsiteX146" fmla="*/ 601619 w 912326"/>
              <a:gd name="connsiteY146" fmla="*/ 316646 h 915154"/>
              <a:gd name="connsiteX147" fmla="*/ 615382 w 912326"/>
              <a:gd name="connsiteY147" fmla="*/ 330598 h 915154"/>
              <a:gd name="connsiteX148" fmla="*/ 887062 w 912326"/>
              <a:gd name="connsiteY148" fmla="*/ 20173 h 915154"/>
              <a:gd name="connsiteX149" fmla="*/ 873393 w 912326"/>
              <a:gd name="connsiteY149" fmla="*/ 33465 h 915154"/>
              <a:gd name="connsiteX150" fmla="*/ 878861 w 912326"/>
              <a:gd name="connsiteY150" fmla="*/ 39593 h 915154"/>
              <a:gd name="connsiteX151" fmla="*/ 892624 w 912326"/>
              <a:gd name="connsiteY151" fmla="*/ 25641 h 915154"/>
              <a:gd name="connsiteX152" fmla="*/ 906199 w 912326"/>
              <a:gd name="connsiteY152" fmla="*/ 39498 h 915154"/>
              <a:gd name="connsiteX153" fmla="*/ 912043 w 912326"/>
              <a:gd name="connsiteY153" fmla="*/ 33371 h 915154"/>
              <a:gd name="connsiteX154" fmla="*/ 897997 w 912326"/>
              <a:gd name="connsiteY154" fmla="*/ 19796 h 915154"/>
              <a:gd name="connsiteX155" fmla="*/ 911855 w 912326"/>
              <a:gd name="connsiteY155" fmla="*/ 6222 h 915154"/>
              <a:gd name="connsiteX156" fmla="*/ 905916 w 912326"/>
              <a:gd name="connsiteY156" fmla="*/ 189 h 915154"/>
              <a:gd name="connsiteX157" fmla="*/ 892247 w 912326"/>
              <a:gd name="connsiteY157" fmla="*/ 14800 h 915154"/>
              <a:gd name="connsiteX158" fmla="*/ 878955 w 912326"/>
              <a:gd name="connsiteY158" fmla="*/ 660 h 915154"/>
              <a:gd name="connsiteX159" fmla="*/ 873016 w 912326"/>
              <a:gd name="connsiteY159" fmla="*/ 6410 h 915154"/>
              <a:gd name="connsiteX160" fmla="*/ 887157 w 912326"/>
              <a:gd name="connsiteY160" fmla="*/ 20173 h 915154"/>
              <a:gd name="connsiteX161" fmla="*/ 588044 w 912326"/>
              <a:gd name="connsiteY161" fmla="*/ 584273 h 915154"/>
              <a:gd name="connsiteX162" fmla="*/ 581728 w 912326"/>
              <a:gd name="connsiteY162" fmla="*/ 590118 h 915154"/>
              <a:gd name="connsiteX163" fmla="*/ 595868 w 912326"/>
              <a:gd name="connsiteY163" fmla="*/ 603598 h 915154"/>
              <a:gd name="connsiteX164" fmla="*/ 582105 w 912326"/>
              <a:gd name="connsiteY164" fmla="*/ 617079 h 915154"/>
              <a:gd name="connsiteX165" fmla="*/ 587761 w 912326"/>
              <a:gd name="connsiteY165" fmla="*/ 622829 h 915154"/>
              <a:gd name="connsiteX166" fmla="*/ 601336 w 912326"/>
              <a:gd name="connsiteY166" fmla="*/ 608689 h 915154"/>
              <a:gd name="connsiteX167" fmla="*/ 615099 w 912326"/>
              <a:gd name="connsiteY167" fmla="*/ 622640 h 915154"/>
              <a:gd name="connsiteX168" fmla="*/ 621038 w 912326"/>
              <a:gd name="connsiteY168" fmla="*/ 616984 h 915154"/>
              <a:gd name="connsiteX169" fmla="*/ 606898 w 912326"/>
              <a:gd name="connsiteY169" fmla="*/ 603127 h 915154"/>
              <a:gd name="connsiteX170" fmla="*/ 620378 w 912326"/>
              <a:gd name="connsiteY170" fmla="*/ 590118 h 915154"/>
              <a:gd name="connsiteX171" fmla="*/ 615005 w 912326"/>
              <a:gd name="connsiteY171" fmla="*/ 583613 h 915154"/>
              <a:gd name="connsiteX172" fmla="*/ 601242 w 912326"/>
              <a:gd name="connsiteY172" fmla="*/ 597565 h 915154"/>
              <a:gd name="connsiteX173" fmla="*/ 587950 w 912326"/>
              <a:gd name="connsiteY173" fmla="*/ 584179 h 915154"/>
              <a:gd name="connsiteX174" fmla="*/ 305146 w 912326"/>
              <a:gd name="connsiteY174" fmla="*/ 20362 h 915154"/>
              <a:gd name="connsiteX175" fmla="*/ 291665 w 912326"/>
              <a:gd name="connsiteY175" fmla="*/ 33465 h 915154"/>
              <a:gd name="connsiteX176" fmla="*/ 297133 w 912326"/>
              <a:gd name="connsiteY176" fmla="*/ 39687 h 915154"/>
              <a:gd name="connsiteX177" fmla="*/ 310896 w 912326"/>
              <a:gd name="connsiteY177" fmla="*/ 25641 h 915154"/>
              <a:gd name="connsiteX178" fmla="*/ 324471 w 912326"/>
              <a:gd name="connsiteY178" fmla="*/ 39404 h 915154"/>
              <a:gd name="connsiteX179" fmla="*/ 330409 w 912326"/>
              <a:gd name="connsiteY179" fmla="*/ 33371 h 915154"/>
              <a:gd name="connsiteX180" fmla="*/ 316269 w 912326"/>
              <a:gd name="connsiteY180" fmla="*/ 19608 h 915154"/>
              <a:gd name="connsiteX181" fmla="*/ 329750 w 912326"/>
              <a:gd name="connsiteY181" fmla="*/ 6316 h 915154"/>
              <a:gd name="connsiteX182" fmla="*/ 324188 w 912326"/>
              <a:gd name="connsiteY182" fmla="*/ 0 h 915154"/>
              <a:gd name="connsiteX183" fmla="*/ 309953 w 912326"/>
              <a:gd name="connsiteY183" fmla="*/ 14423 h 915154"/>
              <a:gd name="connsiteX184" fmla="*/ 296944 w 912326"/>
              <a:gd name="connsiteY184" fmla="*/ 566 h 915154"/>
              <a:gd name="connsiteX185" fmla="*/ 291005 w 912326"/>
              <a:gd name="connsiteY185" fmla="*/ 6222 h 915154"/>
              <a:gd name="connsiteX186" fmla="*/ 305051 w 912326"/>
              <a:gd name="connsiteY186" fmla="*/ 20173 h 915154"/>
              <a:gd name="connsiteX187" fmla="*/ 911478 w 912326"/>
              <a:gd name="connsiteY187" fmla="*/ 298076 h 915154"/>
              <a:gd name="connsiteX188" fmla="*/ 906104 w 912326"/>
              <a:gd name="connsiteY188" fmla="*/ 291948 h 915154"/>
              <a:gd name="connsiteX189" fmla="*/ 892341 w 912326"/>
              <a:gd name="connsiteY189" fmla="*/ 305900 h 915154"/>
              <a:gd name="connsiteX190" fmla="*/ 879144 w 912326"/>
              <a:gd name="connsiteY190" fmla="*/ 292608 h 915154"/>
              <a:gd name="connsiteX191" fmla="*/ 872828 w 912326"/>
              <a:gd name="connsiteY191" fmla="*/ 298453 h 915154"/>
              <a:gd name="connsiteX192" fmla="*/ 886779 w 912326"/>
              <a:gd name="connsiteY192" fmla="*/ 312121 h 915154"/>
              <a:gd name="connsiteX193" fmla="*/ 873393 w 912326"/>
              <a:gd name="connsiteY193" fmla="*/ 325413 h 915154"/>
              <a:gd name="connsiteX194" fmla="*/ 879144 w 912326"/>
              <a:gd name="connsiteY194" fmla="*/ 331446 h 915154"/>
              <a:gd name="connsiteX195" fmla="*/ 893190 w 912326"/>
              <a:gd name="connsiteY195" fmla="*/ 317023 h 915154"/>
              <a:gd name="connsiteX196" fmla="*/ 906199 w 912326"/>
              <a:gd name="connsiteY196" fmla="*/ 330315 h 915154"/>
              <a:gd name="connsiteX197" fmla="*/ 912043 w 912326"/>
              <a:gd name="connsiteY197" fmla="*/ 325413 h 915154"/>
              <a:gd name="connsiteX198" fmla="*/ 897903 w 912326"/>
              <a:gd name="connsiteY198" fmla="*/ 311462 h 915154"/>
              <a:gd name="connsiteX199" fmla="*/ 911478 w 912326"/>
              <a:gd name="connsiteY199" fmla="*/ 298076 h 915154"/>
              <a:gd name="connsiteX200" fmla="*/ 872828 w 912326"/>
              <a:gd name="connsiteY200" fmla="*/ 590024 h 915154"/>
              <a:gd name="connsiteX201" fmla="*/ 887157 w 912326"/>
              <a:gd name="connsiteY201" fmla="*/ 603598 h 915154"/>
              <a:gd name="connsiteX202" fmla="*/ 873393 w 912326"/>
              <a:gd name="connsiteY202" fmla="*/ 617079 h 915154"/>
              <a:gd name="connsiteX203" fmla="*/ 878955 w 912326"/>
              <a:gd name="connsiteY203" fmla="*/ 623018 h 915154"/>
              <a:gd name="connsiteX204" fmla="*/ 892530 w 912326"/>
              <a:gd name="connsiteY204" fmla="*/ 608972 h 915154"/>
              <a:gd name="connsiteX205" fmla="*/ 905916 w 912326"/>
              <a:gd name="connsiteY205" fmla="*/ 622923 h 915154"/>
              <a:gd name="connsiteX206" fmla="*/ 912326 w 912326"/>
              <a:gd name="connsiteY206" fmla="*/ 616796 h 915154"/>
              <a:gd name="connsiteX207" fmla="*/ 897903 w 912326"/>
              <a:gd name="connsiteY207" fmla="*/ 602844 h 915154"/>
              <a:gd name="connsiteX208" fmla="*/ 911478 w 912326"/>
              <a:gd name="connsiteY208" fmla="*/ 590024 h 915154"/>
              <a:gd name="connsiteX209" fmla="*/ 905916 w 912326"/>
              <a:gd name="connsiteY209" fmla="*/ 583708 h 915154"/>
              <a:gd name="connsiteX210" fmla="*/ 892341 w 912326"/>
              <a:gd name="connsiteY210" fmla="*/ 597754 h 915154"/>
              <a:gd name="connsiteX211" fmla="*/ 878861 w 912326"/>
              <a:gd name="connsiteY211" fmla="*/ 584085 h 915154"/>
              <a:gd name="connsiteX212" fmla="*/ 872828 w 912326"/>
              <a:gd name="connsiteY212" fmla="*/ 590118 h 915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912326" h="915154">
                <a:moveTo>
                  <a:pt x="587573" y="914871"/>
                </a:moveTo>
                <a:cubicBezTo>
                  <a:pt x="585876" y="912986"/>
                  <a:pt x="584085" y="911195"/>
                  <a:pt x="582199" y="909215"/>
                </a:cubicBezTo>
                <a:cubicBezTo>
                  <a:pt x="586819" y="904690"/>
                  <a:pt x="591343" y="900166"/>
                  <a:pt x="596151" y="895546"/>
                </a:cubicBezTo>
                <a:cubicBezTo>
                  <a:pt x="591249" y="890739"/>
                  <a:pt x="586724" y="886308"/>
                  <a:pt x="582011" y="881689"/>
                </a:cubicBezTo>
                <a:cubicBezTo>
                  <a:pt x="584085" y="879804"/>
                  <a:pt x="585970" y="878107"/>
                  <a:pt x="588044" y="876316"/>
                </a:cubicBezTo>
                <a:cubicBezTo>
                  <a:pt x="592286" y="880652"/>
                  <a:pt x="596622" y="885271"/>
                  <a:pt x="601147" y="889890"/>
                </a:cubicBezTo>
                <a:cubicBezTo>
                  <a:pt x="606049" y="884894"/>
                  <a:pt x="610386" y="880369"/>
                  <a:pt x="614910" y="875750"/>
                </a:cubicBezTo>
                <a:cubicBezTo>
                  <a:pt x="617173" y="878107"/>
                  <a:pt x="618870" y="879992"/>
                  <a:pt x="620944" y="882066"/>
                </a:cubicBezTo>
                <a:cubicBezTo>
                  <a:pt x="616607" y="886308"/>
                  <a:pt x="612082" y="890739"/>
                  <a:pt x="607463" y="895264"/>
                </a:cubicBezTo>
                <a:cubicBezTo>
                  <a:pt x="612082" y="899883"/>
                  <a:pt x="616607" y="904313"/>
                  <a:pt x="621321" y="909027"/>
                </a:cubicBezTo>
                <a:cubicBezTo>
                  <a:pt x="619153" y="911006"/>
                  <a:pt x="617361" y="912703"/>
                  <a:pt x="615476" y="914400"/>
                </a:cubicBezTo>
                <a:cubicBezTo>
                  <a:pt x="611234" y="910064"/>
                  <a:pt x="606803" y="905539"/>
                  <a:pt x="602844" y="901485"/>
                </a:cubicBezTo>
                <a:cubicBezTo>
                  <a:pt x="597659" y="906293"/>
                  <a:pt x="592946" y="910629"/>
                  <a:pt x="588327" y="914966"/>
                </a:cubicBezTo>
                <a:lnTo>
                  <a:pt x="587761" y="914966"/>
                </a:lnTo>
                <a:close/>
                <a:moveTo>
                  <a:pt x="878861" y="914871"/>
                </a:moveTo>
                <a:cubicBezTo>
                  <a:pt x="883386" y="910441"/>
                  <a:pt x="888005" y="906010"/>
                  <a:pt x="892341" y="901768"/>
                </a:cubicBezTo>
                <a:cubicBezTo>
                  <a:pt x="896866" y="906104"/>
                  <a:pt x="901485" y="910535"/>
                  <a:pt x="906104" y="914871"/>
                </a:cubicBezTo>
                <a:lnTo>
                  <a:pt x="906670" y="914871"/>
                </a:lnTo>
                <a:cubicBezTo>
                  <a:pt x="908367" y="912986"/>
                  <a:pt x="910158" y="911006"/>
                  <a:pt x="912138" y="908744"/>
                </a:cubicBezTo>
                <a:cubicBezTo>
                  <a:pt x="907424" y="904219"/>
                  <a:pt x="902899" y="899789"/>
                  <a:pt x="898280" y="895169"/>
                </a:cubicBezTo>
                <a:cubicBezTo>
                  <a:pt x="902899" y="890644"/>
                  <a:pt x="907424" y="886214"/>
                  <a:pt x="911666" y="881972"/>
                </a:cubicBezTo>
                <a:cubicBezTo>
                  <a:pt x="909781" y="879898"/>
                  <a:pt x="908084" y="877918"/>
                  <a:pt x="905916" y="875467"/>
                </a:cubicBezTo>
                <a:cubicBezTo>
                  <a:pt x="901297" y="880275"/>
                  <a:pt x="896960" y="884800"/>
                  <a:pt x="892247" y="889796"/>
                </a:cubicBezTo>
                <a:cubicBezTo>
                  <a:pt x="887628" y="885083"/>
                  <a:pt x="883197" y="880558"/>
                  <a:pt x="878672" y="875939"/>
                </a:cubicBezTo>
                <a:cubicBezTo>
                  <a:pt x="876787" y="877918"/>
                  <a:pt x="874996" y="879709"/>
                  <a:pt x="872828" y="881878"/>
                </a:cubicBezTo>
                <a:cubicBezTo>
                  <a:pt x="877447" y="886402"/>
                  <a:pt x="881972" y="890833"/>
                  <a:pt x="886874" y="895735"/>
                </a:cubicBezTo>
                <a:cubicBezTo>
                  <a:pt x="882160" y="900260"/>
                  <a:pt x="877730" y="904690"/>
                  <a:pt x="873111" y="909121"/>
                </a:cubicBezTo>
                <a:cubicBezTo>
                  <a:pt x="874902" y="911195"/>
                  <a:pt x="876599" y="913080"/>
                  <a:pt x="878201" y="914966"/>
                </a:cubicBezTo>
                <a:lnTo>
                  <a:pt x="878767" y="914966"/>
                </a:lnTo>
                <a:close/>
                <a:moveTo>
                  <a:pt x="6222" y="914871"/>
                </a:moveTo>
                <a:cubicBezTo>
                  <a:pt x="10841" y="910441"/>
                  <a:pt x="15366" y="906010"/>
                  <a:pt x="20362" y="901297"/>
                </a:cubicBezTo>
                <a:cubicBezTo>
                  <a:pt x="24604" y="905633"/>
                  <a:pt x="29035" y="910064"/>
                  <a:pt x="33654" y="914683"/>
                </a:cubicBezTo>
                <a:cubicBezTo>
                  <a:pt x="35539" y="912797"/>
                  <a:pt x="37236" y="911006"/>
                  <a:pt x="39404" y="908744"/>
                </a:cubicBezTo>
                <a:cubicBezTo>
                  <a:pt x="34785" y="904219"/>
                  <a:pt x="30260" y="899789"/>
                  <a:pt x="25358" y="895075"/>
                </a:cubicBezTo>
                <a:cubicBezTo>
                  <a:pt x="30072" y="890456"/>
                  <a:pt x="34596" y="886025"/>
                  <a:pt x="38838" y="881972"/>
                </a:cubicBezTo>
                <a:cubicBezTo>
                  <a:pt x="36953" y="879992"/>
                  <a:pt x="35162" y="878107"/>
                  <a:pt x="32805" y="875656"/>
                </a:cubicBezTo>
                <a:cubicBezTo>
                  <a:pt x="28375" y="880275"/>
                  <a:pt x="24038" y="884800"/>
                  <a:pt x="19231" y="889890"/>
                </a:cubicBezTo>
                <a:cubicBezTo>
                  <a:pt x="14706" y="885177"/>
                  <a:pt x="10369" y="880652"/>
                  <a:pt x="6033" y="876221"/>
                </a:cubicBezTo>
                <a:cubicBezTo>
                  <a:pt x="4148" y="878013"/>
                  <a:pt x="2262" y="879804"/>
                  <a:pt x="283" y="881689"/>
                </a:cubicBezTo>
                <a:cubicBezTo>
                  <a:pt x="4996" y="886308"/>
                  <a:pt x="9427" y="890739"/>
                  <a:pt x="14329" y="895546"/>
                </a:cubicBezTo>
                <a:cubicBezTo>
                  <a:pt x="9615" y="900166"/>
                  <a:pt x="5090" y="904690"/>
                  <a:pt x="471" y="909215"/>
                </a:cubicBezTo>
                <a:cubicBezTo>
                  <a:pt x="2357" y="911195"/>
                  <a:pt x="4054" y="913080"/>
                  <a:pt x="5750" y="914966"/>
                </a:cubicBezTo>
                <a:lnTo>
                  <a:pt x="6316" y="914966"/>
                </a:lnTo>
                <a:close/>
                <a:moveTo>
                  <a:pt x="324753" y="914871"/>
                </a:moveTo>
                <a:cubicBezTo>
                  <a:pt x="326545" y="912986"/>
                  <a:pt x="328241" y="911006"/>
                  <a:pt x="330315" y="908838"/>
                </a:cubicBezTo>
                <a:cubicBezTo>
                  <a:pt x="325696" y="904219"/>
                  <a:pt x="321171" y="899789"/>
                  <a:pt x="316458" y="895075"/>
                </a:cubicBezTo>
                <a:cubicBezTo>
                  <a:pt x="320983" y="890550"/>
                  <a:pt x="325508" y="886120"/>
                  <a:pt x="330127" y="881595"/>
                </a:cubicBezTo>
                <a:cubicBezTo>
                  <a:pt x="328241" y="879709"/>
                  <a:pt x="326450" y="877918"/>
                  <a:pt x="324188" y="875656"/>
                </a:cubicBezTo>
                <a:cubicBezTo>
                  <a:pt x="319569" y="880275"/>
                  <a:pt x="315138" y="884800"/>
                  <a:pt x="310142" y="889890"/>
                </a:cubicBezTo>
                <a:cubicBezTo>
                  <a:pt x="305523" y="885177"/>
                  <a:pt x="301092" y="880652"/>
                  <a:pt x="296850" y="876221"/>
                </a:cubicBezTo>
                <a:cubicBezTo>
                  <a:pt x="294965" y="878013"/>
                  <a:pt x="293079" y="879709"/>
                  <a:pt x="291005" y="881689"/>
                </a:cubicBezTo>
                <a:cubicBezTo>
                  <a:pt x="295719" y="886308"/>
                  <a:pt x="300149" y="890739"/>
                  <a:pt x="305051" y="895641"/>
                </a:cubicBezTo>
                <a:cubicBezTo>
                  <a:pt x="300432" y="900260"/>
                  <a:pt x="295907" y="904690"/>
                  <a:pt x="291948" y="908650"/>
                </a:cubicBezTo>
                <a:cubicBezTo>
                  <a:pt x="293645" y="910724"/>
                  <a:pt x="295153" y="912703"/>
                  <a:pt x="297133" y="915154"/>
                </a:cubicBezTo>
                <a:cubicBezTo>
                  <a:pt x="301846" y="910346"/>
                  <a:pt x="306183" y="905822"/>
                  <a:pt x="310142" y="901768"/>
                </a:cubicBezTo>
                <a:cubicBezTo>
                  <a:pt x="314950" y="906199"/>
                  <a:pt x="319569" y="910535"/>
                  <a:pt x="324188" y="914871"/>
                </a:cubicBezTo>
                <a:lnTo>
                  <a:pt x="324753" y="914871"/>
                </a:lnTo>
                <a:close/>
                <a:moveTo>
                  <a:pt x="595868" y="20079"/>
                </a:moveTo>
                <a:cubicBezTo>
                  <a:pt x="591249" y="24604"/>
                  <a:pt x="586724" y="29035"/>
                  <a:pt x="582388" y="33277"/>
                </a:cubicBezTo>
                <a:cubicBezTo>
                  <a:pt x="584368" y="35351"/>
                  <a:pt x="586064" y="37236"/>
                  <a:pt x="588421" y="39781"/>
                </a:cubicBezTo>
                <a:cubicBezTo>
                  <a:pt x="592852" y="35068"/>
                  <a:pt x="597188" y="30449"/>
                  <a:pt x="601901" y="25358"/>
                </a:cubicBezTo>
                <a:cubicBezTo>
                  <a:pt x="606521" y="30166"/>
                  <a:pt x="610857" y="34691"/>
                  <a:pt x="615288" y="39404"/>
                </a:cubicBezTo>
                <a:cubicBezTo>
                  <a:pt x="617267" y="37424"/>
                  <a:pt x="619058" y="35633"/>
                  <a:pt x="621321" y="33371"/>
                </a:cubicBezTo>
                <a:cubicBezTo>
                  <a:pt x="616607" y="28752"/>
                  <a:pt x="612082" y="24321"/>
                  <a:pt x="607086" y="19419"/>
                </a:cubicBezTo>
                <a:cubicBezTo>
                  <a:pt x="611705" y="14894"/>
                  <a:pt x="616230" y="10558"/>
                  <a:pt x="620661" y="6222"/>
                </a:cubicBezTo>
                <a:cubicBezTo>
                  <a:pt x="618870" y="4242"/>
                  <a:pt x="617173" y="2451"/>
                  <a:pt x="615193" y="377"/>
                </a:cubicBezTo>
                <a:cubicBezTo>
                  <a:pt x="610574" y="5090"/>
                  <a:pt x="606144" y="9521"/>
                  <a:pt x="601242" y="14612"/>
                </a:cubicBezTo>
                <a:cubicBezTo>
                  <a:pt x="596622" y="9804"/>
                  <a:pt x="592192" y="5279"/>
                  <a:pt x="587667" y="660"/>
                </a:cubicBezTo>
                <a:cubicBezTo>
                  <a:pt x="585782" y="2545"/>
                  <a:pt x="584085" y="4242"/>
                  <a:pt x="581822" y="6410"/>
                </a:cubicBezTo>
                <a:cubicBezTo>
                  <a:pt x="586536" y="11029"/>
                  <a:pt x="591061" y="15460"/>
                  <a:pt x="595774" y="20079"/>
                </a:cubicBezTo>
                <a:close/>
                <a:moveTo>
                  <a:pt x="39687" y="325036"/>
                </a:moveTo>
                <a:cubicBezTo>
                  <a:pt x="34879" y="320417"/>
                  <a:pt x="30354" y="315986"/>
                  <a:pt x="25358" y="311273"/>
                </a:cubicBezTo>
                <a:cubicBezTo>
                  <a:pt x="29977" y="306748"/>
                  <a:pt x="34408" y="302318"/>
                  <a:pt x="38838" y="297887"/>
                </a:cubicBezTo>
                <a:cubicBezTo>
                  <a:pt x="37047" y="296002"/>
                  <a:pt x="35351" y="294211"/>
                  <a:pt x="33088" y="291948"/>
                </a:cubicBezTo>
                <a:cubicBezTo>
                  <a:pt x="28469" y="296567"/>
                  <a:pt x="24038" y="301092"/>
                  <a:pt x="19136" y="306088"/>
                </a:cubicBezTo>
                <a:cubicBezTo>
                  <a:pt x="14612" y="301469"/>
                  <a:pt x="10181" y="296944"/>
                  <a:pt x="5939" y="292514"/>
                </a:cubicBezTo>
                <a:cubicBezTo>
                  <a:pt x="4054" y="294305"/>
                  <a:pt x="2262" y="296096"/>
                  <a:pt x="0" y="298264"/>
                </a:cubicBezTo>
                <a:cubicBezTo>
                  <a:pt x="4713" y="302789"/>
                  <a:pt x="9238" y="307125"/>
                  <a:pt x="14234" y="311933"/>
                </a:cubicBezTo>
                <a:cubicBezTo>
                  <a:pt x="9521" y="316552"/>
                  <a:pt x="4996" y="320983"/>
                  <a:pt x="566" y="325319"/>
                </a:cubicBezTo>
                <a:cubicBezTo>
                  <a:pt x="2357" y="327204"/>
                  <a:pt x="4054" y="329090"/>
                  <a:pt x="6033" y="331164"/>
                </a:cubicBezTo>
                <a:cubicBezTo>
                  <a:pt x="10652" y="326545"/>
                  <a:pt x="15083" y="322020"/>
                  <a:pt x="19702" y="317401"/>
                </a:cubicBezTo>
                <a:cubicBezTo>
                  <a:pt x="24321" y="322114"/>
                  <a:pt x="28752" y="326639"/>
                  <a:pt x="33182" y="331164"/>
                </a:cubicBezTo>
                <a:cubicBezTo>
                  <a:pt x="35539" y="328995"/>
                  <a:pt x="37330" y="327204"/>
                  <a:pt x="39687" y="325036"/>
                </a:cubicBezTo>
                <a:close/>
                <a:moveTo>
                  <a:pt x="329844" y="298170"/>
                </a:moveTo>
                <a:cubicBezTo>
                  <a:pt x="328053" y="296190"/>
                  <a:pt x="326356" y="294305"/>
                  <a:pt x="324094" y="291854"/>
                </a:cubicBezTo>
                <a:cubicBezTo>
                  <a:pt x="319569" y="296662"/>
                  <a:pt x="315232" y="301281"/>
                  <a:pt x="310425" y="306371"/>
                </a:cubicBezTo>
                <a:cubicBezTo>
                  <a:pt x="305711" y="301469"/>
                  <a:pt x="301281" y="297039"/>
                  <a:pt x="296944" y="292514"/>
                </a:cubicBezTo>
                <a:cubicBezTo>
                  <a:pt x="295059" y="294399"/>
                  <a:pt x="293268" y="296190"/>
                  <a:pt x="291005" y="298453"/>
                </a:cubicBezTo>
                <a:cubicBezTo>
                  <a:pt x="295625" y="302978"/>
                  <a:pt x="300149" y="307408"/>
                  <a:pt x="305051" y="312404"/>
                </a:cubicBezTo>
                <a:cubicBezTo>
                  <a:pt x="300432" y="316835"/>
                  <a:pt x="295907" y="321265"/>
                  <a:pt x="291665" y="325508"/>
                </a:cubicBezTo>
                <a:cubicBezTo>
                  <a:pt x="293456" y="327393"/>
                  <a:pt x="295153" y="329278"/>
                  <a:pt x="297133" y="331446"/>
                </a:cubicBezTo>
                <a:cubicBezTo>
                  <a:pt x="301658" y="326733"/>
                  <a:pt x="306088" y="322208"/>
                  <a:pt x="310707" y="317495"/>
                </a:cubicBezTo>
                <a:cubicBezTo>
                  <a:pt x="315327" y="322302"/>
                  <a:pt x="319757" y="326827"/>
                  <a:pt x="323999" y="331069"/>
                </a:cubicBezTo>
                <a:cubicBezTo>
                  <a:pt x="326262" y="329090"/>
                  <a:pt x="328147" y="327299"/>
                  <a:pt x="330315" y="325413"/>
                </a:cubicBezTo>
                <a:cubicBezTo>
                  <a:pt x="325602" y="320888"/>
                  <a:pt x="321171" y="316552"/>
                  <a:pt x="316175" y="311650"/>
                </a:cubicBezTo>
                <a:cubicBezTo>
                  <a:pt x="320983" y="306937"/>
                  <a:pt x="325508" y="302506"/>
                  <a:pt x="329844" y="298264"/>
                </a:cubicBezTo>
                <a:close/>
                <a:moveTo>
                  <a:pt x="19419" y="598131"/>
                </a:moveTo>
                <a:cubicBezTo>
                  <a:pt x="14706" y="593229"/>
                  <a:pt x="10369" y="588704"/>
                  <a:pt x="6127" y="584273"/>
                </a:cubicBezTo>
                <a:cubicBezTo>
                  <a:pt x="4242" y="586159"/>
                  <a:pt x="2451" y="587856"/>
                  <a:pt x="283" y="589929"/>
                </a:cubicBezTo>
                <a:cubicBezTo>
                  <a:pt x="4808" y="594360"/>
                  <a:pt x="9427" y="598696"/>
                  <a:pt x="14329" y="603504"/>
                </a:cubicBezTo>
                <a:cubicBezTo>
                  <a:pt x="9521" y="608217"/>
                  <a:pt x="4996" y="612742"/>
                  <a:pt x="754" y="616796"/>
                </a:cubicBezTo>
                <a:cubicBezTo>
                  <a:pt x="2545" y="618870"/>
                  <a:pt x="4242" y="620755"/>
                  <a:pt x="6316" y="623112"/>
                </a:cubicBezTo>
                <a:cubicBezTo>
                  <a:pt x="10935" y="618398"/>
                  <a:pt x="15366" y="613874"/>
                  <a:pt x="20173" y="609066"/>
                </a:cubicBezTo>
                <a:cubicBezTo>
                  <a:pt x="24698" y="613685"/>
                  <a:pt x="29035" y="618116"/>
                  <a:pt x="33371" y="622546"/>
                </a:cubicBezTo>
                <a:cubicBezTo>
                  <a:pt x="35445" y="620661"/>
                  <a:pt x="37236" y="618964"/>
                  <a:pt x="39593" y="616796"/>
                </a:cubicBezTo>
                <a:cubicBezTo>
                  <a:pt x="34973" y="612271"/>
                  <a:pt x="30354" y="607840"/>
                  <a:pt x="25452" y="603127"/>
                </a:cubicBezTo>
                <a:cubicBezTo>
                  <a:pt x="30166" y="598414"/>
                  <a:pt x="34691" y="593983"/>
                  <a:pt x="39216" y="589552"/>
                </a:cubicBezTo>
                <a:cubicBezTo>
                  <a:pt x="37330" y="587667"/>
                  <a:pt x="35539" y="585876"/>
                  <a:pt x="33182" y="583425"/>
                </a:cubicBezTo>
                <a:cubicBezTo>
                  <a:pt x="28752" y="588233"/>
                  <a:pt x="24321" y="592852"/>
                  <a:pt x="19513" y="598036"/>
                </a:cubicBezTo>
                <a:close/>
                <a:moveTo>
                  <a:pt x="297133" y="584179"/>
                </a:moveTo>
                <a:cubicBezTo>
                  <a:pt x="295153" y="586159"/>
                  <a:pt x="293362" y="587950"/>
                  <a:pt x="291383" y="589929"/>
                </a:cubicBezTo>
                <a:cubicBezTo>
                  <a:pt x="295813" y="594360"/>
                  <a:pt x="300338" y="598791"/>
                  <a:pt x="305240" y="603598"/>
                </a:cubicBezTo>
                <a:cubicBezTo>
                  <a:pt x="300527" y="608217"/>
                  <a:pt x="296002" y="612648"/>
                  <a:pt x="291665" y="616796"/>
                </a:cubicBezTo>
                <a:cubicBezTo>
                  <a:pt x="293551" y="618870"/>
                  <a:pt x="295248" y="620755"/>
                  <a:pt x="297227" y="622923"/>
                </a:cubicBezTo>
                <a:cubicBezTo>
                  <a:pt x="301846" y="618304"/>
                  <a:pt x="306183" y="613779"/>
                  <a:pt x="310896" y="609066"/>
                </a:cubicBezTo>
                <a:cubicBezTo>
                  <a:pt x="315515" y="613685"/>
                  <a:pt x="319946" y="618210"/>
                  <a:pt x="324565" y="622829"/>
                </a:cubicBezTo>
                <a:cubicBezTo>
                  <a:pt x="326545" y="620755"/>
                  <a:pt x="328241" y="618964"/>
                  <a:pt x="330504" y="616702"/>
                </a:cubicBezTo>
                <a:cubicBezTo>
                  <a:pt x="325885" y="612271"/>
                  <a:pt x="321360" y="607840"/>
                  <a:pt x="316364" y="603033"/>
                </a:cubicBezTo>
                <a:cubicBezTo>
                  <a:pt x="321077" y="598414"/>
                  <a:pt x="325602" y="594077"/>
                  <a:pt x="330221" y="589552"/>
                </a:cubicBezTo>
                <a:cubicBezTo>
                  <a:pt x="328336" y="587573"/>
                  <a:pt x="326545" y="585782"/>
                  <a:pt x="324659" y="583896"/>
                </a:cubicBezTo>
                <a:cubicBezTo>
                  <a:pt x="320040" y="588515"/>
                  <a:pt x="315609" y="592946"/>
                  <a:pt x="310519" y="598131"/>
                </a:cubicBezTo>
                <a:cubicBezTo>
                  <a:pt x="305806" y="593135"/>
                  <a:pt x="301469" y="588610"/>
                  <a:pt x="297227" y="584179"/>
                </a:cubicBezTo>
                <a:close/>
                <a:moveTo>
                  <a:pt x="19985" y="25547"/>
                </a:moveTo>
                <a:cubicBezTo>
                  <a:pt x="24604" y="30260"/>
                  <a:pt x="28940" y="34785"/>
                  <a:pt x="33465" y="39404"/>
                </a:cubicBezTo>
                <a:cubicBezTo>
                  <a:pt x="35445" y="37424"/>
                  <a:pt x="37142" y="35633"/>
                  <a:pt x="39310" y="33465"/>
                </a:cubicBezTo>
                <a:cubicBezTo>
                  <a:pt x="34691" y="28940"/>
                  <a:pt x="30166" y="24510"/>
                  <a:pt x="25264" y="19608"/>
                </a:cubicBezTo>
                <a:cubicBezTo>
                  <a:pt x="29977" y="15083"/>
                  <a:pt x="34502" y="10652"/>
                  <a:pt x="39027" y="6316"/>
                </a:cubicBezTo>
                <a:cubicBezTo>
                  <a:pt x="37142" y="4336"/>
                  <a:pt x="35351" y="2545"/>
                  <a:pt x="33182" y="283"/>
                </a:cubicBezTo>
                <a:cubicBezTo>
                  <a:pt x="28563" y="4996"/>
                  <a:pt x="24133" y="9521"/>
                  <a:pt x="19231" y="14517"/>
                </a:cubicBezTo>
                <a:cubicBezTo>
                  <a:pt x="14612" y="9804"/>
                  <a:pt x="10181" y="5373"/>
                  <a:pt x="5939" y="943"/>
                </a:cubicBezTo>
                <a:cubicBezTo>
                  <a:pt x="4054" y="2734"/>
                  <a:pt x="2262" y="4431"/>
                  <a:pt x="189" y="6410"/>
                </a:cubicBezTo>
                <a:cubicBezTo>
                  <a:pt x="4808" y="10935"/>
                  <a:pt x="9333" y="15366"/>
                  <a:pt x="14234" y="20173"/>
                </a:cubicBezTo>
                <a:cubicBezTo>
                  <a:pt x="9521" y="24792"/>
                  <a:pt x="4902" y="29317"/>
                  <a:pt x="566" y="33559"/>
                </a:cubicBezTo>
                <a:cubicBezTo>
                  <a:pt x="2357" y="35445"/>
                  <a:pt x="4054" y="37236"/>
                  <a:pt x="6410" y="39687"/>
                </a:cubicBezTo>
                <a:cubicBezTo>
                  <a:pt x="10935" y="34973"/>
                  <a:pt x="15271" y="30449"/>
                  <a:pt x="20079" y="25452"/>
                </a:cubicBezTo>
                <a:close/>
                <a:moveTo>
                  <a:pt x="615476" y="330787"/>
                </a:moveTo>
                <a:cubicBezTo>
                  <a:pt x="617361" y="328995"/>
                  <a:pt x="619153" y="327299"/>
                  <a:pt x="621132" y="325319"/>
                </a:cubicBezTo>
                <a:cubicBezTo>
                  <a:pt x="616513" y="320700"/>
                  <a:pt x="611988" y="316269"/>
                  <a:pt x="606992" y="311367"/>
                </a:cubicBezTo>
                <a:cubicBezTo>
                  <a:pt x="611800" y="306842"/>
                  <a:pt x="616419" y="302412"/>
                  <a:pt x="620567" y="298453"/>
                </a:cubicBezTo>
                <a:cubicBezTo>
                  <a:pt x="618681" y="296190"/>
                  <a:pt x="617079" y="294211"/>
                  <a:pt x="615099" y="291854"/>
                </a:cubicBezTo>
                <a:cubicBezTo>
                  <a:pt x="610386" y="296662"/>
                  <a:pt x="605955" y="301092"/>
                  <a:pt x="601336" y="305900"/>
                </a:cubicBezTo>
                <a:cubicBezTo>
                  <a:pt x="596811" y="301281"/>
                  <a:pt x="592380" y="296850"/>
                  <a:pt x="588233" y="292702"/>
                </a:cubicBezTo>
                <a:cubicBezTo>
                  <a:pt x="586064" y="294493"/>
                  <a:pt x="584085" y="296190"/>
                  <a:pt x="581728" y="298170"/>
                </a:cubicBezTo>
                <a:cubicBezTo>
                  <a:pt x="586536" y="302883"/>
                  <a:pt x="591061" y="307314"/>
                  <a:pt x="595774" y="311839"/>
                </a:cubicBezTo>
                <a:cubicBezTo>
                  <a:pt x="591155" y="316364"/>
                  <a:pt x="586724" y="320888"/>
                  <a:pt x="582105" y="325319"/>
                </a:cubicBezTo>
                <a:cubicBezTo>
                  <a:pt x="583991" y="327204"/>
                  <a:pt x="585782" y="328995"/>
                  <a:pt x="587761" y="330881"/>
                </a:cubicBezTo>
                <a:cubicBezTo>
                  <a:pt x="592286" y="326262"/>
                  <a:pt x="596622" y="321831"/>
                  <a:pt x="601619" y="316646"/>
                </a:cubicBezTo>
                <a:cubicBezTo>
                  <a:pt x="606615" y="321643"/>
                  <a:pt x="610951" y="326167"/>
                  <a:pt x="615382" y="330598"/>
                </a:cubicBezTo>
                <a:close/>
                <a:moveTo>
                  <a:pt x="887062" y="20173"/>
                </a:moveTo>
                <a:cubicBezTo>
                  <a:pt x="882255" y="24792"/>
                  <a:pt x="877730" y="29317"/>
                  <a:pt x="873393" y="33465"/>
                </a:cubicBezTo>
                <a:cubicBezTo>
                  <a:pt x="875279" y="35539"/>
                  <a:pt x="876881" y="37424"/>
                  <a:pt x="878861" y="39593"/>
                </a:cubicBezTo>
                <a:cubicBezTo>
                  <a:pt x="883480" y="34879"/>
                  <a:pt x="887911" y="30354"/>
                  <a:pt x="892624" y="25641"/>
                </a:cubicBezTo>
                <a:cubicBezTo>
                  <a:pt x="897243" y="30354"/>
                  <a:pt x="901674" y="34879"/>
                  <a:pt x="906199" y="39498"/>
                </a:cubicBezTo>
                <a:cubicBezTo>
                  <a:pt x="908178" y="37424"/>
                  <a:pt x="909969" y="35633"/>
                  <a:pt x="912043" y="33371"/>
                </a:cubicBezTo>
                <a:cubicBezTo>
                  <a:pt x="907518" y="28940"/>
                  <a:pt x="902899" y="24510"/>
                  <a:pt x="897997" y="19796"/>
                </a:cubicBezTo>
                <a:cubicBezTo>
                  <a:pt x="902711" y="15083"/>
                  <a:pt x="907236" y="10747"/>
                  <a:pt x="911855" y="6222"/>
                </a:cubicBezTo>
                <a:cubicBezTo>
                  <a:pt x="909969" y="4336"/>
                  <a:pt x="908178" y="2545"/>
                  <a:pt x="905916" y="189"/>
                </a:cubicBezTo>
                <a:cubicBezTo>
                  <a:pt x="901485" y="4902"/>
                  <a:pt x="897149" y="9615"/>
                  <a:pt x="892247" y="14800"/>
                </a:cubicBezTo>
                <a:cubicBezTo>
                  <a:pt x="887534" y="9804"/>
                  <a:pt x="883197" y="5279"/>
                  <a:pt x="878955" y="660"/>
                </a:cubicBezTo>
                <a:cubicBezTo>
                  <a:pt x="876976" y="2545"/>
                  <a:pt x="875279" y="4242"/>
                  <a:pt x="873016" y="6410"/>
                </a:cubicBezTo>
                <a:cubicBezTo>
                  <a:pt x="877635" y="10935"/>
                  <a:pt x="882160" y="15366"/>
                  <a:pt x="887157" y="20173"/>
                </a:cubicBezTo>
                <a:close/>
                <a:moveTo>
                  <a:pt x="588044" y="584273"/>
                </a:moveTo>
                <a:cubicBezTo>
                  <a:pt x="585970" y="586159"/>
                  <a:pt x="584085" y="587856"/>
                  <a:pt x="581728" y="590118"/>
                </a:cubicBezTo>
                <a:cubicBezTo>
                  <a:pt x="586536" y="594643"/>
                  <a:pt x="591061" y="599073"/>
                  <a:pt x="595868" y="603598"/>
                </a:cubicBezTo>
                <a:cubicBezTo>
                  <a:pt x="591155" y="608217"/>
                  <a:pt x="586630" y="612648"/>
                  <a:pt x="582105" y="617079"/>
                </a:cubicBezTo>
                <a:cubicBezTo>
                  <a:pt x="583991" y="618964"/>
                  <a:pt x="585782" y="620755"/>
                  <a:pt x="587761" y="622829"/>
                </a:cubicBezTo>
                <a:cubicBezTo>
                  <a:pt x="592192" y="618210"/>
                  <a:pt x="596528" y="613685"/>
                  <a:pt x="601336" y="608689"/>
                </a:cubicBezTo>
                <a:cubicBezTo>
                  <a:pt x="606238" y="613685"/>
                  <a:pt x="610763" y="618210"/>
                  <a:pt x="615099" y="622640"/>
                </a:cubicBezTo>
                <a:cubicBezTo>
                  <a:pt x="617173" y="620661"/>
                  <a:pt x="618964" y="618964"/>
                  <a:pt x="621038" y="616984"/>
                </a:cubicBezTo>
                <a:cubicBezTo>
                  <a:pt x="616324" y="612365"/>
                  <a:pt x="611894" y="607935"/>
                  <a:pt x="606898" y="603127"/>
                </a:cubicBezTo>
                <a:cubicBezTo>
                  <a:pt x="611611" y="598508"/>
                  <a:pt x="616230" y="594077"/>
                  <a:pt x="620378" y="590118"/>
                </a:cubicBezTo>
                <a:cubicBezTo>
                  <a:pt x="618587" y="587950"/>
                  <a:pt x="616984" y="585970"/>
                  <a:pt x="615005" y="583613"/>
                </a:cubicBezTo>
                <a:cubicBezTo>
                  <a:pt x="610291" y="588327"/>
                  <a:pt x="605955" y="592852"/>
                  <a:pt x="601242" y="597565"/>
                </a:cubicBezTo>
                <a:cubicBezTo>
                  <a:pt x="596717" y="592946"/>
                  <a:pt x="592286" y="588515"/>
                  <a:pt x="587950" y="584179"/>
                </a:cubicBezTo>
                <a:close/>
                <a:moveTo>
                  <a:pt x="305146" y="20362"/>
                </a:moveTo>
                <a:cubicBezTo>
                  <a:pt x="300432" y="24887"/>
                  <a:pt x="295907" y="29317"/>
                  <a:pt x="291665" y="33465"/>
                </a:cubicBezTo>
                <a:cubicBezTo>
                  <a:pt x="293456" y="35539"/>
                  <a:pt x="295153" y="37424"/>
                  <a:pt x="297133" y="39687"/>
                </a:cubicBezTo>
                <a:cubicBezTo>
                  <a:pt x="301752" y="34973"/>
                  <a:pt x="306183" y="30449"/>
                  <a:pt x="310896" y="25641"/>
                </a:cubicBezTo>
                <a:cubicBezTo>
                  <a:pt x="315515" y="30260"/>
                  <a:pt x="319946" y="34785"/>
                  <a:pt x="324471" y="39404"/>
                </a:cubicBezTo>
                <a:cubicBezTo>
                  <a:pt x="326356" y="37424"/>
                  <a:pt x="328147" y="35633"/>
                  <a:pt x="330409" y="33371"/>
                </a:cubicBezTo>
                <a:cubicBezTo>
                  <a:pt x="325790" y="28846"/>
                  <a:pt x="321171" y="24415"/>
                  <a:pt x="316269" y="19608"/>
                </a:cubicBezTo>
                <a:cubicBezTo>
                  <a:pt x="320983" y="14989"/>
                  <a:pt x="325413" y="10558"/>
                  <a:pt x="329750" y="6316"/>
                </a:cubicBezTo>
                <a:cubicBezTo>
                  <a:pt x="327959" y="4336"/>
                  <a:pt x="326356" y="2451"/>
                  <a:pt x="324188" y="0"/>
                </a:cubicBezTo>
                <a:cubicBezTo>
                  <a:pt x="319474" y="4808"/>
                  <a:pt x="315044" y="9333"/>
                  <a:pt x="309953" y="14423"/>
                </a:cubicBezTo>
                <a:cubicBezTo>
                  <a:pt x="305523" y="9710"/>
                  <a:pt x="301186" y="5090"/>
                  <a:pt x="296944" y="566"/>
                </a:cubicBezTo>
                <a:cubicBezTo>
                  <a:pt x="294965" y="2451"/>
                  <a:pt x="293268" y="4148"/>
                  <a:pt x="291005" y="6222"/>
                </a:cubicBezTo>
                <a:cubicBezTo>
                  <a:pt x="295625" y="10841"/>
                  <a:pt x="300149" y="15271"/>
                  <a:pt x="305051" y="20173"/>
                </a:cubicBezTo>
                <a:close/>
                <a:moveTo>
                  <a:pt x="911478" y="298076"/>
                </a:moveTo>
                <a:cubicBezTo>
                  <a:pt x="909781" y="296096"/>
                  <a:pt x="908084" y="294211"/>
                  <a:pt x="906104" y="291948"/>
                </a:cubicBezTo>
                <a:cubicBezTo>
                  <a:pt x="901485" y="296662"/>
                  <a:pt x="897055" y="301186"/>
                  <a:pt x="892341" y="305900"/>
                </a:cubicBezTo>
                <a:cubicBezTo>
                  <a:pt x="887816" y="301281"/>
                  <a:pt x="883386" y="296850"/>
                  <a:pt x="879144" y="292608"/>
                </a:cubicBezTo>
                <a:cubicBezTo>
                  <a:pt x="877070" y="294493"/>
                  <a:pt x="875184" y="296284"/>
                  <a:pt x="872828" y="298453"/>
                </a:cubicBezTo>
                <a:cubicBezTo>
                  <a:pt x="877541" y="303072"/>
                  <a:pt x="881972" y="307408"/>
                  <a:pt x="886779" y="312121"/>
                </a:cubicBezTo>
                <a:cubicBezTo>
                  <a:pt x="882349" y="316552"/>
                  <a:pt x="877824" y="320983"/>
                  <a:pt x="873393" y="325413"/>
                </a:cubicBezTo>
                <a:cubicBezTo>
                  <a:pt x="875184" y="327299"/>
                  <a:pt x="876881" y="329090"/>
                  <a:pt x="879144" y="331446"/>
                </a:cubicBezTo>
                <a:cubicBezTo>
                  <a:pt x="883763" y="326733"/>
                  <a:pt x="888194" y="322208"/>
                  <a:pt x="893190" y="317023"/>
                </a:cubicBezTo>
                <a:cubicBezTo>
                  <a:pt x="897809" y="321737"/>
                  <a:pt x="902239" y="326167"/>
                  <a:pt x="906199" y="330315"/>
                </a:cubicBezTo>
                <a:cubicBezTo>
                  <a:pt x="908084" y="328713"/>
                  <a:pt x="910064" y="327110"/>
                  <a:pt x="912043" y="325413"/>
                </a:cubicBezTo>
                <a:cubicBezTo>
                  <a:pt x="907424" y="320888"/>
                  <a:pt x="902994" y="316458"/>
                  <a:pt x="897903" y="311462"/>
                </a:cubicBezTo>
                <a:cubicBezTo>
                  <a:pt x="902805" y="306654"/>
                  <a:pt x="907330" y="302223"/>
                  <a:pt x="911478" y="298076"/>
                </a:cubicBezTo>
                <a:close/>
                <a:moveTo>
                  <a:pt x="872828" y="590024"/>
                </a:moveTo>
                <a:cubicBezTo>
                  <a:pt x="877541" y="594454"/>
                  <a:pt x="882160" y="598885"/>
                  <a:pt x="887157" y="603598"/>
                </a:cubicBezTo>
                <a:cubicBezTo>
                  <a:pt x="882349" y="608312"/>
                  <a:pt x="877824" y="612742"/>
                  <a:pt x="873393" y="617079"/>
                </a:cubicBezTo>
                <a:cubicBezTo>
                  <a:pt x="875184" y="618964"/>
                  <a:pt x="876881" y="620849"/>
                  <a:pt x="878955" y="623018"/>
                </a:cubicBezTo>
                <a:cubicBezTo>
                  <a:pt x="883480" y="618304"/>
                  <a:pt x="887816" y="613779"/>
                  <a:pt x="892530" y="608972"/>
                </a:cubicBezTo>
                <a:cubicBezTo>
                  <a:pt x="897243" y="613874"/>
                  <a:pt x="901580" y="618398"/>
                  <a:pt x="905916" y="622923"/>
                </a:cubicBezTo>
                <a:cubicBezTo>
                  <a:pt x="908178" y="620755"/>
                  <a:pt x="910064" y="618964"/>
                  <a:pt x="912326" y="616796"/>
                </a:cubicBezTo>
                <a:cubicBezTo>
                  <a:pt x="907613" y="612271"/>
                  <a:pt x="903088" y="607840"/>
                  <a:pt x="897903" y="602844"/>
                </a:cubicBezTo>
                <a:cubicBezTo>
                  <a:pt x="902617" y="598319"/>
                  <a:pt x="907236" y="593983"/>
                  <a:pt x="911478" y="590024"/>
                </a:cubicBezTo>
                <a:cubicBezTo>
                  <a:pt x="909687" y="587950"/>
                  <a:pt x="907990" y="586064"/>
                  <a:pt x="905916" y="583708"/>
                </a:cubicBezTo>
                <a:cubicBezTo>
                  <a:pt x="901391" y="588421"/>
                  <a:pt x="896960" y="592946"/>
                  <a:pt x="892341" y="597754"/>
                </a:cubicBezTo>
                <a:cubicBezTo>
                  <a:pt x="887722" y="593135"/>
                  <a:pt x="883386" y="588610"/>
                  <a:pt x="878861" y="584085"/>
                </a:cubicBezTo>
                <a:cubicBezTo>
                  <a:pt x="876881" y="586064"/>
                  <a:pt x="875184" y="587856"/>
                  <a:pt x="872828" y="590118"/>
                </a:cubicBezTo>
                <a:close/>
              </a:path>
            </a:pathLst>
          </a:custGeom>
          <a:solidFill>
            <a:schemeClr val="accent2"/>
          </a:solidFill>
          <a:ln w="9427" cap="flat">
            <a:noFill/>
            <a:prstDash val="solid"/>
            <a:miter/>
          </a:ln>
        </p:spPr>
        <p:txBody>
          <a:bodyPr rtlCol="0" anchor="ctr"/>
          <a:lstStyle/>
          <a:p>
            <a:endParaRPr lang="en-US" b="0" i="0" dirty="0">
              <a:solidFill>
                <a:schemeClr val="bg1"/>
              </a:solidFill>
              <a:latin typeface="Oswald" pitchFamily="2" charset="77"/>
            </a:endParaRPr>
          </a:p>
        </p:txBody>
      </p:sp>
      <p:sp>
        <p:nvSpPr>
          <p:cNvPr id="11" name="Oval 10">
            <a:extLst>
              <a:ext uri="{FF2B5EF4-FFF2-40B4-BE49-F238E27FC236}">
                <a16:creationId xmlns:a16="http://schemas.microsoft.com/office/drawing/2014/main" id="{C7E6B225-C356-1654-A00B-A2349C3824AC}"/>
              </a:ext>
            </a:extLst>
          </p:cNvPr>
          <p:cNvSpPr/>
          <p:nvPr userDrawn="1"/>
        </p:nvSpPr>
        <p:spPr>
          <a:xfrm>
            <a:off x="377438" y="1323676"/>
            <a:ext cx="277000" cy="276999"/>
          </a:xfrm>
          <a:prstGeom prst="ellipse">
            <a:avLst/>
          </a:prstGeom>
          <a:noFill/>
          <a:ln w="63500">
            <a:gradFill flip="none" rotWithShape="1">
              <a:gsLst>
                <a:gs pos="0">
                  <a:schemeClr val="accent2"/>
                </a:gs>
                <a:gs pos="99000">
                  <a:schemeClr val="accent3"/>
                </a:gs>
              </a:gsLst>
              <a:lin ang="81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bg1"/>
              </a:solidFill>
              <a:latin typeface="Oswald" pitchFamily="2" charset="77"/>
            </a:endParaRPr>
          </a:p>
        </p:txBody>
      </p:sp>
      <p:sp>
        <p:nvSpPr>
          <p:cNvPr id="12" name="Content Placeholder 2">
            <a:extLst>
              <a:ext uri="{FF2B5EF4-FFF2-40B4-BE49-F238E27FC236}">
                <a16:creationId xmlns:a16="http://schemas.microsoft.com/office/drawing/2014/main" id="{93BE3ADE-F188-CB33-DD87-AF05F50A2881}"/>
              </a:ext>
            </a:extLst>
          </p:cNvPr>
          <p:cNvSpPr>
            <a:spLocks noGrp="1"/>
          </p:cNvSpPr>
          <p:nvPr>
            <p:ph idx="1"/>
          </p:nvPr>
        </p:nvSpPr>
        <p:spPr>
          <a:xfrm>
            <a:off x="838200" y="1790700"/>
            <a:ext cx="10515600" cy="4386263"/>
          </a:xfrm>
          <a:prstGeom prst="rect">
            <a:avLst/>
          </a:prstGeom>
        </p:spPr>
        <p:txBody>
          <a:bodyPr>
            <a:normAutofit/>
          </a:bodyPr>
          <a:lstStyle>
            <a:lvl1pPr marL="0" indent="0">
              <a:buFontTx/>
              <a:buNone/>
              <a:defRPr sz="2000">
                <a:latin typeface="Oswald" pitchFamily="2" charset="77"/>
              </a:defRPr>
            </a:lvl1pPr>
            <a:lvl2pPr marL="457200" indent="0">
              <a:buFontTx/>
              <a:buNone/>
              <a:defRPr sz="1800">
                <a:latin typeface="Oswald" pitchFamily="2" charset="77"/>
              </a:defRPr>
            </a:lvl2pPr>
            <a:lvl3pPr marL="914400" indent="0">
              <a:buFontTx/>
              <a:buNone/>
              <a:defRPr sz="1600">
                <a:latin typeface="Oswald" pitchFamily="2" charset="77"/>
              </a:defRPr>
            </a:lvl3pPr>
            <a:lvl4pPr marL="1371600" indent="0">
              <a:buFontTx/>
              <a:buNone/>
              <a:defRPr sz="1400">
                <a:latin typeface="Oswald" pitchFamily="2" charset="77"/>
              </a:defRPr>
            </a:lvl4pPr>
            <a:lvl5pPr marL="1828800" indent="0">
              <a:buFontTx/>
              <a:buNone/>
              <a:defRPr sz="1400">
                <a:latin typeface="Oswald"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Placeholder 1">
            <a:extLst>
              <a:ext uri="{FF2B5EF4-FFF2-40B4-BE49-F238E27FC236}">
                <a16:creationId xmlns:a16="http://schemas.microsoft.com/office/drawing/2014/main" id="{91622AFE-11D3-EFF7-0EA9-FDFBDC55BF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3096141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7BA21C1F-F9CF-3C2D-615B-0B5B34EF5141}"/>
              </a:ext>
            </a:extLst>
          </p:cNvPr>
          <p:cNvSpPr/>
          <p:nvPr userDrawn="1"/>
        </p:nvSpPr>
        <p:spPr>
          <a:xfrm>
            <a:off x="10958987" y="6334488"/>
            <a:ext cx="420882" cy="420880"/>
          </a:xfrm>
          <a:prstGeom prst="ellipse">
            <a:avLst/>
          </a:prstGeom>
          <a:noFill/>
          <a:ln w="25400">
            <a:gradFill flip="none" rotWithShape="1">
              <a:gsLst>
                <a:gs pos="0">
                  <a:schemeClr val="accent2"/>
                </a:gs>
                <a:gs pos="99000">
                  <a:schemeClr val="accent1"/>
                </a:gs>
              </a:gsLst>
              <a:lin ang="81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Oswald" pitchFamily="2" charset="77"/>
            </a:endParaRPr>
          </a:p>
        </p:txBody>
      </p:sp>
      <p:sp>
        <p:nvSpPr>
          <p:cNvPr id="11" name="Freeform 10">
            <a:extLst>
              <a:ext uri="{FF2B5EF4-FFF2-40B4-BE49-F238E27FC236}">
                <a16:creationId xmlns:a16="http://schemas.microsoft.com/office/drawing/2014/main" id="{D48B0D76-C7F7-7568-AE4B-B0EABD2ACF07}"/>
              </a:ext>
            </a:extLst>
          </p:cNvPr>
          <p:cNvSpPr/>
          <p:nvPr userDrawn="1"/>
        </p:nvSpPr>
        <p:spPr>
          <a:xfrm rot="10800000">
            <a:off x="11470196" y="0"/>
            <a:ext cx="721804" cy="721805"/>
          </a:xfrm>
          <a:custGeom>
            <a:avLst/>
            <a:gdLst>
              <a:gd name="connsiteX0" fmla="*/ 0 w 721804"/>
              <a:gd name="connsiteY0" fmla="*/ 0 h 721805"/>
              <a:gd name="connsiteX1" fmla="*/ 721804 w 721804"/>
              <a:gd name="connsiteY1" fmla="*/ 721804 h 721805"/>
              <a:gd name="connsiteX2" fmla="*/ 721804 w 721804"/>
              <a:gd name="connsiteY2" fmla="*/ 721805 h 721805"/>
              <a:gd name="connsiteX3" fmla="*/ 0 w 721804"/>
              <a:gd name="connsiteY3" fmla="*/ 721805 h 721805"/>
            </a:gdLst>
            <a:ahLst/>
            <a:cxnLst>
              <a:cxn ang="0">
                <a:pos x="connsiteX0" y="connsiteY0"/>
              </a:cxn>
              <a:cxn ang="0">
                <a:pos x="connsiteX1" y="connsiteY1"/>
              </a:cxn>
              <a:cxn ang="0">
                <a:pos x="connsiteX2" y="connsiteY2"/>
              </a:cxn>
              <a:cxn ang="0">
                <a:pos x="connsiteX3" y="connsiteY3"/>
              </a:cxn>
            </a:cxnLst>
            <a:rect l="l" t="t" r="r" b="b"/>
            <a:pathLst>
              <a:path w="721804" h="721805">
                <a:moveTo>
                  <a:pt x="0" y="0"/>
                </a:moveTo>
                <a:cubicBezTo>
                  <a:pt x="398641" y="0"/>
                  <a:pt x="721804" y="323163"/>
                  <a:pt x="721804" y="721804"/>
                </a:cubicBezTo>
                <a:lnTo>
                  <a:pt x="721804" y="721805"/>
                </a:lnTo>
                <a:lnTo>
                  <a:pt x="0" y="721805"/>
                </a:lnTo>
                <a:close/>
              </a:path>
            </a:pathLst>
          </a:custGeom>
          <a:gradFill>
            <a:gsLst>
              <a:gs pos="0">
                <a:schemeClr val="accent2"/>
              </a:gs>
              <a:gs pos="100000">
                <a:schemeClr val="accent1"/>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Oswald" pitchFamily="2" charset="77"/>
            </a:endParaRPr>
          </a:p>
        </p:txBody>
      </p:sp>
      <p:sp>
        <p:nvSpPr>
          <p:cNvPr id="2" name="Title Placeholder 1">
            <a:extLst>
              <a:ext uri="{FF2B5EF4-FFF2-40B4-BE49-F238E27FC236}">
                <a16:creationId xmlns:a16="http://schemas.microsoft.com/office/drawing/2014/main" id="{C878E521-62AB-88F5-654A-026EBED270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D7E2F2-56F5-188A-BC96-0E8873B1FA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p:txBody>
      </p:sp>
      <p:sp>
        <p:nvSpPr>
          <p:cNvPr id="4" name="Date Placeholder 3">
            <a:extLst>
              <a:ext uri="{FF2B5EF4-FFF2-40B4-BE49-F238E27FC236}">
                <a16:creationId xmlns:a16="http://schemas.microsoft.com/office/drawing/2014/main" id="{BBB69D09-5D6C-0DAA-99A3-78D3377C33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latin typeface="Oswald" pitchFamily="2" charset="77"/>
              </a:defRPr>
            </a:lvl1pPr>
          </a:lstStyle>
          <a:p>
            <a:r>
              <a:rPr lang="en-US"/>
              <a:t>20XX</a:t>
            </a:r>
            <a:endParaRPr lang="en-US" dirty="0"/>
          </a:p>
        </p:txBody>
      </p:sp>
      <p:sp>
        <p:nvSpPr>
          <p:cNvPr id="5" name="Footer Placeholder 4">
            <a:extLst>
              <a:ext uri="{FF2B5EF4-FFF2-40B4-BE49-F238E27FC236}">
                <a16:creationId xmlns:a16="http://schemas.microsoft.com/office/drawing/2014/main" id="{4409700C-6483-DE81-39ED-BDDCF5703A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latin typeface="Oswald" pitchFamily="2" charset="77"/>
              </a:defRPr>
            </a:lvl1pPr>
          </a:lstStyle>
          <a:p>
            <a:endParaRPr lang="en-US"/>
          </a:p>
        </p:txBody>
      </p:sp>
      <p:sp>
        <p:nvSpPr>
          <p:cNvPr id="6" name="Slide Number Placeholder 5">
            <a:extLst>
              <a:ext uri="{FF2B5EF4-FFF2-40B4-BE49-F238E27FC236}">
                <a16:creationId xmlns:a16="http://schemas.microsoft.com/office/drawing/2014/main" id="{BE11EBE6-C336-623E-B0B5-B0DDBC22F0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latin typeface="Oswald" pitchFamily="2" charset="77"/>
              </a:defRPr>
            </a:lvl1pPr>
          </a:lstStyle>
          <a:p>
            <a:fld id="{92A6C7AB-A877-C342-9CE7-90563939BDE3}" type="slidenum">
              <a:rPr lang="en-US" smtClean="0"/>
              <a:pPr/>
              <a:t>‹#›</a:t>
            </a:fld>
            <a:endParaRPr lang="en-US"/>
          </a:p>
        </p:txBody>
      </p:sp>
    </p:spTree>
    <p:extLst>
      <p:ext uri="{BB962C8B-B14F-4D97-AF65-F5344CB8AC3E}">
        <p14:creationId xmlns:p14="http://schemas.microsoft.com/office/powerpoint/2010/main" val="8020013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61" r:id="rId5"/>
    <p:sldLayoutId id="2147483662" r:id="rId6"/>
    <p:sldLayoutId id="2147483652" r:id="rId7"/>
    <p:sldLayoutId id="2147483664" r:id="rId8"/>
    <p:sldLayoutId id="2147483665" r:id="rId9"/>
    <p:sldLayoutId id="2147483663" r:id="rId10"/>
    <p:sldLayoutId id="2147483667" r:id="rId11"/>
    <p:sldLayoutId id="2147483666" r:id="rId12"/>
    <p:sldLayoutId id="2147483654" r:id="rId13"/>
    <p:sldLayoutId id="2147483653" r:id="rId14"/>
    <p:sldLayoutId id="2147483655" r:id="rId15"/>
    <p:sldLayoutId id="2147483668" r:id="rId16"/>
    <p:sldLayoutId id="2147483669" r:id="rId17"/>
  </p:sldLayoutIdLst>
  <p:txStyles>
    <p:titleStyle>
      <a:lvl1pPr algn="l" defTabSz="914400" rtl="0" eaLnBrk="1" latinLnBrk="0" hangingPunct="1">
        <a:lnSpc>
          <a:spcPct val="90000"/>
        </a:lnSpc>
        <a:spcBef>
          <a:spcPct val="0"/>
        </a:spcBef>
        <a:buNone/>
        <a:defRPr sz="4400" kern="1200">
          <a:solidFill>
            <a:schemeClr val="bg1"/>
          </a:solidFill>
          <a:latin typeface="Oswald"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1"/>
          </a:solidFill>
          <a:latin typeface="Oswald"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70" userDrawn="1">
          <p15:clr>
            <a:srgbClr val="F26B43"/>
          </p15:clr>
        </p15:guide>
        <p15:guide id="2" pos="3840" userDrawn="1">
          <p15:clr>
            <a:srgbClr val="F26B43"/>
          </p15:clr>
        </p15:guide>
        <p15:guide id="3" orient="horz" pos="216" userDrawn="1">
          <p15:clr>
            <a:srgbClr val="F26B43"/>
          </p15:clr>
        </p15:guide>
        <p15:guide id="4" orient="horz" pos="2160" userDrawn="1">
          <p15:clr>
            <a:srgbClr val="F26B43"/>
          </p15:clr>
        </p15:guide>
        <p15:guide id="5" orient="horz" pos="1128" userDrawn="1">
          <p15:clr>
            <a:srgbClr val="F26B43"/>
          </p15:clr>
        </p15:guide>
        <p15:guide id="6" pos="528" userDrawn="1">
          <p15:clr>
            <a:srgbClr val="F26B43"/>
          </p15:clr>
        </p15:guide>
        <p15:guide id="7" pos="7152" userDrawn="1">
          <p15:clr>
            <a:srgbClr val="F26B43"/>
          </p15:clr>
        </p15:guide>
        <p15:guide id="8"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5.xml"/><Relationship Id="rId5" Type="http://schemas.openxmlformats.org/officeDocument/2006/relationships/image" Target="../media/image1.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121B15-3F8B-7D50-5B46-B436B3FD0F8E}"/>
              </a:ext>
            </a:extLst>
          </p:cNvPr>
          <p:cNvSpPr>
            <a:spLocks noGrp="1"/>
          </p:cNvSpPr>
          <p:nvPr>
            <p:ph type="title"/>
          </p:nvPr>
        </p:nvSpPr>
        <p:spPr>
          <a:xfrm>
            <a:off x="1705303" y="378263"/>
            <a:ext cx="7612118" cy="1338700"/>
          </a:xfrm>
        </p:spPr>
        <p:txBody>
          <a:bodyPr/>
          <a:lstStyle/>
          <a:p>
            <a:r>
              <a:rPr lang="sv-SE" b="1">
                <a:latin typeface="Bahnschrift"/>
              </a:rPr>
              <a:t>Marketplace Safety</a:t>
            </a:r>
            <a:br>
              <a:rPr lang="sv-SE" b="1" dirty="0">
                <a:latin typeface="Bahnschrift"/>
              </a:rPr>
            </a:br>
            <a:r>
              <a:rPr lang="sv-SE" sz="3200">
                <a:latin typeface="Bahnschrift"/>
              </a:rPr>
              <a:t>Prioritering av misstänkta aktiviteter</a:t>
            </a:r>
            <a:endParaRPr lang="en-US"/>
          </a:p>
        </p:txBody>
      </p:sp>
      <p:pic>
        <p:nvPicPr>
          <p:cNvPr id="5" name="Bildobjekt 2">
            <a:extLst>
              <a:ext uri="{FF2B5EF4-FFF2-40B4-BE49-F238E27FC236}">
                <a16:creationId xmlns:a16="http://schemas.microsoft.com/office/drawing/2014/main" id="{4C1AE0FD-2AA1-2C2C-4476-1250A4F48D7C}"/>
              </a:ext>
            </a:extLst>
          </p:cNvPr>
          <p:cNvPicPr>
            <a:picLocks noChangeAspect="1"/>
          </p:cNvPicPr>
          <p:nvPr/>
        </p:nvPicPr>
        <p:blipFill>
          <a:blip r:embed="rId2"/>
          <a:stretch>
            <a:fillRect/>
          </a:stretch>
        </p:blipFill>
        <p:spPr>
          <a:xfrm>
            <a:off x="-502070" y="5441535"/>
            <a:ext cx="3300473" cy="2200315"/>
          </a:xfrm>
          <a:prstGeom prst="rect">
            <a:avLst/>
          </a:prstGeom>
        </p:spPr>
      </p:pic>
      <p:sp>
        <p:nvSpPr>
          <p:cNvPr id="6" name="TextBox 5">
            <a:extLst>
              <a:ext uri="{FF2B5EF4-FFF2-40B4-BE49-F238E27FC236}">
                <a16:creationId xmlns:a16="http://schemas.microsoft.com/office/drawing/2014/main" id="{94F09B63-39BC-A2E5-5D6B-8227494DF36D}"/>
              </a:ext>
            </a:extLst>
          </p:cNvPr>
          <p:cNvSpPr txBox="1"/>
          <p:nvPr/>
        </p:nvSpPr>
        <p:spPr>
          <a:xfrm>
            <a:off x="1704813" y="3082291"/>
            <a:ext cx="4249118" cy="23575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ts val="1000"/>
              </a:spcBef>
            </a:pPr>
            <a:r>
              <a:rPr lang="en-US" sz="1200">
                <a:solidFill>
                  <a:srgbClr val="FFFFFF"/>
                </a:solidFill>
              </a:rPr>
              <a:t>Vår </a:t>
            </a:r>
            <a:r>
              <a:rPr lang="en-US" sz="1200" err="1">
                <a:solidFill>
                  <a:srgbClr val="FFFFFF"/>
                </a:solidFill>
              </a:rPr>
              <a:t>uppgift</a:t>
            </a:r>
            <a:r>
              <a:rPr lang="en-US" sz="1200">
                <a:solidFill>
                  <a:srgbClr val="FFFFFF"/>
                </a:solidFill>
              </a:rPr>
              <a:t>: </a:t>
            </a:r>
            <a:endParaRPr lang="en-US" sz="1200">
              <a:solidFill>
                <a:srgbClr val="101430"/>
              </a:solidFill>
            </a:endParaRPr>
          </a:p>
          <a:p>
            <a:pPr marL="171450" indent="-171450">
              <a:lnSpc>
                <a:spcPct val="90000"/>
              </a:lnSpc>
              <a:spcBef>
                <a:spcPts val="1000"/>
              </a:spcBef>
              <a:buFont typeface="Arial,Sans-Serif"/>
              <a:buChar char="•"/>
            </a:pPr>
            <a:r>
              <a:rPr lang="en-US" sz="1200">
                <a:solidFill>
                  <a:srgbClr val="FFFFFF"/>
                </a:solidFill>
              </a:rPr>
              <a:t>Ta </a:t>
            </a:r>
            <a:r>
              <a:rPr lang="en-US" sz="1200" err="1">
                <a:solidFill>
                  <a:srgbClr val="FFFFFF"/>
                </a:solidFill>
              </a:rPr>
              <a:t>fram</a:t>
            </a:r>
            <a:r>
              <a:rPr lang="en-US" sz="1200">
                <a:solidFill>
                  <a:srgbClr val="FFFFFF"/>
                </a:solidFill>
              </a:rPr>
              <a:t> </a:t>
            </a:r>
            <a:r>
              <a:rPr lang="en-US" sz="1200" err="1">
                <a:solidFill>
                  <a:srgbClr val="FFFFFF"/>
                </a:solidFill>
              </a:rPr>
              <a:t>ett</a:t>
            </a:r>
            <a:r>
              <a:rPr lang="en-US" sz="1200">
                <a:solidFill>
                  <a:srgbClr val="FFFFFF"/>
                </a:solidFill>
              </a:rPr>
              <a:t> </a:t>
            </a:r>
            <a:r>
              <a:rPr lang="en-US" sz="1200" err="1">
                <a:solidFill>
                  <a:srgbClr val="FFFFFF"/>
                </a:solidFill>
              </a:rPr>
              <a:t>beslutsstöd</a:t>
            </a:r>
            <a:r>
              <a:rPr lang="en-US" sz="1200">
                <a:solidFill>
                  <a:srgbClr val="FFFFFF"/>
                </a:solidFill>
              </a:rPr>
              <a:t> </a:t>
            </a:r>
            <a:r>
              <a:rPr lang="en-US" sz="1200" err="1">
                <a:solidFill>
                  <a:srgbClr val="FFFFFF"/>
                </a:solidFill>
              </a:rPr>
              <a:t>som</a:t>
            </a:r>
            <a:r>
              <a:rPr lang="en-US" sz="1200">
                <a:solidFill>
                  <a:srgbClr val="FFFFFF"/>
                </a:solidFill>
              </a:rPr>
              <a:t> </a:t>
            </a:r>
            <a:r>
              <a:rPr lang="en-US" sz="1200" err="1">
                <a:solidFill>
                  <a:srgbClr val="FFFFFF"/>
                </a:solidFill>
              </a:rPr>
              <a:t>hjälper</a:t>
            </a:r>
            <a:r>
              <a:rPr lang="en-US" sz="1200">
                <a:solidFill>
                  <a:srgbClr val="FFFFFF"/>
                </a:solidFill>
              </a:rPr>
              <a:t> </a:t>
            </a:r>
            <a:r>
              <a:rPr lang="en-US" sz="1200" err="1">
                <a:solidFill>
                  <a:srgbClr val="FFFFFF"/>
                </a:solidFill>
              </a:rPr>
              <a:t>ledningen</a:t>
            </a:r>
            <a:r>
              <a:rPr lang="en-US" sz="1200">
                <a:solidFill>
                  <a:srgbClr val="FFFFFF"/>
                </a:solidFill>
              </a:rPr>
              <a:t> </a:t>
            </a:r>
            <a:r>
              <a:rPr lang="en-US" sz="1200" err="1">
                <a:solidFill>
                  <a:srgbClr val="FFFFFF"/>
                </a:solidFill>
              </a:rPr>
              <a:t>att</a:t>
            </a:r>
            <a:r>
              <a:rPr lang="en-US" sz="1200">
                <a:solidFill>
                  <a:srgbClr val="FFFFFF"/>
                </a:solidFill>
              </a:rPr>
              <a:t> </a:t>
            </a:r>
            <a:r>
              <a:rPr lang="en-US" sz="1200" err="1">
                <a:solidFill>
                  <a:srgbClr val="FFFFFF"/>
                </a:solidFill>
              </a:rPr>
              <a:t>prioritera</a:t>
            </a:r>
            <a:r>
              <a:rPr lang="en-US" sz="1200">
                <a:solidFill>
                  <a:srgbClr val="FFFFFF"/>
                </a:solidFill>
              </a:rPr>
              <a:t> </a:t>
            </a:r>
            <a:r>
              <a:rPr lang="en-US" sz="1200" err="1">
                <a:solidFill>
                  <a:srgbClr val="FFFFFF"/>
                </a:solidFill>
              </a:rPr>
              <a:t>vad</a:t>
            </a:r>
            <a:r>
              <a:rPr lang="en-US" sz="1200">
                <a:solidFill>
                  <a:srgbClr val="FFFFFF"/>
                </a:solidFill>
              </a:rPr>
              <a:t> </a:t>
            </a:r>
            <a:r>
              <a:rPr lang="en-US" sz="1200" err="1">
                <a:solidFill>
                  <a:srgbClr val="FFFFFF"/>
                </a:solidFill>
              </a:rPr>
              <a:t>som</a:t>
            </a:r>
            <a:r>
              <a:rPr lang="en-US" sz="1200">
                <a:solidFill>
                  <a:srgbClr val="FFFFFF"/>
                </a:solidFill>
              </a:rPr>
              <a:t> ska </a:t>
            </a:r>
            <a:r>
              <a:rPr lang="en-US" sz="1200" err="1">
                <a:solidFill>
                  <a:srgbClr val="FFFFFF"/>
                </a:solidFill>
              </a:rPr>
              <a:t>granskas</a:t>
            </a:r>
            <a:r>
              <a:rPr lang="en-US" sz="1200">
                <a:solidFill>
                  <a:srgbClr val="FFFFFF"/>
                </a:solidFill>
              </a:rPr>
              <a:t> </a:t>
            </a:r>
            <a:r>
              <a:rPr lang="en-US" sz="1200" err="1">
                <a:solidFill>
                  <a:srgbClr val="FFFFFF"/>
                </a:solidFill>
              </a:rPr>
              <a:t>först</a:t>
            </a:r>
            <a:r>
              <a:rPr lang="en-US" sz="1200">
                <a:solidFill>
                  <a:srgbClr val="FFFFFF"/>
                </a:solidFill>
              </a:rPr>
              <a:t> (</a:t>
            </a:r>
            <a:r>
              <a:rPr lang="en-US" sz="1200" err="1">
                <a:solidFill>
                  <a:srgbClr val="FFFFFF"/>
                </a:solidFill>
              </a:rPr>
              <a:t>omniway</a:t>
            </a:r>
            <a:r>
              <a:rPr lang="en-US" sz="1200">
                <a:solidFill>
                  <a:srgbClr val="FFFFFF"/>
                </a:solidFill>
              </a:rPr>
              <a:t>) </a:t>
            </a:r>
            <a:endParaRPr lang="en-US" sz="1200"/>
          </a:p>
          <a:p>
            <a:pPr marL="171450" indent="-171450">
              <a:lnSpc>
                <a:spcPct val="90000"/>
              </a:lnSpc>
              <a:spcBef>
                <a:spcPts val="1000"/>
              </a:spcBef>
              <a:buFont typeface="Arial,Sans-Serif"/>
              <a:buChar char="•"/>
            </a:pPr>
            <a:r>
              <a:rPr lang="en-US" sz="1200" err="1">
                <a:solidFill>
                  <a:srgbClr val="FFFFFF"/>
                </a:solidFill>
              </a:rPr>
              <a:t>Förklara</a:t>
            </a:r>
            <a:r>
              <a:rPr lang="en-US" sz="1200">
                <a:solidFill>
                  <a:srgbClr val="FFFFFF"/>
                </a:solidFill>
              </a:rPr>
              <a:t> </a:t>
            </a:r>
            <a:r>
              <a:rPr lang="en-US" sz="1200" err="1">
                <a:solidFill>
                  <a:srgbClr val="FFFFFF"/>
                </a:solidFill>
              </a:rPr>
              <a:t>tydligt</a:t>
            </a:r>
            <a:r>
              <a:rPr lang="en-US" sz="1200">
                <a:solidFill>
                  <a:srgbClr val="FFFFFF"/>
                </a:solidFill>
              </a:rPr>
              <a:t> </a:t>
            </a:r>
            <a:r>
              <a:rPr lang="en-US" sz="1200" err="1">
                <a:solidFill>
                  <a:srgbClr val="FFFFFF"/>
                </a:solidFill>
              </a:rPr>
              <a:t>varför</a:t>
            </a:r>
            <a:r>
              <a:rPr lang="en-US" sz="1200">
                <a:solidFill>
                  <a:srgbClr val="FFFFFF"/>
                </a:solidFill>
              </a:rPr>
              <a:t> </a:t>
            </a:r>
            <a:r>
              <a:rPr lang="en-US" sz="1200" err="1">
                <a:solidFill>
                  <a:srgbClr val="FFFFFF"/>
                </a:solidFill>
              </a:rPr>
              <a:t>vår</a:t>
            </a:r>
            <a:r>
              <a:rPr lang="en-US" sz="1200">
                <a:solidFill>
                  <a:srgbClr val="FFFFFF"/>
                </a:solidFill>
              </a:rPr>
              <a:t> </a:t>
            </a:r>
            <a:r>
              <a:rPr lang="en-US" sz="1200" err="1">
                <a:solidFill>
                  <a:srgbClr val="FFFFFF"/>
                </a:solidFill>
              </a:rPr>
              <a:t>modell</a:t>
            </a:r>
            <a:r>
              <a:rPr lang="en-US" sz="1200">
                <a:solidFill>
                  <a:srgbClr val="FFFFFF"/>
                </a:solidFill>
              </a:rPr>
              <a:t> </a:t>
            </a:r>
            <a:r>
              <a:rPr lang="en-US" sz="1200" err="1">
                <a:solidFill>
                  <a:srgbClr val="FFFFFF"/>
                </a:solidFill>
              </a:rPr>
              <a:t>flaggar</a:t>
            </a:r>
            <a:r>
              <a:rPr lang="en-US" sz="1200">
                <a:solidFill>
                  <a:srgbClr val="FFFFFF"/>
                </a:solidFill>
              </a:rPr>
              <a:t> </a:t>
            </a:r>
            <a:r>
              <a:rPr lang="en-US" sz="1200" err="1">
                <a:solidFill>
                  <a:srgbClr val="FFFFFF"/>
                </a:solidFill>
              </a:rPr>
              <a:t>enskilt</a:t>
            </a:r>
            <a:r>
              <a:rPr lang="en-US" sz="1200">
                <a:solidFill>
                  <a:srgbClr val="FFFFFF"/>
                </a:solidFill>
              </a:rPr>
              <a:t> fall. (</a:t>
            </a:r>
            <a:r>
              <a:rPr lang="en-US" sz="1200" err="1">
                <a:solidFill>
                  <a:srgbClr val="FFFFFF"/>
                </a:solidFill>
              </a:rPr>
              <a:t>kravkort</a:t>
            </a:r>
            <a:r>
              <a:rPr lang="en-US" sz="1200">
                <a:solidFill>
                  <a:srgbClr val="FFFFFF"/>
                </a:solidFill>
              </a:rPr>
              <a:t>) </a:t>
            </a:r>
            <a:endParaRPr lang="en-US" sz="1200"/>
          </a:p>
          <a:p>
            <a:pPr marL="171450" indent="-171450">
              <a:lnSpc>
                <a:spcPct val="90000"/>
              </a:lnSpc>
              <a:spcBef>
                <a:spcPts val="1000"/>
              </a:spcBef>
              <a:buFont typeface="Arial,Sans-Serif"/>
              <a:buChar char="•"/>
            </a:pPr>
            <a:r>
              <a:rPr lang="en-US" sz="1200" err="1">
                <a:solidFill>
                  <a:srgbClr val="FFFFFF"/>
                </a:solidFill>
              </a:rPr>
              <a:t>Undvik</a:t>
            </a:r>
            <a:r>
              <a:rPr lang="en-US" sz="1200">
                <a:solidFill>
                  <a:srgbClr val="FFFFFF"/>
                </a:solidFill>
              </a:rPr>
              <a:t> </a:t>
            </a:r>
            <a:r>
              <a:rPr lang="en-US" sz="1200" err="1">
                <a:solidFill>
                  <a:srgbClr val="FFFFFF"/>
                </a:solidFill>
              </a:rPr>
              <a:t>att</a:t>
            </a:r>
            <a:r>
              <a:rPr lang="en-US" sz="1200">
                <a:solidFill>
                  <a:srgbClr val="FFFFFF"/>
                </a:solidFill>
              </a:rPr>
              <a:t> </a:t>
            </a:r>
            <a:r>
              <a:rPr lang="en-US" sz="1200" err="1">
                <a:solidFill>
                  <a:srgbClr val="FFFFFF"/>
                </a:solidFill>
              </a:rPr>
              <a:t>oskyldiga</a:t>
            </a:r>
            <a:r>
              <a:rPr lang="en-US" sz="1200">
                <a:solidFill>
                  <a:srgbClr val="FFFFFF"/>
                </a:solidFill>
              </a:rPr>
              <a:t> </a:t>
            </a:r>
            <a:r>
              <a:rPr lang="en-US" sz="1200" err="1">
                <a:solidFill>
                  <a:srgbClr val="FFFFFF"/>
                </a:solidFill>
              </a:rPr>
              <a:t>flaggas</a:t>
            </a:r>
            <a:r>
              <a:rPr lang="en-US" sz="1200">
                <a:solidFill>
                  <a:srgbClr val="FFFFFF"/>
                </a:solidFill>
              </a:rPr>
              <a:t> </a:t>
            </a:r>
            <a:r>
              <a:rPr lang="en-US" sz="1200" err="1">
                <a:solidFill>
                  <a:srgbClr val="FFFFFF"/>
                </a:solidFill>
              </a:rPr>
              <a:t>utan</a:t>
            </a:r>
            <a:r>
              <a:rPr lang="en-US" sz="1200">
                <a:solidFill>
                  <a:srgbClr val="FFFFFF"/>
                </a:solidFill>
              </a:rPr>
              <a:t> </a:t>
            </a:r>
            <a:r>
              <a:rPr lang="en-US" sz="1200" err="1">
                <a:solidFill>
                  <a:srgbClr val="FFFFFF"/>
                </a:solidFill>
              </a:rPr>
              <a:t>tydlig</a:t>
            </a:r>
            <a:r>
              <a:rPr lang="en-US" sz="1200">
                <a:solidFill>
                  <a:srgbClr val="FFFFFF"/>
                </a:solidFill>
              </a:rPr>
              <a:t> </a:t>
            </a:r>
            <a:r>
              <a:rPr lang="en-US" sz="1200" err="1">
                <a:solidFill>
                  <a:srgbClr val="FFFFFF"/>
                </a:solidFill>
              </a:rPr>
              <a:t>motivering</a:t>
            </a:r>
            <a:r>
              <a:rPr lang="en-US" sz="1200">
                <a:solidFill>
                  <a:srgbClr val="FFFFFF"/>
                </a:solidFill>
              </a:rPr>
              <a:t> . (</a:t>
            </a:r>
            <a:r>
              <a:rPr lang="en-US" sz="1200" err="1">
                <a:solidFill>
                  <a:srgbClr val="FFFFFF"/>
                </a:solidFill>
              </a:rPr>
              <a:t>kravkort</a:t>
            </a:r>
            <a:r>
              <a:rPr lang="en-US" sz="1200">
                <a:solidFill>
                  <a:srgbClr val="FFFFFF"/>
                </a:solidFill>
              </a:rPr>
              <a:t>) </a:t>
            </a:r>
            <a:endParaRPr lang="en-US" sz="1200"/>
          </a:p>
          <a:p>
            <a:pPr marL="171450" indent="-171450">
              <a:lnSpc>
                <a:spcPct val="90000"/>
              </a:lnSpc>
              <a:spcBef>
                <a:spcPts val="1000"/>
              </a:spcBef>
              <a:buFont typeface="Arial,Sans-Serif"/>
              <a:buChar char="•"/>
            </a:pPr>
            <a:r>
              <a:rPr lang="en-US" sz="1200">
                <a:solidFill>
                  <a:srgbClr val="FFFFFF"/>
                </a:solidFill>
              </a:rPr>
              <a:t>En </a:t>
            </a:r>
            <a:r>
              <a:rPr lang="en-US" sz="1200" err="1">
                <a:solidFill>
                  <a:srgbClr val="FFFFFF"/>
                </a:solidFill>
              </a:rPr>
              <a:t>tydlig</a:t>
            </a:r>
            <a:r>
              <a:rPr lang="en-US" sz="1200">
                <a:solidFill>
                  <a:srgbClr val="FFFFFF"/>
                </a:solidFill>
              </a:rPr>
              <a:t> policy för </a:t>
            </a:r>
            <a:r>
              <a:rPr lang="en-US" sz="1200" err="1">
                <a:solidFill>
                  <a:srgbClr val="FFFFFF"/>
                </a:solidFill>
              </a:rPr>
              <a:t>vad</a:t>
            </a:r>
            <a:r>
              <a:rPr lang="en-US" sz="1200">
                <a:solidFill>
                  <a:srgbClr val="FFFFFF"/>
                </a:solidFill>
              </a:rPr>
              <a:t> </a:t>
            </a:r>
            <a:r>
              <a:rPr lang="en-US" sz="1200" err="1">
                <a:solidFill>
                  <a:srgbClr val="FFFFFF"/>
                </a:solidFill>
              </a:rPr>
              <a:t>som</a:t>
            </a:r>
            <a:r>
              <a:rPr lang="en-US" sz="1200">
                <a:solidFill>
                  <a:srgbClr val="FFFFFF"/>
                </a:solidFill>
              </a:rPr>
              <a:t> </a:t>
            </a:r>
            <a:r>
              <a:rPr lang="en-US" sz="1200" err="1">
                <a:solidFill>
                  <a:srgbClr val="FFFFFF"/>
                </a:solidFill>
              </a:rPr>
              <a:t>händer</a:t>
            </a:r>
            <a:r>
              <a:rPr lang="en-US" sz="1200">
                <a:solidFill>
                  <a:srgbClr val="FFFFFF"/>
                </a:solidFill>
              </a:rPr>
              <a:t> </a:t>
            </a:r>
            <a:r>
              <a:rPr lang="en-US" sz="1200" err="1">
                <a:solidFill>
                  <a:srgbClr val="FFFFFF"/>
                </a:solidFill>
              </a:rPr>
              <a:t>när</a:t>
            </a:r>
            <a:r>
              <a:rPr lang="en-US" sz="1200">
                <a:solidFill>
                  <a:srgbClr val="FFFFFF"/>
                </a:solidFill>
              </a:rPr>
              <a:t> </a:t>
            </a:r>
            <a:r>
              <a:rPr lang="en-US" sz="1200" err="1">
                <a:solidFill>
                  <a:srgbClr val="FFFFFF"/>
                </a:solidFill>
              </a:rPr>
              <a:t>något</a:t>
            </a:r>
            <a:r>
              <a:rPr lang="en-US" sz="1200">
                <a:solidFill>
                  <a:srgbClr val="FFFFFF"/>
                </a:solidFill>
              </a:rPr>
              <a:t> </a:t>
            </a:r>
            <a:r>
              <a:rPr lang="en-US" sz="1200" err="1">
                <a:solidFill>
                  <a:srgbClr val="FFFFFF"/>
                </a:solidFill>
              </a:rPr>
              <a:t>flaggas</a:t>
            </a:r>
            <a:r>
              <a:rPr lang="en-US" sz="1200">
                <a:solidFill>
                  <a:srgbClr val="FFFFFF"/>
                </a:solidFill>
              </a:rPr>
              <a:t>. (</a:t>
            </a:r>
            <a:r>
              <a:rPr lang="en-US" sz="1200" err="1">
                <a:solidFill>
                  <a:srgbClr val="FFFFFF"/>
                </a:solidFill>
              </a:rPr>
              <a:t>kravkort</a:t>
            </a:r>
            <a:r>
              <a:rPr lang="en-US" sz="1200">
                <a:solidFill>
                  <a:srgbClr val="FFFFFF"/>
                </a:solidFill>
              </a:rPr>
              <a:t>) </a:t>
            </a:r>
            <a:endParaRPr lang="en-US" sz="1200"/>
          </a:p>
          <a:p>
            <a:pPr marL="171450" indent="-171450">
              <a:lnSpc>
                <a:spcPct val="90000"/>
              </a:lnSpc>
              <a:spcBef>
                <a:spcPts val="1000"/>
              </a:spcBef>
              <a:buFont typeface="Arial,Sans-Serif"/>
              <a:buChar char="•"/>
            </a:pPr>
            <a:r>
              <a:rPr lang="en-US" sz="1200">
                <a:solidFill>
                  <a:srgbClr val="FFFFFF"/>
                </a:solidFill>
              </a:rPr>
              <a:t>3–5 </a:t>
            </a:r>
            <a:r>
              <a:rPr lang="en-US" sz="1200" err="1">
                <a:solidFill>
                  <a:srgbClr val="FFFFFF"/>
                </a:solidFill>
              </a:rPr>
              <a:t>viktigaste</a:t>
            </a:r>
            <a:r>
              <a:rPr lang="en-US" sz="1200">
                <a:solidFill>
                  <a:srgbClr val="FFFFFF"/>
                </a:solidFill>
              </a:rPr>
              <a:t> </a:t>
            </a:r>
            <a:r>
              <a:rPr lang="en-US" sz="1200" err="1">
                <a:solidFill>
                  <a:srgbClr val="FFFFFF"/>
                </a:solidFill>
              </a:rPr>
              <a:t>signalerna</a:t>
            </a:r>
            <a:r>
              <a:rPr lang="en-US" sz="1200">
                <a:solidFill>
                  <a:srgbClr val="FFFFFF"/>
                </a:solidFill>
              </a:rPr>
              <a:t> </a:t>
            </a:r>
            <a:r>
              <a:rPr lang="en-US" sz="1200" err="1">
                <a:solidFill>
                  <a:srgbClr val="FFFFFF"/>
                </a:solidFill>
              </a:rPr>
              <a:t>i</a:t>
            </a:r>
            <a:r>
              <a:rPr lang="en-US" sz="1200">
                <a:solidFill>
                  <a:srgbClr val="FFFFFF"/>
                </a:solidFill>
              </a:rPr>
              <a:t> </a:t>
            </a:r>
            <a:r>
              <a:rPr lang="en-US" sz="1200" err="1">
                <a:solidFill>
                  <a:srgbClr val="FFFFFF"/>
                </a:solidFill>
              </a:rPr>
              <a:t>enkel</a:t>
            </a:r>
            <a:r>
              <a:rPr lang="en-US" sz="1200">
                <a:solidFill>
                  <a:srgbClr val="FFFFFF"/>
                </a:solidFill>
              </a:rPr>
              <a:t> </a:t>
            </a:r>
            <a:r>
              <a:rPr lang="en-US" sz="1200" err="1">
                <a:solidFill>
                  <a:srgbClr val="FFFFFF"/>
                </a:solidFill>
              </a:rPr>
              <a:t>svenska</a:t>
            </a:r>
            <a:r>
              <a:rPr lang="en-US" sz="1200">
                <a:solidFill>
                  <a:srgbClr val="FFFFFF"/>
                </a:solidFill>
              </a:rPr>
              <a:t>. (</a:t>
            </a:r>
            <a:r>
              <a:rPr lang="en-US" sz="1200" err="1">
                <a:solidFill>
                  <a:srgbClr val="FFFFFF"/>
                </a:solidFill>
              </a:rPr>
              <a:t>kravkort</a:t>
            </a:r>
            <a:r>
              <a:rPr lang="en-US" sz="1200">
                <a:solidFill>
                  <a:srgbClr val="FFFFFF"/>
                </a:solidFill>
              </a:rPr>
              <a:t>) </a:t>
            </a:r>
            <a:endParaRPr lang="en-US" sz="1200"/>
          </a:p>
          <a:p>
            <a:pPr marL="171450" indent="-171450">
              <a:lnSpc>
                <a:spcPct val="90000"/>
              </a:lnSpc>
              <a:spcBef>
                <a:spcPts val="1000"/>
              </a:spcBef>
              <a:buFont typeface="Arial,Sans-Serif"/>
              <a:buChar char="•"/>
            </a:pPr>
            <a:r>
              <a:rPr lang="en-US" sz="1200">
                <a:solidFill>
                  <a:srgbClr val="FFFFFF"/>
                </a:solidFill>
              </a:rPr>
              <a:t>Ett </a:t>
            </a:r>
            <a:r>
              <a:rPr lang="en-US" sz="1200" err="1">
                <a:solidFill>
                  <a:srgbClr val="FFFFFF"/>
                </a:solidFill>
              </a:rPr>
              <a:t>konkret</a:t>
            </a:r>
            <a:r>
              <a:rPr lang="en-US" sz="1200">
                <a:solidFill>
                  <a:srgbClr val="FFFFFF"/>
                </a:solidFill>
              </a:rPr>
              <a:t> </a:t>
            </a:r>
            <a:r>
              <a:rPr lang="en-US" sz="1200" err="1">
                <a:solidFill>
                  <a:srgbClr val="FFFFFF"/>
                </a:solidFill>
              </a:rPr>
              <a:t>exempel</a:t>
            </a:r>
            <a:r>
              <a:rPr lang="en-US" sz="1200">
                <a:solidFill>
                  <a:srgbClr val="FFFFFF"/>
                </a:solidFill>
              </a:rPr>
              <a:t>: “den </a:t>
            </a:r>
            <a:r>
              <a:rPr lang="en-US" sz="1200" err="1">
                <a:solidFill>
                  <a:srgbClr val="FFFFFF"/>
                </a:solidFill>
              </a:rPr>
              <a:t>här</a:t>
            </a:r>
            <a:r>
              <a:rPr lang="en-US" sz="1200">
                <a:solidFill>
                  <a:srgbClr val="FFFFFF"/>
                </a:solidFill>
              </a:rPr>
              <a:t> </a:t>
            </a:r>
            <a:r>
              <a:rPr lang="en-US" sz="1200" err="1">
                <a:solidFill>
                  <a:srgbClr val="FFFFFF"/>
                </a:solidFill>
              </a:rPr>
              <a:t>typen</a:t>
            </a:r>
            <a:r>
              <a:rPr lang="en-US" sz="1200">
                <a:solidFill>
                  <a:srgbClr val="FFFFFF"/>
                </a:solidFill>
              </a:rPr>
              <a:t> av fall </a:t>
            </a:r>
            <a:r>
              <a:rPr lang="en-US" sz="1200" err="1">
                <a:solidFill>
                  <a:srgbClr val="FFFFFF"/>
                </a:solidFill>
              </a:rPr>
              <a:t>flaggas</a:t>
            </a:r>
            <a:r>
              <a:rPr lang="en-US" sz="1200">
                <a:solidFill>
                  <a:srgbClr val="FFFFFF"/>
                </a:solidFill>
              </a:rPr>
              <a:t> </a:t>
            </a:r>
            <a:r>
              <a:rPr lang="en-US" sz="1200" err="1">
                <a:solidFill>
                  <a:srgbClr val="FFFFFF"/>
                </a:solidFill>
              </a:rPr>
              <a:t>eftersom</a:t>
            </a:r>
            <a:r>
              <a:rPr lang="en-US" sz="1200">
                <a:solidFill>
                  <a:srgbClr val="FFFFFF"/>
                </a:solidFill>
              </a:rPr>
              <a:t> …”. (</a:t>
            </a:r>
            <a:r>
              <a:rPr lang="en-US" sz="1200" err="1">
                <a:solidFill>
                  <a:srgbClr val="FFFFFF"/>
                </a:solidFill>
              </a:rPr>
              <a:t>kravkort</a:t>
            </a:r>
            <a:r>
              <a:rPr lang="en-US" sz="1200">
                <a:solidFill>
                  <a:srgbClr val="FFFFFF"/>
                </a:solidFill>
              </a:rPr>
              <a:t>) </a:t>
            </a:r>
            <a:endParaRPr lang="en-US"/>
          </a:p>
        </p:txBody>
      </p:sp>
      <p:sp>
        <p:nvSpPr>
          <p:cNvPr id="8" name="TextBox 7">
            <a:extLst>
              <a:ext uri="{FF2B5EF4-FFF2-40B4-BE49-F238E27FC236}">
                <a16:creationId xmlns:a16="http://schemas.microsoft.com/office/drawing/2014/main" id="{F415DC1C-95A7-6797-542A-DE4C39BAD012}"/>
              </a:ext>
            </a:extLst>
          </p:cNvPr>
          <p:cNvSpPr txBox="1"/>
          <p:nvPr/>
        </p:nvSpPr>
        <p:spPr>
          <a:xfrm>
            <a:off x="1704813" y="1833965"/>
            <a:ext cx="900193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sv-SE" sz="1200">
                <a:solidFill>
                  <a:schemeClr val="bg1"/>
                </a:solidFill>
                <a:latin typeface="Oswald"/>
              </a:rPr>
              <a:t>Vi ska presentera för Elin, på Legal/Compliance.</a:t>
            </a:r>
            <a:r>
              <a:rPr lang="sv-SE" sz="1200">
                <a:solidFill>
                  <a:schemeClr val="bg1"/>
                </a:solidFill>
                <a:latin typeface="Oswald"/>
                <a:ea typeface="WordVisiCarriageReturn_MSFontService"/>
                <a:cs typeface="WordVisiCarriageReturn_MSFontService"/>
              </a:rPr>
              <a:t> </a:t>
            </a:r>
            <a:br>
              <a:rPr lang="sv-SE" sz="1200">
                <a:solidFill>
                  <a:schemeClr val="bg1"/>
                </a:solidFill>
                <a:latin typeface="Oswald"/>
                <a:ea typeface="WordVisiCarriageReturn_MSFontService"/>
                <a:cs typeface="WordVisiCarriageReturn_MSFontService"/>
              </a:rPr>
            </a:br>
            <a:r>
              <a:rPr lang="sv-SE" sz="1200">
                <a:solidFill>
                  <a:schemeClr val="bg1"/>
                </a:solidFill>
                <a:latin typeface="Oswald"/>
              </a:rPr>
              <a:t>Elin hanterar klagomål och vill kunna stå för hur plattformen agerar. Hon accepterar att ni inte kan ha perfektion, men hon kräver att beslut går att förklara och känns konsekventa. Om ni inte kan beskriva på enkel svenska varför något flaggas kommer hon stoppa lösningen. Hon vill också undvika att oskyldiga drabbas utan tydlig motivering.</a:t>
            </a:r>
            <a:r>
              <a:rPr lang="sv-SE" sz="1200">
                <a:solidFill>
                  <a:schemeClr val="bg1"/>
                </a:solidFill>
                <a:latin typeface="Oswald"/>
                <a:ea typeface="Aptos"/>
                <a:cs typeface="Aptos"/>
              </a:rPr>
              <a:t> </a:t>
            </a:r>
            <a:endParaRPr lang="en-US" sz="1200">
              <a:solidFill>
                <a:schemeClr val="bg1"/>
              </a:solidFill>
              <a:latin typeface="Oswald"/>
            </a:endParaRPr>
          </a:p>
        </p:txBody>
      </p:sp>
      <p:sp>
        <p:nvSpPr>
          <p:cNvPr id="14" name="TextBox 13">
            <a:extLst>
              <a:ext uri="{FF2B5EF4-FFF2-40B4-BE49-F238E27FC236}">
                <a16:creationId xmlns:a16="http://schemas.microsoft.com/office/drawing/2014/main" id="{584C059A-7E66-CBFE-FA11-CC1C43B5147F}"/>
              </a:ext>
            </a:extLst>
          </p:cNvPr>
          <p:cNvSpPr txBox="1"/>
          <p:nvPr/>
        </p:nvSpPr>
        <p:spPr>
          <a:xfrm>
            <a:off x="6096000" y="3080288"/>
            <a:ext cx="492071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chemeClr val="bg1"/>
                </a:solidFill>
              </a:rPr>
              <a:t>Vi </a:t>
            </a:r>
            <a:r>
              <a:rPr lang="en-US" sz="1200" err="1">
                <a:solidFill>
                  <a:schemeClr val="bg1"/>
                </a:solidFill>
              </a:rPr>
              <a:t>antar</a:t>
            </a:r>
            <a:r>
              <a:rPr lang="en-US" sz="1200">
                <a:solidFill>
                  <a:schemeClr val="bg1"/>
                </a:solidFill>
              </a:rPr>
              <a:t>:</a:t>
            </a:r>
          </a:p>
          <a:p>
            <a:endParaRPr lang="en-US" sz="1200">
              <a:solidFill>
                <a:schemeClr val="bg1"/>
              </a:solidFill>
            </a:endParaRPr>
          </a:p>
          <a:p>
            <a:pPr marL="171450" indent="-171450">
              <a:buFont typeface="Arial"/>
              <a:buChar char="•"/>
            </a:pPr>
            <a:r>
              <a:rPr lang="en-US" sz="1200" err="1">
                <a:solidFill>
                  <a:schemeClr val="bg1"/>
                </a:solidFill>
              </a:rPr>
              <a:t>Att</a:t>
            </a:r>
            <a:r>
              <a:rPr lang="en-US" sz="1200">
                <a:solidFill>
                  <a:schemeClr val="bg1"/>
                </a:solidFill>
              </a:rPr>
              <a:t> historical data redan </a:t>
            </a:r>
            <a:r>
              <a:rPr lang="en-US" sz="1200" err="1">
                <a:solidFill>
                  <a:schemeClr val="bg1"/>
                </a:solidFill>
              </a:rPr>
              <a:t>är</a:t>
            </a:r>
            <a:r>
              <a:rPr lang="en-US" sz="1200">
                <a:solidFill>
                  <a:schemeClr val="bg1"/>
                </a:solidFill>
              </a:rPr>
              <a:t> </a:t>
            </a:r>
            <a:r>
              <a:rPr lang="en-US" sz="1200" err="1">
                <a:solidFill>
                  <a:schemeClr val="bg1"/>
                </a:solidFill>
              </a:rPr>
              <a:t>behandlad</a:t>
            </a:r>
            <a:r>
              <a:rPr lang="en-US" sz="1200">
                <a:solidFill>
                  <a:schemeClr val="bg1"/>
                </a:solidFill>
              </a:rPr>
              <a:t> av Trust &amp; safety-</a:t>
            </a:r>
            <a:r>
              <a:rPr lang="en-US" sz="1200" err="1">
                <a:solidFill>
                  <a:schemeClr val="bg1"/>
                </a:solidFill>
              </a:rPr>
              <a:t>teamet</a:t>
            </a:r>
            <a:r>
              <a:rPr lang="en-US" sz="1200">
                <a:solidFill>
                  <a:schemeClr val="bg1"/>
                </a:solidFill>
              </a:rPr>
              <a:t>.</a:t>
            </a:r>
          </a:p>
          <a:p>
            <a:pPr algn="ctr"/>
            <a:endParaRPr lang="en-US">
              <a:solidFill>
                <a:schemeClr val="bg1"/>
              </a:solidFill>
            </a:endParaRPr>
          </a:p>
        </p:txBody>
      </p:sp>
    </p:spTree>
    <p:extLst>
      <p:ext uri="{BB962C8B-B14F-4D97-AF65-F5344CB8AC3E}">
        <p14:creationId xmlns:p14="http://schemas.microsoft.com/office/powerpoint/2010/main" val="1166520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071F9BC-7BE7-97EA-CBFE-09D88EB58AA6}"/>
              </a:ext>
            </a:extLst>
          </p:cNvPr>
          <p:cNvSpPr>
            <a:spLocks noGrp="1"/>
          </p:cNvSpPr>
          <p:nvPr>
            <p:ph type="body" idx="1"/>
          </p:nvPr>
        </p:nvSpPr>
        <p:spPr>
          <a:xfrm>
            <a:off x="293915" y="2037917"/>
            <a:ext cx="3287379" cy="823912"/>
          </a:xfrm>
        </p:spPr>
        <p:txBody>
          <a:bodyPr/>
          <a:lstStyle/>
          <a:p>
            <a:r>
              <a:rPr lang="en-US" dirty="0"/>
              <a:t>1. </a:t>
            </a:r>
            <a:r>
              <a:rPr lang="en-US" dirty="0" err="1"/>
              <a:t>Obalanserad</a:t>
            </a:r>
            <a:r>
              <a:rPr lang="en-US" dirty="0"/>
              <a:t> data          </a:t>
            </a:r>
          </a:p>
        </p:txBody>
      </p:sp>
      <p:sp>
        <p:nvSpPr>
          <p:cNvPr id="7" name="Text Placeholder 6">
            <a:extLst>
              <a:ext uri="{FF2B5EF4-FFF2-40B4-BE49-F238E27FC236}">
                <a16:creationId xmlns:a16="http://schemas.microsoft.com/office/drawing/2014/main" id="{C7E976BF-DFBD-301D-815D-333B62ACA285}"/>
              </a:ext>
            </a:extLst>
          </p:cNvPr>
          <p:cNvSpPr>
            <a:spLocks noGrp="1"/>
          </p:cNvSpPr>
          <p:nvPr>
            <p:ph type="body" sz="quarter" idx="3"/>
          </p:nvPr>
        </p:nvSpPr>
        <p:spPr>
          <a:xfrm>
            <a:off x="4279900" y="2037917"/>
            <a:ext cx="3786521" cy="823912"/>
          </a:xfrm>
        </p:spPr>
        <p:txBody>
          <a:bodyPr/>
          <a:lstStyle/>
          <a:p>
            <a:r>
              <a:rPr lang="en-US" dirty="0"/>
              <a:t>2. Off-platform </a:t>
            </a:r>
            <a:r>
              <a:rPr lang="en-US" dirty="0" err="1"/>
              <a:t>kommunikation</a:t>
            </a:r>
            <a:endParaRPr lang="en-US" dirty="0"/>
          </a:p>
        </p:txBody>
      </p:sp>
      <p:sp>
        <p:nvSpPr>
          <p:cNvPr id="9" name="Text Placeholder 8">
            <a:extLst>
              <a:ext uri="{FF2B5EF4-FFF2-40B4-BE49-F238E27FC236}">
                <a16:creationId xmlns:a16="http://schemas.microsoft.com/office/drawing/2014/main" id="{E10A762F-5B5B-4FC0-8BD3-6290DBAD98B2}"/>
              </a:ext>
            </a:extLst>
          </p:cNvPr>
          <p:cNvSpPr>
            <a:spLocks noGrp="1"/>
          </p:cNvSpPr>
          <p:nvPr>
            <p:ph type="body" idx="13"/>
          </p:nvPr>
        </p:nvSpPr>
        <p:spPr>
          <a:xfrm>
            <a:off x="8316793" y="2037917"/>
            <a:ext cx="3287379" cy="823912"/>
          </a:xfrm>
        </p:spPr>
        <p:txBody>
          <a:bodyPr/>
          <a:lstStyle/>
          <a:p>
            <a:r>
              <a:rPr lang="en-US" dirty="0"/>
              <a:t>3. </a:t>
            </a:r>
            <a:r>
              <a:rPr lang="en-US" dirty="0" err="1"/>
              <a:t>Tidigare</a:t>
            </a:r>
            <a:r>
              <a:rPr lang="en-US" dirty="0"/>
              <a:t> </a:t>
            </a:r>
            <a:r>
              <a:rPr lang="en-US" dirty="0" err="1"/>
              <a:t>rapporter</a:t>
            </a:r>
            <a:endParaRPr lang="en-US" dirty="0"/>
          </a:p>
        </p:txBody>
      </p:sp>
      <p:sp>
        <p:nvSpPr>
          <p:cNvPr id="4" name="Title 3">
            <a:extLst>
              <a:ext uri="{FF2B5EF4-FFF2-40B4-BE49-F238E27FC236}">
                <a16:creationId xmlns:a16="http://schemas.microsoft.com/office/drawing/2014/main" id="{46270696-0BFC-CCE7-0CA9-440244C24AC9}"/>
              </a:ext>
            </a:extLst>
          </p:cNvPr>
          <p:cNvSpPr>
            <a:spLocks noGrp="1"/>
          </p:cNvSpPr>
          <p:nvPr>
            <p:ph type="title"/>
          </p:nvPr>
        </p:nvSpPr>
        <p:spPr/>
        <p:txBody>
          <a:bodyPr/>
          <a:lstStyle/>
          <a:p>
            <a:r>
              <a:rPr lang="en-US" dirty="0"/>
              <a:t>EDA – </a:t>
            </a:r>
            <a:r>
              <a:rPr lang="en-US" dirty="0" err="1"/>
              <a:t>Insikter</a:t>
            </a:r>
            <a:r>
              <a:rPr lang="en-US" dirty="0"/>
              <a:t> &amp; risker</a:t>
            </a:r>
          </a:p>
        </p:txBody>
      </p:sp>
      <p:pic>
        <p:nvPicPr>
          <p:cNvPr id="22" name="Bildobjekt 21">
            <a:extLst>
              <a:ext uri="{FF2B5EF4-FFF2-40B4-BE49-F238E27FC236}">
                <a16:creationId xmlns:a16="http://schemas.microsoft.com/office/drawing/2014/main" id="{50136140-C0C8-E661-E3F5-2A61CCC0DF98}"/>
              </a:ext>
            </a:extLst>
          </p:cNvPr>
          <p:cNvPicPr>
            <a:picLocks noChangeAspect="1"/>
          </p:cNvPicPr>
          <p:nvPr/>
        </p:nvPicPr>
        <p:blipFill>
          <a:blip r:embed="rId2"/>
          <a:stretch>
            <a:fillRect/>
          </a:stretch>
        </p:blipFill>
        <p:spPr>
          <a:xfrm>
            <a:off x="166194" y="2954073"/>
            <a:ext cx="3959384" cy="2801670"/>
          </a:xfrm>
          <a:prstGeom prst="rect">
            <a:avLst/>
          </a:prstGeom>
        </p:spPr>
      </p:pic>
      <p:pic>
        <p:nvPicPr>
          <p:cNvPr id="24" name="Bildobjekt 23">
            <a:extLst>
              <a:ext uri="{FF2B5EF4-FFF2-40B4-BE49-F238E27FC236}">
                <a16:creationId xmlns:a16="http://schemas.microsoft.com/office/drawing/2014/main" id="{AAF9A676-958D-E685-0CD3-5EDDC585CB35}"/>
              </a:ext>
            </a:extLst>
          </p:cNvPr>
          <p:cNvPicPr>
            <a:picLocks noChangeAspect="1"/>
          </p:cNvPicPr>
          <p:nvPr/>
        </p:nvPicPr>
        <p:blipFill>
          <a:blip r:embed="rId3"/>
          <a:stretch>
            <a:fillRect/>
          </a:stretch>
        </p:blipFill>
        <p:spPr>
          <a:xfrm>
            <a:off x="4279900" y="2953946"/>
            <a:ext cx="3695700" cy="2789328"/>
          </a:xfrm>
          <a:prstGeom prst="rect">
            <a:avLst/>
          </a:prstGeom>
        </p:spPr>
      </p:pic>
      <p:pic>
        <p:nvPicPr>
          <p:cNvPr id="26" name="Bildobjekt 25">
            <a:extLst>
              <a:ext uri="{FF2B5EF4-FFF2-40B4-BE49-F238E27FC236}">
                <a16:creationId xmlns:a16="http://schemas.microsoft.com/office/drawing/2014/main" id="{61112FB3-0F7C-DC88-C327-447157D93734}"/>
              </a:ext>
            </a:extLst>
          </p:cNvPr>
          <p:cNvPicPr>
            <a:picLocks noChangeAspect="1"/>
          </p:cNvPicPr>
          <p:nvPr/>
        </p:nvPicPr>
        <p:blipFill>
          <a:blip r:embed="rId4"/>
          <a:stretch>
            <a:fillRect/>
          </a:stretch>
        </p:blipFill>
        <p:spPr>
          <a:xfrm>
            <a:off x="8129922" y="2948434"/>
            <a:ext cx="3895884" cy="2789328"/>
          </a:xfrm>
          <a:prstGeom prst="rect">
            <a:avLst/>
          </a:prstGeom>
        </p:spPr>
      </p:pic>
      <p:pic>
        <p:nvPicPr>
          <p:cNvPr id="28" name="Bildobjekt 27">
            <a:extLst>
              <a:ext uri="{FF2B5EF4-FFF2-40B4-BE49-F238E27FC236}">
                <a16:creationId xmlns:a16="http://schemas.microsoft.com/office/drawing/2014/main" id="{041DE983-8484-3B2B-AFFB-166CABCB964E}"/>
              </a:ext>
            </a:extLst>
          </p:cNvPr>
          <p:cNvPicPr>
            <a:picLocks noChangeAspect="1"/>
          </p:cNvPicPr>
          <p:nvPr/>
        </p:nvPicPr>
        <p:blipFill>
          <a:blip r:embed="rId5"/>
          <a:stretch>
            <a:fillRect/>
          </a:stretch>
        </p:blipFill>
        <p:spPr>
          <a:xfrm>
            <a:off x="-443536" y="5392717"/>
            <a:ext cx="3300473" cy="2200315"/>
          </a:xfrm>
          <a:prstGeom prst="rect">
            <a:avLst/>
          </a:prstGeom>
        </p:spPr>
      </p:pic>
    </p:spTree>
    <p:extLst>
      <p:ext uri="{BB962C8B-B14F-4D97-AF65-F5344CB8AC3E}">
        <p14:creationId xmlns:p14="http://schemas.microsoft.com/office/powerpoint/2010/main" val="2814775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llips 2">
            <a:extLst>
              <a:ext uri="{FF2B5EF4-FFF2-40B4-BE49-F238E27FC236}">
                <a16:creationId xmlns:a16="http://schemas.microsoft.com/office/drawing/2014/main" id="{2B25DA9D-0101-977E-B270-94D392AB4280}"/>
              </a:ext>
            </a:extLst>
          </p:cNvPr>
          <p:cNvSpPr/>
          <p:nvPr/>
        </p:nvSpPr>
        <p:spPr>
          <a:xfrm>
            <a:off x="196287" y="1546205"/>
            <a:ext cx="2971800" cy="284479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 name="Content Placeholder 4">
            <a:extLst>
              <a:ext uri="{FF2B5EF4-FFF2-40B4-BE49-F238E27FC236}">
                <a16:creationId xmlns:a16="http://schemas.microsoft.com/office/drawing/2014/main" id="{6019D556-636A-06C3-8601-0D07A2D45613}"/>
              </a:ext>
            </a:extLst>
          </p:cNvPr>
          <p:cNvSpPr>
            <a:spLocks noGrp="1"/>
          </p:cNvSpPr>
          <p:nvPr>
            <p:ph idx="1"/>
          </p:nvPr>
        </p:nvSpPr>
        <p:spPr>
          <a:xfrm>
            <a:off x="744999" y="2359005"/>
            <a:ext cx="2111938" cy="2031999"/>
          </a:xfrm>
        </p:spPr>
        <p:txBody>
          <a:bodyPr/>
          <a:lstStyle/>
          <a:p>
            <a:r>
              <a:rPr lang="en-US" dirty="0"/>
              <a:t>    </a:t>
            </a:r>
            <a:r>
              <a:rPr lang="en-US" sz="2400" u="sng" dirty="0" err="1"/>
              <a:t>Datadelning</a:t>
            </a:r>
            <a:endParaRPr lang="en-US" sz="2400" u="sng" dirty="0"/>
          </a:p>
          <a:p>
            <a:pPr marL="342900" indent="-342900">
              <a:buFont typeface="Arial" panose="020B0604020202020204" pitchFamily="34" charset="0"/>
              <a:buChar char="•"/>
            </a:pPr>
            <a:r>
              <a:rPr lang="en-US" dirty="0" err="1"/>
              <a:t>Träning</a:t>
            </a:r>
            <a:r>
              <a:rPr lang="en-US" dirty="0"/>
              <a:t> 80%</a:t>
            </a:r>
          </a:p>
          <a:p>
            <a:pPr marL="342900" indent="-342900">
              <a:buFont typeface="Arial" panose="020B0604020202020204" pitchFamily="34" charset="0"/>
              <a:buChar char="•"/>
            </a:pPr>
            <a:r>
              <a:rPr lang="en-US" dirty="0"/>
              <a:t>Test 20%</a:t>
            </a:r>
          </a:p>
        </p:txBody>
      </p:sp>
      <p:sp>
        <p:nvSpPr>
          <p:cNvPr id="4" name="Title 3">
            <a:extLst>
              <a:ext uri="{FF2B5EF4-FFF2-40B4-BE49-F238E27FC236}">
                <a16:creationId xmlns:a16="http://schemas.microsoft.com/office/drawing/2014/main" id="{3CB901F4-3AA7-0FD0-4F53-C87C818F6596}"/>
              </a:ext>
            </a:extLst>
          </p:cNvPr>
          <p:cNvSpPr>
            <a:spLocks noGrp="1"/>
          </p:cNvSpPr>
          <p:nvPr>
            <p:ph type="title"/>
          </p:nvPr>
        </p:nvSpPr>
        <p:spPr/>
        <p:txBody>
          <a:bodyPr/>
          <a:lstStyle/>
          <a:p>
            <a:r>
              <a:rPr lang="en-US" dirty="0"/>
              <a:t>Pipeline</a:t>
            </a:r>
          </a:p>
        </p:txBody>
      </p:sp>
      <p:pic>
        <p:nvPicPr>
          <p:cNvPr id="2" name="Bildobjekt 1">
            <a:extLst>
              <a:ext uri="{FF2B5EF4-FFF2-40B4-BE49-F238E27FC236}">
                <a16:creationId xmlns:a16="http://schemas.microsoft.com/office/drawing/2014/main" id="{396A5098-C697-97FF-6C86-539A92C54739}"/>
              </a:ext>
            </a:extLst>
          </p:cNvPr>
          <p:cNvPicPr>
            <a:picLocks noChangeAspect="1"/>
          </p:cNvPicPr>
          <p:nvPr/>
        </p:nvPicPr>
        <p:blipFill>
          <a:blip r:embed="rId2"/>
          <a:stretch>
            <a:fillRect/>
          </a:stretch>
        </p:blipFill>
        <p:spPr>
          <a:xfrm>
            <a:off x="-443536" y="5392717"/>
            <a:ext cx="3300473" cy="2200315"/>
          </a:xfrm>
          <a:prstGeom prst="rect">
            <a:avLst/>
          </a:prstGeom>
        </p:spPr>
      </p:pic>
      <p:sp>
        <p:nvSpPr>
          <p:cNvPr id="6" name="textruta 5">
            <a:extLst>
              <a:ext uri="{FF2B5EF4-FFF2-40B4-BE49-F238E27FC236}">
                <a16:creationId xmlns:a16="http://schemas.microsoft.com/office/drawing/2014/main" id="{9901CAAD-5D9F-E4F9-29D9-57AA72381F02}"/>
              </a:ext>
            </a:extLst>
          </p:cNvPr>
          <p:cNvSpPr txBox="1"/>
          <p:nvPr/>
        </p:nvSpPr>
        <p:spPr>
          <a:xfrm>
            <a:off x="3523124" y="1955491"/>
            <a:ext cx="8668876" cy="4058932"/>
          </a:xfrm>
          <a:prstGeom prst="rect">
            <a:avLst/>
          </a:prstGeom>
          <a:noFill/>
        </p:spPr>
        <p:txBody>
          <a:bodyPr wrap="square" rtlCol="0">
            <a:spAutoFit/>
          </a:bodyPr>
          <a:lstStyle/>
          <a:p>
            <a:pPr>
              <a:lnSpc>
                <a:spcPct val="150000"/>
              </a:lnSpc>
            </a:pPr>
            <a:r>
              <a:rPr lang="sv-SE" sz="2400" u="sng" dirty="0">
                <a:solidFill>
                  <a:schemeClr val="bg1"/>
                </a:solidFill>
              </a:rPr>
              <a:t>Hantering av saknade värden</a:t>
            </a:r>
          </a:p>
          <a:p>
            <a:pPr marL="285750" indent="-285750">
              <a:lnSpc>
                <a:spcPct val="150000"/>
              </a:lnSpc>
              <a:buFont typeface="Arial" panose="020B0604020202020204" pitchFamily="34" charset="0"/>
              <a:buChar char="•"/>
            </a:pPr>
            <a:r>
              <a:rPr lang="sv-SE" dirty="0">
                <a:solidFill>
                  <a:schemeClr val="bg1"/>
                </a:solidFill>
              </a:rPr>
              <a:t>Numeriska värden </a:t>
            </a:r>
            <a:r>
              <a:rPr lang="sv-SE" dirty="0">
                <a:solidFill>
                  <a:schemeClr val="bg1"/>
                </a:solidFill>
                <a:latin typeface="Aptos" panose="020B0004020202020204" pitchFamily="34" charset="0"/>
              </a:rPr>
              <a:t>→</a:t>
            </a:r>
            <a:r>
              <a:rPr lang="sv-SE" dirty="0">
                <a:solidFill>
                  <a:schemeClr val="bg1"/>
                </a:solidFill>
              </a:rPr>
              <a:t> Median</a:t>
            </a:r>
          </a:p>
          <a:p>
            <a:pPr marL="285750" indent="-285750">
              <a:lnSpc>
                <a:spcPct val="150000"/>
              </a:lnSpc>
              <a:buFont typeface="Arial" panose="020B0604020202020204" pitchFamily="34" charset="0"/>
              <a:buChar char="•"/>
            </a:pPr>
            <a:r>
              <a:rPr lang="sv-SE" dirty="0">
                <a:solidFill>
                  <a:schemeClr val="bg1"/>
                </a:solidFill>
              </a:rPr>
              <a:t>Kategoriska värden </a:t>
            </a:r>
            <a:r>
              <a:rPr lang="sv-SE" dirty="0">
                <a:solidFill>
                  <a:schemeClr val="bg1"/>
                </a:solidFill>
                <a:latin typeface="Aptos" panose="020B0004020202020204" pitchFamily="34" charset="0"/>
              </a:rPr>
              <a:t>→</a:t>
            </a:r>
            <a:r>
              <a:rPr lang="sv-SE" dirty="0">
                <a:solidFill>
                  <a:schemeClr val="bg1"/>
                </a:solidFill>
              </a:rPr>
              <a:t> Vanligaste värdet</a:t>
            </a:r>
          </a:p>
          <a:p>
            <a:pPr marL="285750" indent="-285750">
              <a:lnSpc>
                <a:spcPct val="150000"/>
              </a:lnSpc>
              <a:buFont typeface="Arial" panose="020B0604020202020204" pitchFamily="34" charset="0"/>
              <a:buChar char="•"/>
            </a:pPr>
            <a:endParaRPr lang="sv-SE" dirty="0">
              <a:solidFill>
                <a:schemeClr val="bg1"/>
              </a:solidFill>
            </a:endParaRPr>
          </a:p>
          <a:p>
            <a:pPr>
              <a:lnSpc>
                <a:spcPct val="150000"/>
              </a:lnSpc>
            </a:pPr>
            <a:r>
              <a:rPr lang="sv-SE" sz="2400" u="sng" dirty="0">
                <a:solidFill>
                  <a:schemeClr val="bg1"/>
                </a:solidFill>
              </a:rPr>
              <a:t>Förberedelse av data</a:t>
            </a:r>
          </a:p>
          <a:p>
            <a:pPr marL="285750" indent="-285750">
              <a:lnSpc>
                <a:spcPct val="150000"/>
              </a:lnSpc>
              <a:buFont typeface="Arial" panose="020B0604020202020204" pitchFamily="34" charset="0"/>
              <a:buChar char="•"/>
            </a:pPr>
            <a:r>
              <a:rPr lang="sv-SE" dirty="0" err="1">
                <a:solidFill>
                  <a:schemeClr val="bg1"/>
                </a:solidFill>
              </a:rPr>
              <a:t>One</a:t>
            </a:r>
            <a:r>
              <a:rPr lang="sv-SE" dirty="0">
                <a:solidFill>
                  <a:schemeClr val="bg1"/>
                </a:solidFill>
              </a:rPr>
              <a:t>-Hot </a:t>
            </a:r>
            <a:r>
              <a:rPr lang="sv-SE" dirty="0" err="1">
                <a:solidFill>
                  <a:schemeClr val="bg1"/>
                </a:solidFill>
              </a:rPr>
              <a:t>Encoding</a:t>
            </a:r>
            <a:r>
              <a:rPr lang="sv-SE" dirty="0">
                <a:solidFill>
                  <a:schemeClr val="bg1"/>
                </a:solidFill>
              </a:rPr>
              <a:t> – Gör om kategorier till numeriska indikationer</a:t>
            </a:r>
          </a:p>
          <a:p>
            <a:pPr marL="285750" indent="-285750">
              <a:lnSpc>
                <a:spcPct val="150000"/>
              </a:lnSpc>
              <a:buFont typeface="Arial" panose="020B0604020202020204" pitchFamily="34" charset="0"/>
              <a:buChar char="•"/>
            </a:pPr>
            <a:r>
              <a:rPr lang="sv-SE" dirty="0" err="1">
                <a:solidFill>
                  <a:schemeClr val="bg1"/>
                </a:solidFill>
              </a:rPr>
              <a:t>ColumnTransformer</a:t>
            </a:r>
            <a:r>
              <a:rPr lang="sv-SE" dirty="0">
                <a:solidFill>
                  <a:schemeClr val="bg1"/>
                </a:solidFill>
              </a:rPr>
              <a:t> – Låter olika kolumntyper förbehandlas på olika sätt i samma pipeline</a:t>
            </a:r>
          </a:p>
          <a:p>
            <a:pPr marL="285750" indent="-285750">
              <a:lnSpc>
                <a:spcPct val="150000"/>
              </a:lnSpc>
              <a:buFont typeface="Arial" panose="020B0604020202020204" pitchFamily="34" charset="0"/>
              <a:buChar char="•"/>
            </a:pPr>
            <a:r>
              <a:rPr lang="sv-SE" dirty="0">
                <a:solidFill>
                  <a:schemeClr val="bg1"/>
                </a:solidFill>
              </a:rPr>
              <a:t>Tränings och testdata samlas i Pipeline </a:t>
            </a:r>
            <a:r>
              <a:rPr lang="sv-SE" dirty="0">
                <a:solidFill>
                  <a:schemeClr val="bg1"/>
                </a:solidFill>
                <a:latin typeface="Aptos" panose="020B0004020202020204" pitchFamily="34" charset="0"/>
              </a:rPr>
              <a:t>→ </a:t>
            </a:r>
            <a:r>
              <a:rPr lang="sv-SE" dirty="0">
                <a:solidFill>
                  <a:schemeClr val="bg1"/>
                </a:solidFill>
              </a:rPr>
              <a:t>minskar risken för dataläckage</a:t>
            </a:r>
            <a:endParaRPr lang="sv-SE" dirty="0"/>
          </a:p>
          <a:p>
            <a:pPr>
              <a:lnSpc>
                <a:spcPct val="150000"/>
              </a:lnSpc>
            </a:pPr>
            <a:endParaRPr lang="sv-SE" dirty="0">
              <a:solidFill>
                <a:schemeClr val="bg1"/>
              </a:solidFill>
            </a:endParaRPr>
          </a:p>
        </p:txBody>
      </p:sp>
    </p:spTree>
    <p:extLst>
      <p:ext uri="{BB962C8B-B14F-4D97-AF65-F5344CB8AC3E}">
        <p14:creationId xmlns:p14="http://schemas.microsoft.com/office/powerpoint/2010/main" val="1263514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DEA779-3BFF-19AA-C5A8-2B1A28FEB20C}"/>
              </a:ext>
            </a:extLst>
          </p:cNvPr>
          <p:cNvSpPr>
            <a:spLocks noGrp="1"/>
          </p:cNvSpPr>
          <p:nvPr>
            <p:ph type="title"/>
          </p:nvPr>
        </p:nvSpPr>
        <p:spPr/>
        <p:txBody>
          <a:bodyPr/>
          <a:lstStyle/>
          <a:p>
            <a:r>
              <a:rPr lang="en-US" dirty="0" err="1"/>
              <a:t>Modelljämförelse</a:t>
            </a:r>
            <a:endParaRPr lang="en-US" dirty="0"/>
          </a:p>
        </p:txBody>
      </p:sp>
      <p:pic>
        <p:nvPicPr>
          <p:cNvPr id="2" name="Bildobjekt 1">
            <a:extLst>
              <a:ext uri="{FF2B5EF4-FFF2-40B4-BE49-F238E27FC236}">
                <a16:creationId xmlns:a16="http://schemas.microsoft.com/office/drawing/2014/main" id="{CA4AEF34-95F8-DECA-5838-EB8FA9B18EB9}"/>
              </a:ext>
            </a:extLst>
          </p:cNvPr>
          <p:cNvPicPr>
            <a:picLocks noChangeAspect="1"/>
          </p:cNvPicPr>
          <p:nvPr/>
        </p:nvPicPr>
        <p:blipFill>
          <a:blip r:embed="rId2"/>
          <a:stretch>
            <a:fillRect/>
          </a:stretch>
        </p:blipFill>
        <p:spPr>
          <a:xfrm>
            <a:off x="-443536" y="5392717"/>
            <a:ext cx="3300473" cy="2200315"/>
          </a:xfrm>
          <a:prstGeom prst="rect">
            <a:avLst/>
          </a:prstGeom>
        </p:spPr>
      </p:pic>
      <p:sp>
        <p:nvSpPr>
          <p:cNvPr id="8" name="Content Placeholder 7">
            <a:extLst>
              <a:ext uri="{FF2B5EF4-FFF2-40B4-BE49-F238E27FC236}">
                <a16:creationId xmlns:a16="http://schemas.microsoft.com/office/drawing/2014/main" id="{38E8AB98-BA44-64FD-C8BE-427764E7178B}"/>
              </a:ext>
            </a:extLst>
          </p:cNvPr>
          <p:cNvSpPr>
            <a:spLocks noGrp="1"/>
          </p:cNvSpPr>
          <p:nvPr>
            <p:ph idx="1"/>
          </p:nvPr>
        </p:nvSpPr>
        <p:spPr>
          <a:xfrm>
            <a:off x="838200" y="1593150"/>
            <a:ext cx="5260428" cy="4351338"/>
          </a:xfrm>
        </p:spPr>
        <p:txBody>
          <a:bodyPr vert="horz" lIns="91440" tIns="45720" rIns="91440" bIns="45720" rtlCol="0" anchor="t">
            <a:normAutofit/>
          </a:bodyPr>
          <a:lstStyle/>
          <a:p>
            <a:r>
              <a:rPr lang="en-US" dirty="0">
                <a:latin typeface="Oswald"/>
              </a:rPr>
              <a:t>Metric: Average </a:t>
            </a:r>
            <a:r>
              <a:rPr lang="en-US">
                <a:latin typeface="Oswald"/>
              </a:rPr>
              <a:t>Precision</a:t>
            </a:r>
          </a:p>
          <a:p>
            <a:r>
              <a:rPr lang="en-US">
                <a:latin typeface="Oswald"/>
              </a:rPr>
              <a:t>Modell</a:t>
            </a:r>
            <a:r>
              <a:rPr lang="en-US" dirty="0">
                <a:latin typeface="Oswald"/>
              </a:rPr>
              <a:t>: </a:t>
            </a:r>
            <a:r>
              <a:rPr lang="en-US">
                <a:latin typeface="Oswald"/>
              </a:rPr>
              <a:t>Gradient Boosting</a:t>
            </a:r>
            <a:endParaRPr lang="en-US"/>
          </a:p>
        </p:txBody>
      </p:sp>
      <p:pic>
        <p:nvPicPr>
          <p:cNvPr id="3" name="Picture 2" descr="A black screen with white text&#10;&#10;AI-generated content may be incorrect.">
            <a:extLst>
              <a:ext uri="{FF2B5EF4-FFF2-40B4-BE49-F238E27FC236}">
                <a16:creationId xmlns:a16="http://schemas.microsoft.com/office/drawing/2014/main" id="{C10BB73E-CF63-13CE-A29B-58FA4A65F661}"/>
              </a:ext>
            </a:extLst>
          </p:cNvPr>
          <p:cNvPicPr>
            <a:picLocks noChangeAspect="1"/>
          </p:cNvPicPr>
          <p:nvPr/>
        </p:nvPicPr>
        <p:blipFill>
          <a:blip r:embed="rId3"/>
          <a:stretch>
            <a:fillRect/>
          </a:stretch>
        </p:blipFill>
        <p:spPr>
          <a:xfrm>
            <a:off x="837142" y="2674601"/>
            <a:ext cx="7122440" cy="2680238"/>
          </a:xfrm>
          <a:prstGeom prst="rect">
            <a:avLst/>
          </a:prstGeom>
        </p:spPr>
      </p:pic>
    </p:spTree>
    <p:extLst>
      <p:ext uri="{BB962C8B-B14F-4D97-AF65-F5344CB8AC3E}">
        <p14:creationId xmlns:p14="http://schemas.microsoft.com/office/powerpoint/2010/main" val="3489830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64810-89E6-671C-5B08-ACB595977BF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548D6F-FE37-DEF3-05E6-C635ED7A0072}"/>
              </a:ext>
            </a:extLst>
          </p:cNvPr>
          <p:cNvSpPr>
            <a:spLocks noGrp="1"/>
          </p:cNvSpPr>
          <p:nvPr>
            <p:ph type="title"/>
          </p:nvPr>
        </p:nvSpPr>
        <p:spPr/>
        <p:txBody>
          <a:bodyPr/>
          <a:lstStyle/>
          <a:p>
            <a:r>
              <a:rPr lang="en-US" dirty="0"/>
              <a:t>Vald </a:t>
            </a:r>
            <a:r>
              <a:rPr lang="en-US" dirty="0" err="1"/>
              <a:t>modell</a:t>
            </a:r>
            <a:r>
              <a:rPr lang="en-US" dirty="0"/>
              <a:t> – Gradient Boosting</a:t>
            </a:r>
          </a:p>
        </p:txBody>
      </p:sp>
      <p:pic>
        <p:nvPicPr>
          <p:cNvPr id="2" name="Bildobjekt 1">
            <a:extLst>
              <a:ext uri="{FF2B5EF4-FFF2-40B4-BE49-F238E27FC236}">
                <a16:creationId xmlns:a16="http://schemas.microsoft.com/office/drawing/2014/main" id="{A7DAFBAD-9F4C-D153-B304-167C1B218954}"/>
              </a:ext>
            </a:extLst>
          </p:cNvPr>
          <p:cNvPicPr>
            <a:picLocks noChangeAspect="1"/>
          </p:cNvPicPr>
          <p:nvPr/>
        </p:nvPicPr>
        <p:blipFill>
          <a:blip r:embed="rId2"/>
          <a:stretch>
            <a:fillRect/>
          </a:stretch>
        </p:blipFill>
        <p:spPr>
          <a:xfrm>
            <a:off x="-443536" y="5392717"/>
            <a:ext cx="3300473" cy="2200315"/>
          </a:xfrm>
          <a:prstGeom prst="rect">
            <a:avLst/>
          </a:prstGeom>
        </p:spPr>
      </p:pic>
      <p:sp>
        <p:nvSpPr>
          <p:cNvPr id="7" name="textruta 6">
            <a:extLst>
              <a:ext uri="{FF2B5EF4-FFF2-40B4-BE49-F238E27FC236}">
                <a16:creationId xmlns:a16="http://schemas.microsoft.com/office/drawing/2014/main" id="{A70F087A-B810-7ABC-B7E6-62B7BC60FFAB}"/>
              </a:ext>
            </a:extLst>
          </p:cNvPr>
          <p:cNvSpPr txBox="1"/>
          <p:nvPr/>
        </p:nvSpPr>
        <p:spPr>
          <a:xfrm>
            <a:off x="838200" y="1398302"/>
            <a:ext cx="4216400" cy="1115818"/>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sv-SE" dirty="0">
                <a:solidFill>
                  <a:schemeClr val="bg1"/>
                </a:solidFill>
              </a:rPr>
              <a:t>Gav bäst prediktiv prestanda</a:t>
            </a:r>
          </a:p>
          <a:p>
            <a:pPr marL="285750" indent="-285750">
              <a:lnSpc>
                <a:spcPct val="200000"/>
              </a:lnSpc>
              <a:buFont typeface="Arial" panose="020B0604020202020204" pitchFamily="34" charset="0"/>
              <a:buChar char="•"/>
            </a:pPr>
            <a:r>
              <a:rPr lang="sv-SE" dirty="0">
                <a:solidFill>
                  <a:schemeClr val="bg1"/>
                </a:solidFill>
              </a:rPr>
              <a:t>Kan identifiera komplexa riskmönster</a:t>
            </a:r>
          </a:p>
        </p:txBody>
      </p:sp>
      <p:pic>
        <p:nvPicPr>
          <p:cNvPr id="1026" name="Picture 2">
            <a:extLst>
              <a:ext uri="{FF2B5EF4-FFF2-40B4-BE49-F238E27FC236}">
                <a16:creationId xmlns:a16="http://schemas.microsoft.com/office/drawing/2014/main" id="{A778553B-AC49-6F8B-9C1C-6E366AAE04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8386" y="465319"/>
            <a:ext cx="3891082" cy="2450737"/>
          </a:xfrm>
          <a:prstGeom prst="rect">
            <a:avLst/>
          </a:prstGeom>
          <a:noFill/>
          <a:extLst>
            <a:ext uri="{909E8E84-426E-40DD-AFC4-6F175D3DCCD1}">
              <a14:hiddenFill xmlns:a14="http://schemas.microsoft.com/office/drawing/2010/main">
                <a:solidFill>
                  <a:srgbClr val="FFFFFF"/>
                </a:solidFill>
              </a14:hiddenFill>
            </a:ext>
          </a:extLst>
        </p:spPr>
      </p:pic>
      <p:pic>
        <p:nvPicPr>
          <p:cNvPr id="9" name="Bildobjekt 8">
            <a:extLst>
              <a:ext uri="{FF2B5EF4-FFF2-40B4-BE49-F238E27FC236}">
                <a16:creationId xmlns:a16="http://schemas.microsoft.com/office/drawing/2014/main" id="{68945DC4-2C2F-3045-ECBE-E2A277534560}"/>
              </a:ext>
            </a:extLst>
          </p:cNvPr>
          <p:cNvPicPr>
            <a:picLocks noChangeAspect="1"/>
          </p:cNvPicPr>
          <p:nvPr/>
        </p:nvPicPr>
        <p:blipFill>
          <a:blip r:embed="rId4"/>
          <a:stretch>
            <a:fillRect/>
          </a:stretch>
        </p:blipFill>
        <p:spPr>
          <a:xfrm>
            <a:off x="232517" y="3358915"/>
            <a:ext cx="4278936" cy="2522517"/>
          </a:xfrm>
          <a:prstGeom prst="rect">
            <a:avLst/>
          </a:prstGeom>
        </p:spPr>
      </p:pic>
      <p:pic>
        <p:nvPicPr>
          <p:cNvPr id="11" name="Bildobjekt 10">
            <a:extLst>
              <a:ext uri="{FF2B5EF4-FFF2-40B4-BE49-F238E27FC236}">
                <a16:creationId xmlns:a16="http://schemas.microsoft.com/office/drawing/2014/main" id="{973A7E4E-EB75-4EF9-71B3-2AA415560246}"/>
              </a:ext>
            </a:extLst>
          </p:cNvPr>
          <p:cNvPicPr>
            <a:picLocks noChangeAspect="1"/>
          </p:cNvPicPr>
          <p:nvPr/>
        </p:nvPicPr>
        <p:blipFill>
          <a:blip r:embed="rId5"/>
          <a:stretch>
            <a:fillRect/>
          </a:stretch>
        </p:blipFill>
        <p:spPr>
          <a:xfrm>
            <a:off x="4850272" y="3348233"/>
            <a:ext cx="3268920" cy="2522517"/>
          </a:xfrm>
          <a:prstGeom prst="rect">
            <a:avLst/>
          </a:prstGeom>
        </p:spPr>
      </p:pic>
      <p:pic>
        <p:nvPicPr>
          <p:cNvPr id="13" name="Bildobjekt 12">
            <a:extLst>
              <a:ext uri="{FF2B5EF4-FFF2-40B4-BE49-F238E27FC236}">
                <a16:creationId xmlns:a16="http://schemas.microsoft.com/office/drawing/2014/main" id="{93821E12-4AD4-DCB8-E44B-FC1B3ED18595}"/>
              </a:ext>
            </a:extLst>
          </p:cNvPr>
          <p:cNvPicPr>
            <a:picLocks noChangeAspect="1"/>
          </p:cNvPicPr>
          <p:nvPr/>
        </p:nvPicPr>
        <p:blipFill>
          <a:blip r:embed="rId6"/>
          <a:stretch>
            <a:fillRect/>
          </a:stretch>
        </p:blipFill>
        <p:spPr>
          <a:xfrm>
            <a:off x="8520548" y="3348233"/>
            <a:ext cx="3268920" cy="2536509"/>
          </a:xfrm>
          <a:prstGeom prst="rect">
            <a:avLst/>
          </a:prstGeom>
        </p:spPr>
      </p:pic>
    </p:spTree>
    <p:extLst>
      <p:ext uri="{BB962C8B-B14F-4D97-AF65-F5344CB8AC3E}">
        <p14:creationId xmlns:p14="http://schemas.microsoft.com/office/powerpoint/2010/main" val="1483570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7719B-31A8-5BAF-5163-173D6D625751}"/>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4E705BE-5641-BC6E-4C81-A65F11D1B34D}"/>
              </a:ext>
            </a:extLst>
          </p:cNvPr>
          <p:cNvSpPr>
            <a:spLocks noGrp="1"/>
          </p:cNvSpPr>
          <p:nvPr>
            <p:ph idx="1"/>
          </p:nvPr>
        </p:nvSpPr>
        <p:spPr>
          <a:xfrm>
            <a:off x="838200" y="1825625"/>
            <a:ext cx="6543907" cy="2523351"/>
          </a:xfrm>
        </p:spPr>
        <p:txBody>
          <a:bodyPr/>
          <a:lstStyle/>
          <a:p>
            <a:pPr marL="342900" indent="-342900">
              <a:lnSpc>
                <a:spcPct val="150000"/>
              </a:lnSpc>
              <a:buFont typeface="Arial" panose="020B0604020202020204" pitchFamily="34" charset="0"/>
              <a:buChar char="•"/>
            </a:pPr>
            <a:r>
              <a:rPr lang="sv-SE" dirty="0"/>
              <a:t>Fångar 36% av alla högriskfall (</a:t>
            </a:r>
            <a:r>
              <a:rPr lang="sv-SE" dirty="0" err="1"/>
              <a:t>recall</a:t>
            </a:r>
            <a:r>
              <a:rPr lang="sv-SE" dirty="0"/>
              <a:t> = 0,359)</a:t>
            </a:r>
          </a:p>
          <a:p>
            <a:pPr marL="342900" indent="-342900">
              <a:lnSpc>
                <a:spcPct val="150000"/>
              </a:lnSpc>
              <a:buFont typeface="Arial" panose="020B0604020202020204" pitchFamily="34" charset="0"/>
              <a:buChar char="•"/>
            </a:pPr>
            <a:r>
              <a:rPr lang="sv-SE" dirty="0"/>
              <a:t>Av de flaggade är 37% faktiskt högriskfall (precision = 0,367)</a:t>
            </a:r>
          </a:p>
          <a:p>
            <a:pPr marL="342900" indent="-342900">
              <a:lnSpc>
                <a:spcPct val="150000"/>
              </a:lnSpc>
              <a:buFont typeface="Arial" panose="020B0604020202020204" pitchFamily="34" charset="0"/>
              <a:buChar char="•"/>
            </a:pPr>
            <a:r>
              <a:rPr lang="sv-SE" dirty="0"/>
              <a:t>Modellen är ca 3,7 ggr bättre än slumpen</a:t>
            </a:r>
          </a:p>
          <a:p>
            <a:endParaRPr lang="en-US" dirty="0"/>
          </a:p>
        </p:txBody>
      </p:sp>
      <p:sp>
        <p:nvSpPr>
          <p:cNvPr id="4" name="Title 3">
            <a:extLst>
              <a:ext uri="{FF2B5EF4-FFF2-40B4-BE49-F238E27FC236}">
                <a16:creationId xmlns:a16="http://schemas.microsoft.com/office/drawing/2014/main" id="{2E41A75D-57AB-B5E5-617C-4519CBBA34F5}"/>
              </a:ext>
            </a:extLst>
          </p:cNvPr>
          <p:cNvSpPr>
            <a:spLocks noGrp="1"/>
          </p:cNvSpPr>
          <p:nvPr>
            <p:ph type="title"/>
          </p:nvPr>
        </p:nvSpPr>
        <p:spPr/>
        <p:txBody>
          <a:bodyPr/>
          <a:lstStyle/>
          <a:p>
            <a:r>
              <a:rPr lang="en-US" dirty="0" err="1"/>
              <a:t>Prioritering</a:t>
            </a:r>
            <a:r>
              <a:rPr lang="en-US" dirty="0"/>
              <a:t> av </a:t>
            </a:r>
            <a:r>
              <a:rPr lang="en-US" dirty="0" err="1"/>
              <a:t>högst</a:t>
            </a:r>
            <a:r>
              <a:rPr lang="en-US" dirty="0"/>
              <a:t> risk – TOP 10%</a:t>
            </a:r>
          </a:p>
        </p:txBody>
      </p:sp>
      <p:pic>
        <p:nvPicPr>
          <p:cNvPr id="2" name="Bildobjekt 1">
            <a:extLst>
              <a:ext uri="{FF2B5EF4-FFF2-40B4-BE49-F238E27FC236}">
                <a16:creationId xmlns:a16="http://schemas.microsoft.com/office/drawing/2014/main" id="{DAF7DC5D-3F1F-4815-7513-CBA66C5E3873}"/>
              </a:ext>
            </a:extLst>
          </p:cNvPr>
          <p:cNvPicPr>
            <a:picLocks noChangeAspect="1"/>
          </p:cNvPicPr>
          <p:nvPr/>
        </p:nvPicPr>
        <p:blipFill>
          <a:blip r:embed="rId2"/>
          <a:stretch>
            <a:fillRect/>
          </a:stretch>
        </p:blipFill>
        <p:spPr>
          <a:xfrm>
            <a:off x="-443536" y="5392717"/>
            <a:ext cx="3300473" cy="2200315"/>
          </a:xfrm>
          <a:prstGeom prst="rect">
            <a:avLst/>
          </a:prstGeom>
        </p:spPr>
      </p:pic>
      <p:pic>
        <p:nvPicPr>
          <p:cNvPr id="6" name="Bildobjekt 5">
            <a:extLst>
              <a:ext uri="{FF2B5EF4-FFF2-40B4-BE49-F238E27FC236}">
                <a16:creationId xmlns:a16="http://schemas.microsoft.com/office/drawing/2014/main" id="{BE87C934-D1AD-3C1D-CBA4-FA07C8F62D7D}"/>
              </a:ext>
            </a:extLst>
          </p:cNvPr>
          <p:cNvPicPr>
            <a:picLocks noChangeAspect="1"/>
          </p:cNvPicPr>
          <p:nvPr/>
        </p:nvPicPr>
        <p:blipFill>
          <a:blip r:embed="rId3"/>
          <a:stretch>
            <a:fillRect/>
          </a:stretch>
        </p:blipFill>
        <p:spPr>
          <a:xfrm>
            <a:off x="7382107" y="1685841"/>
            <a:ext cx="4506824" cy="3917222"/>
          </a:xfrm>
          <a:prstGeom prst="rect">
            <a:avLst/>
          </a:prstGeom>
        </p:spPr>
      </p:pic>
      <p:pic>
        <p:nvPicPr>
          <p:cNvPr id="3" name="Picture 2" descr="A screenshot of a graph&#10;&#10;AI-generated content may be incorrect.">
            <a:extLst>
              <a:ext uri="{FF2B5EF4-FFF2-40B4-BE49-F238E27FC236}">
                <a16:creationId xmlns:a16="http://schemas.microsoft.com/office/drawing/2014/main" id="{C2CCC00A-4D74-2197-ABE7-CF5BC5368720}"/>
              </a:ext>
            </a:extLst>
          </p:cNvPr>
          <p:cNvPicPr>
            <a:picLocks noChangeAspect="1"/>
          </p:cNvPicPr>
          <p:nvPr/>
        </p:nvPicPr>
        <p:blipFill>
          <a:blip r:embed="rId4"/>
          <a:stretch>
            <a:fillRect/>
          </a:stretch>
        </p:blipFill>
        <p:spPr>
          <a:xfrm>
            <a:off x="840978" y="3788579"/>
            <a:ext cx="3505200" cy="2057400"/>
          </a:xfrm>
          <a:prstGeom prst="rect">
            <a:avLst/>
          </a:prstGeom>
        </p:spPr>
      </p:pic>
    </p:spTree>
    <p:extLst>
      <p:ext uri="{BB962C8B-B14F-4D97-AF65-F5344CB8AC3E}">
        <p14:creationId xmlns:p14="http://schemas.microsoft.com/office/powerpoint/2010/main" val="3904856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BD673-15A7-271F-40B2-6B56D35B4275}"/>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4B5583E-905A-B2CC-085A-90E956D7592B}"/>
              </a:ext>
            </a:extLst>
          </p:cNvPr>
          <p:cNvSpPr>
            <a:spLocks noGrp="1"/>
          </p:cNvSpPr>
          <p:nvPr>
            <p:ph idx="1"/>
          </p:nvPr>
        </p:nvSpPr>
        <p:spPr>
          <a:xfrm>
            <a:off x="459211" y="1905395"/>
            <a:ext cx="4045882" cy="2911114"/>
          </a:xfrm>
        </p:spPr>
        <p:txBody>
          <a:bodyPr>
            <a:normAutofit/>
          </a:bodyPr>
          <a:lstStyle/>
          <a:p>
            <a:pPr marL="342900" indent="-342900">
              <a:lnSpc>
                <a:spcPct val="150000"/>
              </a:lnSpc>
              <a:buFont typeface="Arial" panose="020B0604020202020204" pitchFamily="34" charset="0"/>
              <a:buChar char="•"/>
            </a:pPr>
            <a:r>
              <a:rPr lang="en-US" dirty="0"/>
              <a:t>Ny data – 2000 </a:t>
            </a:r>
            <a:r>
              <a:rPr lang="en-US" dirty="0" err="1"/>
              <a:t>rader</a:t>
            </a:r>
            <a:endParaRPr lang="en-US" dirty="0"/>
          </a:p>
          <a:p>
            <a:pPr marL="342900" indent="-342900">
              <a:lnSpc>
                <a:spcPct val="150000"/>
              </a:lnSpc>
              <a:buFont typeface="Arial" panose="020B0604020202020204" pitchFamily="34" charset="0"/>
              <a:buChar char="•"/>
            </a:pPr>
            <a:r>
              <a:rPr lang="en-US" dirty="0"/>
              <a:t>Tar </a:t>
            </a:r>
            <a:r>
              <a:rPr lang="en-US" dirty="0" err="1"/>
              <a:t>ut</a:t>
            </a:r>
            <a:r>
              <a:rPr lang="en-US" dirty="0"/>
              <a:t> TOP 10% </a:t>
            </a:r>
            <a:r>
              <a:rPr lang="en-US" dirty="0" err="1"/>
              <a:t>mest</a:t>
            </a:r>
            <a:r>
              <a:rPr lang="en-US" dirty="0"/>
              <a:t> </a:t>
            </a:r>
            <a:r>
              <a:rPr lang="en-US" dirty="0" err="1"/>
              <a:t>riskfyllda</a:t>
            </a:r>
            <a:r>
              <a:rPr lang="en-US" dirty="0"/>
              <a:t> </a:t>
            </a:r>
            <a:r>
              <a:rPr lang="en-US" dirty="0" err="1"/>
              <a:t>händelser</a:t>
            </a:r>
            <a:r>
              <a:rPr lang="en-US" dirty="0"/>
              <a:t> – 200 </a:t>
            </a:r>
            <a:r>
              <a:rPr lang="en-US" dirty="0" err="1"/>
              <a:t>ärenden</a:t>
            </a:r>
            <a:endParaRPr lang="en-US" dirty="0"/>
          </a:p>
          <a:p>
            <a:pPr marL="342900" indent="-342900">
              <a:lnSpc>
                <a:spcPct val="150000"/>
              </a:lnSpc>
              <a:buFont typeface="Arial" panose="020B0604020202020204" pitchFamily="34" charset="0"/>
              <a:buChar char="•"/>
            </a:pPr>
            <a:r>
              <a:rPr lang="en-US" dirty="0" err="1"/>
              <a:t>Minskar</a:t>
            </a:r>
            <a:r>
              <a:rPr lang="en-US" dirty="0"/>
              <a:t> </a:t>
            </a:r>
            <a:r>
              <a:rPr lang="en-US" dirty="0" err="1"/>
              <a:t>antalet</a:t>
            </a:r>
            <a:r>
              <a:rPr lang="en-US" dirty="0"/>
              <a:t> </a:t>
            </a:r>
            <a:r>
              <a:rPr lang="en-US" dirty="0" err="1"/>
              <a:t>ärenden</a:t>
            </a:r>
            <a:r>
              <a:rPr lang="en-US" dirty="0"/>
              <a:t> </a:t>
            </a:r>
            <a:r>
              <a:rPr lang="en-US" dirty="0" err="1"/>
              <a:t>som</a:t>
            </a:r>
            <a:r>
              <a:rPr lang="en-US" dirty="0"/>
              <a:t> </a:t>
            </a:r>
            <a:r>
              <a:rPr lang="en-US" dirty="0" err="1"/>
              <a:t>behöver</a:t>
            </a:r>
            <a:r>
              <a:rPr lang="en-US" dirty="0"/>
              <a:t> </a:t>
            </a:r>
            <a:r>
              <a:rPr lang="en-US" dirty="0" err="1"/>
              <a:t>granskas</a:t>
            </a:r>
            <a:r>
              <a:rPr lang="en-US" dirty="0"/>
              <a:t> </a:t>
            </a:r>
            <a:r>
              <a:rPr lang="en-US" dirty="0" err="1"/>
              <a:t>manuellt</a:t>
            </a:r>
            <a:endParaRPr lang="en-US" dirty="0"/>
          </a:p>
          <a:p>
            <a:pPr marL="342900" indent="-342900">
              <a:buFont typeface="Arial" panose="020B0604020202020204" pitchFamily="34" charset="0"/>
              <a:buChar char="•"/>
            </a:pPr>
            <a:endParaRPr lang="en-US" dirty="0"/>
          </a:p>
        </p:txBody>
      </p:sp>
      <p:sp>
        <p:nvSpPr>
          <p:cNvPr id="4" name="Title 3">
            <a:extLst>
              <a:ext uri="{FF2B5EF4-FFF2-40B4-BE49-F238E27FC236}">
                <a16:creationId xmlns:a16="http://schemas.microsoft.com/office/drawing/2014/main" id="{4E0E6155-E6AA-CC38-4098-6124AAA58630}"/>
              </a:ext>
            </a:extLst>
          </p:cNvPr>
          <p:cNvSpPr>
            <a:spLocks noGrp="1"/>
          </p:cNvSpPr>
          <p:nvPr>
            <p:ph type="title"/>
          </p:nvPr>
        </p:nvSpPr>
        <p:spPr/>
        <p:txBody>
          <a:bodyPr/>
          <a:lstStyle/>
          <a:p>
            <a:r>
              <a:rPr lang="en-US" dirty="0" err="1"/>
              <a:t>Prediktion</a:t>
            </a:r>
            <a:r>
              <a:rPr lang="en-US" dirty="0"/>
              <a:t> – Ny Data</a:t>
            </a:r>
          </a:p>
        </p:txBody>
      </p:sp>
      <p:pic>
        <p:nvPicPr>
          <p:cNvPr id="2" name="Bildobjekt 1">
            <a:extLst>
              <a:ext uri="{FF2B5EF4-FFF2-40B4-BE49-F238E27FC236}">
                <a16:creationId xmlns:a16="http://schemas.microsoft.com/office/drawing/2014/main" id="{2393C608-C128-0ED9-4B18-801111BCD1EF}"/>
              </a:ext>
            </a:extLst>
          </p:cNvPr>
          <p:cNvPicPr>
            <a:picLocks noChangeAspect="1"/>
          </p:cNvPicPr>
          <p:nvPr/>
        </p:nvPicPr>
        <p:blipFill>
          <a:blip r:embed="rId2"/>
          <a:stretch>
            <a:fillRect/>
          </a:stretch>
        </p:blipFill>
        <p:spPr>
          <a:xfrm>
            <a:off x="-443536" y="5392717"/>
            <a:ext cx="3300473" cy="2200315"/>
          </a:xfrm>
          <a:prstGeom prst="rect">
            <a:avLst/>
          </a:prstGeom>
        </p:spPr>
      </p:pic>
      <p:pic>
        <p:nvPicPr>
          <p:cNvPr id="6" name="Bildobjekt 5">
            <a:extLst>
              <a:ext uri="{FF2B5EF4-FFF2-40B4-BE49-F238E27FC236}">
                <a16:creationId xmlns:a16="http://schemas.microsoft.com/office/drawing/2014/main" id="{42C043A7-C4DC-9011-36FC-131A07C8159E}"/>
              </a:ext>
            </a:extLst>
          </p:cNvPr>
          <p:cNvPicPr>
            <a:picLocks noChangeAspect="1"/>
          </p:cNvPicPr>
          <p:nvPr/>
        </p:nvPicPr>
        <p:blipFill>
          <a:blip r:embed="rId3"/>
          <a:stretch>
            <a:fillRect/>
          </a:stretch>
        </p:blipFill>
        <p:spPr>
          <a:xfrm>
            <a:off x="3702052" y="4816509"/>
            <a:ext cx="8030737" cy="605188"/>
          </a:xfrm>
          <a:prstGeom prst="rect">
            <a:avLst/>
          </a:prstGeom>
        </p:spPr>
      </p:pic>
      <p:pic>
        <p:nvPicPr>
          <p:cNvPr id="10" name="Bildobjekt 9">
            <a:extLst>
              <a:ext uri="{FF2B5EF4-FFF2-40B4-BE49-F238E27FC236}">
                <a16:creationId xmlns:a16="http://schemas.microsoft.com/office/drawing/2014/main" id="{898DD5F7-921A-DC81-1743-22E8E8FF0124}"/>
              </a:ext>
            </a:extLst>
          </p:cNvPr>
          <p:cNvPicPr>
            <a:picLocks noChangeAspect="1"/>
          </p:cNvPicPr>
          <p:nvPr/>
        </p:nvPicPr>
        <p:blipFill>
          <a:blip r:embed="rId4"/>
          <a:stretch>
            <a:fillRect/>
          </a:stretch>
        </p:blipFill>
        <p:spPr>
          <a:xfrm>
            <a:off x="4817327" y="1989655"/>
            <a:ext cx="6915462" cy="2560050"/>
          </a:xfrm>
          <a:prstGeom prst="rect">
            <a:avLst/>
          </a:prstGeom>
        </p:spPr>
      </p:pic>
    </p:spTree>
    <p:extLst>
      <p:ext uri="{BB962C8B-B14F-4D97-AF65-F5344CB8AC3E}">
        <p14:creationId xmlns:p14="http://schemas.microsoft.com/office/powerpoint/2010/main" val="2460460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A6321-FCC0-CADB-3FE6-87C3C1C3E454}"/>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8ACCD16-48F5-489D-B6D1-C14F83E2550D}"/>
              </a:ext>
            </a:extLst>
          </p:cNvPr>
          <p:cNvSpPr>
            <a:spLocks noGrp="1"/>
          </p:cNvSpPr>
          <p:nvPr>
            <p:ph idx="1"/>
          </p:nvPr>
        </p:nvSpPr>
        <p:spPr>
          <a:xfrm>
            <a:off x="6209836" y="1017831"/>
            <a:ext cx="5562600" cy="2200315"/>
          </a:xfrm>
        </p:spPr>
        <p:txBody>
          <a:bodyPr>
            <a:normAutofit fontScale="92500" lnSpcReduction="10000"/>
          </a:bodyPr>
          <a:lstStyle/>
          <a:p>
            <a:pPr>
              <a:lnSpc>
                <a:spcPct val="150000"/>
              </a:lnSpc>
            </a:pPr>
            <a:r>
              <a:rPr lang="en-US" sz="2400" dirty="0" err="1"/>
              <a:t>Största</a:t>
            </a:r>
            <a:r>
              <a:rPr lang="en-US" sz="2400" dirty="0"/>
              <a:t> risker:</a:t>
            </a:r>
          </a:p>
          <a:p>
            <a:pPr marL="342900" indent="-342900">
              <a:lnSpc>
                <a:spcPct val="150000"/>
              </a:lnSpc>
              <a:buFont typeface="Arial" panose="020B0604020202020204" pitchFamily="34" charset="0"/>
              <a:buChar char="•"/>
            </a:pPr>
            <a:r>
              <a:rPr lang="en-US" dirty="0" err="1"/>
              <a:t>Felaktiga</a:t>
            </a:r>
            <a:r>
              <a:rPr lang="en-US" dirty="0"/>
              <a:t> </a:t>
            </a:r>
            <a:r>
              <a:rPr lang="en-US" dirty="0" err="1"/>
              <a:t>flaggningar</a:t>
            </a:r>
            <a:r>
              <a:rPr lang="en-US" dirty="0"/>
              <a:t> (False Positives)</a:t>
            </a:r>
          </a:p>
          <a:p>
            <a:pPr marL="342900" indent="-342900">
              <a:lnSpc>
                <a:spcPct val="150000"/>
              </a:lnSpc>
              <a:buFont typeface="Arial" panose="020B0604020202020204" pitchFamily="34" charset="0"/>
              <a:buChar char="•"/>
            </a:pPr>
            <a:r>
              <a:rPr lang="en-US" dirty="0" err="1"/>
              <a:t>Missade</a:t>
            </a:r>
            <a:r>
              <a:rPr lang="en-US" dirty="0"/>
              <a:t> </a:t>
            </a:r>
            <a:r>
              <a:rPr lang="en-US" dirty="0" err="1"/>
              <a:t>problematiska</a:t>
            </a:r>
            <a:r>
              <a:rPr lang="en-US" dirty="0"/>
              <a:t> </a:t>
            </a:r>
            <a:r>
              <a:rPr lang="en-US" dirty="0" err="1"/>
              <a:t>aktiviteter</a:t>
            </a:r>
            <a:r>
              <a:rPr lang="en-US" dirty="0"/>
              <a:t> (False Negatives)</a:t>
            </a:r>
          </a:p>
          <a:p>
            <a:pPr marL="342900" indent="-342900">
              <a:lnSpc>
                <a:spcPct val="150000"/>
              </a:lnSpc>
              <a:buFont typeface="Arial" panose="020B0604020202020204" pitchFamily="34" charset="0"/>
              <a:buChar char="•"/>
            </a:pPr>
            <a:r>
              <a:rPr lang="en-US" dirty="0" err="1"/>
              <a:t>Förändrade</a:t>
            </a:r>
            <a:r>
              <a:rPr lang="en-US" dirty="0"/>
              <a:t> </a:t>
            </a:r>
            <a:r>
              <a:rPr lang="en-US" dirty="0" err="1"/>
              <a:t>beteenden</a:t>
            </a:r>
            <a:r>
              <a:rPr lang="en-US" dirty="0"/>
              <a:t> </a:t>
            </a:r>
            <a:r>
              <a:rPr lang="en-US" dirty="0" err="1"/>
              <a:t>över</a:t>
            </a:r>
            <a:r>
              <a:rPr lang="en-US" dirty="0"/>
              <a:t> </a:t>
            </a:r>
            <a:r>
              <a:rPr lang="en-US" dirty="0" err="1"/>
              <a:t>tid</a:t>
            </a:r>
            <a:r>
              <a:rPr lang="en-US" dirty="0"/>
              <a:t> (Data drift)</a:t>
            </a:r>
          </a:p>
        </p:txBody>
      </p:sp>
      <p:pic>
        <p:nvPicPr>
          <p:cNvPr id="2" name="Bildobjekt 1">
            <a:extLst>
              <a:ext uri="{FF2B5EF4-FFF2-40B4-BE49-F238E27FC236}">
                <a16:creationId xmlns:a16="http://schemas.microsoft.com/office/drawing/2014/main" id="{FC70049F-A4B0-3119-F89F-F48E7EEC5D98}"/>
              </a:ext>
            </a:extLst>
          </p:cNvPr>
          <p:cNvPicPr>
            <a:picLocks noChangeAspect="1"/>
          </p:cNvPicPr>
          <p:nvPr/>
        </p:nvPicPr>
        <p:blipFill>
          <a:blip r:embed="rId2"/>
          <a:stretch>
            <a:fillRect/>
          </a:stretch>
        </p:blipFill>
        <p:spPr>
          <a:xfrm>
            <a:off x="-443536" y="5392717"/>
            <a:ext cx="3300473" cy="2200315"/>
          </a:xfrm>
          <a:prstGeom prst="rect">
            <a:avLst/>
          </a:prstGeom>
        </p:spPr>
      </p:pic>
      <p:sp>
        <p:nvSpPr>
          <p:cNvPr id="3" name="Ellips 2">
            <a:extLst>
              <a:ext uri="{FF2B5EF4-FFF2-40B4-BE49-F238E27FC236}">
                <a16:creationId xmlns:a16="http://schemas.microsoft.com/office/drawing/2014/main" id="{9B0E2FB0-5FC6-D6AB-5470-26280661D118}"/>
              </a:ext>
            </a:extLst>
          </p:cNvPr>
          <p:cNvSpPr/>
          <p:nvPr/>
        </p:nvSpPr>
        <p:spPr>
          <a:xfrm>
            <a:off x="1528549" y="2412571"/>
            <a:ext cx="3771900" cy="36496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 name="textruta 7">
            <a:extLst>
              <a:ext uri="{FF2B5EF4-FFF2-40B4-BE49-F238E27FC236}">
                <a16:creationId xmlns:a16="http://schemas.microsoft.com/office/drawing/2014/main" id="{43FF59A1-6A7D-4C98-A174-AABE1A8692C6}"/>
              </a:ext>
            </a:extLst>
          </p:cNvPr>
          <p:cNvSpPr txBox="1"/>
          <p:nvPr/>
        </p:nvSpPr>
        <p:spPr>
          <a:xfrm>
            <a:off x="2257271" y="2852417"/>
            <a:ext cx="2571751" cy="2769989"/>
          </a:xfrm>
          <a:prstGeom prst="rect">
            <a:avLst/>
          </a:prstGeom>
          <a:noFill/>
        </p:spPr>
        <p:txBody>
          <a:bodyPr wrap="square">
            <a:spAutoFit/>
          </a:bodyPr>
          <a:lstStyle/>
          <a:p>
            <a:pPr>
              <a:lnSpc>
                <a:spcPct val="150000"/>
              </a:lnSpc>
            </a:pPr>
            <a:r>
              <a:rPr lang="en-US" sz="2400" dirty="0">
                <a:solidFill>
                  <a:schemeClr val="bg1"/>
                </a:solidFill>
              </a:rPr>
              <a:t>   </a:t>
            </a:r>
            <a:r>
              <a:rPr lang="en-US" sz="2400" u="sng" dirty="0" err="1">
                <a:solidFill>
                  <a:schemeClr val="bg1"/>
                </a:solidFill>
              </a:rPr>
              <a:t>Efter</a:t>
            </a:r>
            <a:r>
              <a:rPr lang="en-US" sz="2400" u="sng" dirty="0">
                <a:solidFill>
                  <a:schemeClr val="bg1"/>
                </a:solidFill>
              </a:rPr>
              <a:t> </a:t>
            </a:r>
            <a:r>
              <a:rPr lang="en-US" sz="2400" u="sng" dirty="0" err="1">
                <a:solidFill>
                  <a:schemeClr val="bg1"/>
                </a:solidFill>
              </a:rPr>
              <a:t>granskning</a:t>
            </a:r>
            <a:endParaRPr lang="en-US" sz="2400" u="sng" dirty="0">
              <a:solidFill>
                <a:schemeClr val="bg1"/>
              </a:solidFill>
            </a:endParaRPr>
          </a:p>
          <a:p>
            <a:pPr marL="342900" indent="-342900">
              <a:lnSpc>
                <a:spcPct val="150000"/>
              </a:lnSpc>
              <a:buFont typeface="Arial" panose="020B0604020202020204" pitchFamily="34" charset="0"/>
              <a:buChar char="•"/>
            </a:pPr>
            <a:r>
              <a:rPr lang="en-US" sz="2000" dirty="0">
                <a:solidFill>
                  <a:schemeClr val="bg1"/>
                </a:solidFill>
              </a:rPr>
              <a:t>Ingen </a:t>
            </a:r>
            <a:r>
              <a:rPr lang="en-US" sz="2000" dirty="0" err="1">
                <a:solidFill>
                  <a:schemeClr val="bg1"/>
                </a:solidFill>
              </a:rPr>
              <a:t>åtgärd</a:t>
            </a:r>
            <a:r>
              <a:rPr lang="en-US" sz="2000" dirty="0">
                <a:solidFill>
                  <a:schemeClr val="bg1"/>
                </a:solidFill>
              </a:rPr>
              <a:t> </a:t>
            </a:r>
            <a:r>
              <a:rPr lang="en-US" sz="2000" dirty="0" err="1">
                <a:solidFill>
                  <a:schemeClr val="bg1"/>
                </a:solidFill>
              </a:rPr>
              <a:t>behövs</a:t>
            </a:r>
            <a:endParaRPr lang="en-US" sz="2000" dirty="0">
              <a:solidFill>
                <a:schemeClr val="bg1"/>
              </a:solidFill>
            </a:endParaRPr>
          </a:p>
          <a:p>
            <a:pPr marL="342900" indent="-342900">
              <a:lnSpc>
                <a:spcPct val="150000"/>
              </a:lnSpc>
              <a:buFont typeface="Arial" panose="020B0604020202020204" pitchFamily="34" charset="0"/>
              <a:buChar char="•"/>
            </a:pPr>
            <a:r>
              <a:rPr lang="en-US" sz="2000" dirty="0" err="1">
                <a:solidFill>
                  <a:schemeClr val="bg1"/>
                </a:solidFill>
              </a:rPr>
              <a:t>Varning</a:t>
            </a:r>
            <a:endParaRPr lang="en-US" sz="2000" dirty="0">
              <a:solidFill>
                <a:schemeClr val="bg1"/>
              </a:solidFill>
            </a:endParaRPr>
          </a:p>
          <a:p>
            <a:pPr marL="342900" indent="-342900">
              <a:lnSpc>
                <a:spcPct val="150000"/>
              </a:lnSpc>
              <a:buFont typeface="Arial" panose="020B0604020202020204" pitchFamily="34" charset="0"/>
              <a:buChar char="•"/>
            </a:pPr>
            <a:r>
              <a:rPr lang="en-US" sz="2000" dirty="0">
                <a:solidFill>
                  <a:schemeClr val="bg1"/>
                </a:solidFill>
              </a:rPr>
              <a:t>Ta bort </a:t>
            </a:r>
            <a:r>
              <a:rPr lang="en-US" sz="2000" dirty="0" err="1">
                <a:solidFill>
                  <a:schemeClr val="bg1"/>
                </a:solidFill>
              </a:rPr>
              <a:t>innehåll</a:t>
            </a:r>
            <a:endParaRPr lang="en-US" sz="2000" dirty="0">
              <a:solidFill>
                <a:schemeClr val="bg1"/>
              </a:solidFill>
            </a:endParaRPr>
          </a:p>
          <a:p>
            <a:pPr marL="342900" indent="-342900">
              <a:lnSpc>
                <a:spcPct val="150000"/>
              </a:lnSpc>
              <a:buFont typeface="Arial" panose="020B0604020202020204" pitchFamily="34" charset="0"/>
              <a:buChar char="•"/>
            </a:pPr>
            <a:r>
              <a:rPr lang="en-US" sz="2000" dirty="0" err="1">
                <a:solidFill>
                  <a:schemeClr val="bg1"/>
                </a:solidFill>
              </a:rPr>
              <a:t>Stänga</a:t>
            </a:r>
            <a:r>
              <a:rPr lang="en-US" sz="2000" dirty="0">
                <a:solidFill>
                  <a:schemeClr val="bg1"/>
                </a:solidFill>
              </a:rPr>
              <a:t> av </a:t>
            </a:r>
            <a:r>
              <a:rPr lang="en-US" sz="2000" dirty="0" err="1">
                <a:solidFill>
                  <a:schemeClr val="bg1"/>
                </a:solidFill>
              </a:rPr>
              <a:t>konto</a:t>
            </a:r>
            <a:endParaRPr lang="en-US" sz="2000" dirty="0">
              <a:solidFill>
                <a:schemeClr val="bg1"/>
              </a:solidFill>
            </a:endParaRPr>
          </a:p>
          <a:p>
            <a:endParaRPr lang="en-US" dirty="0">
              <a:solidFill>
                <a:schemeClr val="bg1"/>
              </a:solidFill>
            </a:endParaRPr>
          </a:p>
        </p:txBody>
      </p:sp>
      <p:sp>
        <p:nvSpPr>
          <p:cNvPr id="10" name="textruta 9">
            <a:extLst>
              <a:ext uri="{FF2B5EF4-FFF2-40B4-BE49-F238E27FC236}">
                <a16:creationId xmlns:a16="http://schemas.microsoft.com/office/drawing/2014/main" id="{EDE23D90-7268-2A7A-8084-17FC35A8B131}"/>
              </a:ext>
            </a:extLst>
          </p:cNvPr>
          <p:cNvSpPr txBox="1"/>
          <p:nvPr/>
        </p:nvSpPr>
        <p:spPr>
          <a:xfrm>
            <a:off x="6209836" y="3646480"/>
            <a:ext cx="5419724" cy="1975926"/>
          </a:xfrm>
          <a:prstGeom prst="rect">
            <a:avLst/>
          </a:prstGeom>
          <a:noFill/>
        </p:spPr>
        <p:txBody>
          <a:bodyPr wrap="square">
            <a:spAutoFit/>
          </a:bodyPr>
          <a:lstStyle/>
          <a:p>
            <a:pPr>
              <a:lnSpc>
                <a:spcPct val="150000"/>
              </a:lnSpc>
            </a:pPr>
            <a:r>
              <a:rPr lang="en-US" sz="2200" dirty="0" err="1">
                <a:solidFill>
                  <a:schemeClr val="bg1"/>
                </a:solidFill>
              </a:rPr>
              <a:t>Nästa</a:t>
            </a:r>
            <a:r>
              <a:rPr lang="en-US" sz="2200" dirty="0">
                <a:solidFill>
                  <a:schemeClr val="bg1"/>
                </a:solidFill>
              </a:rPr>
              <a:t> </a:t>
            </a:r>
            <a:r>
              <a:rPr lang="en-US" sz="2200" dirty="0" err="1">
                <a:solidFill>
                  <a:schemeClr val="bg1"/>
                </a:solidFill>
              </a:rPr>
              <a:t>steg</a:t>
            </a:r>
            <a:r>
              <a:rPr lang="en-US" sz="2200" dirty="0">
                <a:solidFill>
                  <a:schemeClr val="bg1"/>
                </a:solidFill>
              </a:rPr>
              <a:t>:</a:t>
            </a:r>
          </a:p>
          <a:p>
            <a:pPr marL="285750" indent="-285750">
              <a:lnSpc>
                <a:spcPct val="150000"/>
              </a:lnSpc>
              <a:buFont typeface="Arial" panose="020B0604020202020204" pitchFamily="34" charset="0"/>
              <a:buChar char="•"/>
            </a:pPr>
            <a:r>
              <a:rPr lang="en-US" sz="2000" dirty="0" err="1">
                <a:solidFill>
                  <a:schemeClr val="bg1"/>
                </a:solidFill>
              </a:rPr>
              <a:t>Träna</a:t>
            </a:r>
            <a:r>
              <a:rPr lang="en-US" sz="2000" dirty="0">
                <a:solidFill>
                  <a:schemeClr val="bg1"/>
                </a:solidFill>
              </a:rPr>
              <a:t> </a:t>
            </a:r>
            <a:r>
              <a:rPr lang="en-US" sz="2000" dirty="0" err="1">
                <a:solidFill>
                  <a:schemeClr val="bg1"/>
                </a:solidFill>
              </a:rPr>
              <a:t>modellen</a:t>
            </a:r>
            <a:r>
              <a:rPr lang="en-US" sz="2000" dirty="0">
                <a:solidFill>
                  <a:schemeClr val="bg1"/>
                </a:solidFill>
              </a:rPr>
              <a:t> </a:t>
            </a:r>
            <a:r>
              <a:rPr lang="en-US" sz="2000" dirty="0" err="1">
                <a:solidFill>
                  <a:schemeClr val="bg1"/>
                </a:solidFill>
              </a:rPr>
              <a:t>regelbundet</a:t>
            </a:r>
            <a:endParaRPr lang="en-US" sz="2000" dirty="0">
              <a:solidFill>
                <a:schemeClr val="bg1"/>
              </a:solidFill>
            </a:endParaRPr>
          </a:p>
          <a:p>
            <a:pPr marL="285750" indent="-285750">
              <a:lnSpc>
                <a:spcPct val="150000"/>
              </a:lnSpc>
              <a:buFont typeface="Arial" panose="020B0604020202020204" pitchFamily="34" charset="0"/>
              <a:buChar char="•"/>
            </a:pPr>
            <a:r>
              <a:rPr lang="en-US" sz="2000" dirty="0" err="1">
                <a:solidFill>
                  <a:schemeClr val="bg1"/>
                </a:solidFill>
              </a:rPr>
              <a:t>Bevara</a:t>
            </a:r>
            <a:r>
              <a:rPr lang="en-US" sz="2000" dirty="0">
                <a:solidFill>
                  <a:schemeClr val="bg1"/>
                </a:solidFill>
              </a:rPr>
              <a:t> </a:t>
            </a:r>
            <a:r>
              <a:rPr lang="en-US" sz="2000" dirty="0" err="1">
                <a:solidFill>
                  <a:schemeClr val="bg1"/>
                </a:solidFill>
              </a:rPr>
              <a:t>historisk</a:t>
            </a:r>
            <a:r>
              <a:rPr lang="en-US" sz="2000" dirty="0">
                <a:solidFill>
                  <a:schemeClr val="bg1"/>
                </a:solidFill>
              </a:rPr>
              <a:t> data</a:t>
            </a:r>
          </a:p>
          <a:p>
            <a:pPr marL="285750" indent="-285750">
              <a:lnSpc>
                <a:spcPct val="150000"/>
              </a:lnSpc>
              <a:buFont typeface="Arial" panose="020B0604020202020204" pitchFamily="34" charset="0"/>
              <a:buChar char="•"/>
            </a:pPr>
            <a:r>
              <a:rPr lang="en-US" sz="2000" dirty="0" err="1">
                <a:solidFill>
                  <a:schemeClr val="bg1"/>
                </a:solidFill>
              </a:rPr>
              <a:t>Kontinuerlig</a:t>
            </a:r>
            <a:r>
              <a:rPr lang="en-US" sz="2000" dirty="0">
                <a:solidFill>
                  <a:schemeClr val="bg1"/>
                </a:solidFill>
              </a:rPr>
              <a:t> </a:t>
            </a:r>
            <a:r>
              <a:rPr lang="en-US" sz="2000" dirty="0" err="1">
                <a:solidFill>
                  <a:schemeClr val="bg1"/>
                </a:solidFill>
              </a:rPr>
              <a:t>uppföljning</a:t>
            </a:r>
            <a:r>
              <a:rPr lang="en-US" sz="2000" dirty="0">
                <a:solidFill>
                  <a:schemeClr val="bg1"/>
                </a:solidFill>
              </a:rPr>
              <a:t> av </a:t>
            </a:r>
            <a:r>
              <a:rPr lang="en-US" sz="2000" dirty="0" err="1">
                <a:solidFill>
                  <a:schemeClr val="bg1"/>
                </a:solidFill>
              </a:rPr>
              <a:t>modellens</a:t>
            </a:r>
            <a:r>
              <a:rPr lang="en-US" sz="2000" dirty="0">
                <a:solidFill>
                  <a:schemeClr val="bg1"/>
                </a:solidFill>
              </a:rPr>
              <a:t> </a:t>
            </a:r>
            <a:r>
              <a:rPr lang="en-US" sz="2000" dirty="0" err="1">
                <a:solidFill>
                  <a:schemeClr val="bg1"/>
                </a:solidFill>
              </a:rPr>
              <a:t>prestanda</a:t>
            </a:r>
            <a:endParaRPr lang="en-US" dirty="0"/>
          </a:p>
        </p:txBody>
      </p:sp>
      <p:sp>
        <p:nvSpPr>
          <p:cNvPr id="6" name="textruta 5">
            <a:extLst>
              <a:ext uri="{FF2B5EF4-FFF2-40B4-BE49-F238E27FC236}">
                <a16:creationId xmlns:a16="http://schemas.microsoft.com/office/drawing/2014/main" id="{C5EA19AA-AE4F-5DE2-BFA5-7383953B065C}"/>
              </a:ext>
            </a:extLst>
          </p:cNvPr>
          <p:cNvSpPr txBox="1"/>
          <p:nvPr/>
        </p:nvSpPr>
        <p:spPr>
          <a:xfrm>
            <a:off x="1206700" y="1017831"/>
            <a:ext cx="4551843" cy="965777"/>
          </a:xfrm>
          <a:prstGeom prst="rect">
            <a:avLst/>
          </a:prstGeom>
          <a:noFill/>
        </p:spPr>
        <p:txBody>
          <a:bodyPr wrap="square" rtlCol="0">
            <a:spAutoFit/>
          </a:bodyPr>
          <a:lstStyle/>
          <a:p>
            <a:pPr>
              <a:lnSpc>
                <a:spcPct val="150000"/>
              </a:lnSpc>
            </a:pPr>
            <a:r>
              <a:rPr lang="sv-SE" sz="2200" dirty="0">
                <a:solidFill>
                  <a:schemeClr val="bg1"/>
                </a:solidFill>
              </a:rPr>
              <a:t>Begränsningar:</a:t>
            </a:r>
          </a:p>
          <a:p>
            <a:pPr marL="285750" indent="-285750">
              <a:lnSpc>
                <a:spcPct val="150000"/>
              </a:lnSpc>
              <a:buFont typeface="Arial" panose="020B0604020202020204" pitchFamily="34" charset="0"/>
              <a:buChar char="•"/>
            </a:pPr>
            <a:r>
              <a:rPr lang="sv-SE" dirty="0">
                <a:solidFill>
                  <a:schemeClr val="bg1"/>
                </a:solidFill>
              </a:rPr>
              <a:t>Flaggade ärenden behöver granskas manuellt</a:t>
            </a:r>
          </a:p>
        </p:txBody>
      </p:sp>
    </p:spTree>
    <p:extLst>
      <p:ext uri="{BB962C8B-B14F-4D97-AF65-F5344CB8AC3E}">
        <p14:creationId xmlns:p14="http://schemas.microsoft.com/office/powerpoint/2010/main" val="3964891746"/>
      </p:ext>
    </p:extLst>
  </p:cSld>
  <p:clrMapOvr>
    <a:masterClrMapping/>
  </p:clrMapOvr>
</p:sld>
</file>

<file path=ppt/theme/theme1.xml><?xml version="1.0" encoding="utf-8"?>
<a:theme xmlns:a="http://schemas.openxmlformats.org/drawingml/2006/main" name="Office Theme">
  <a:themeElements>
    <a:clrScheme name="Custom 41">
      <a:dk1>
        <a:srgbClr val="101430"/>
      </a:dk1>
      <a:lt1>
        <a:srgbClr val="FFFFFF"/>
      </a:lt1>
      <a:dk2>
        <a:srgbClr val="44546A"/>
      </a:dk2>
      <a:lt2>
        <a:srgbClr val="E7E6E6"/>
      </a:lt2>
      <a:accent1>
        <a:srgbClr val="0584C1"/>
      </a:accent1>
      <a:accent2>
        <a:srgbClr val="01F2B8"/>
      </a:accent2>
      <a:accent3>
        <a:srgbClr val="101430"/>
      </a:accent3>
      <a:accent4>
        <a:srgbClr val="E2E2E2"/>
      </a:accent4>
      <a:accent5>
        <a:srgbClr val="A5B3BA"/>
      </a:accent5>
      <a:accent6>
        <a:srgbClr val="F1F1F1"/>
      </a:accent6>
      <a:hlink>
        <a:srgbClr val="FFFFFF"/>
      </a:hlink>
      <a:folHlink>
        <a:srgbClr val="954F72"/>
      </a:folHlink>
    </a:clrScheme>
    <a:fontScheme name="Custom 25">
      <a:majorFont>
        <a:latin typeface="Oswald"/>
        <a:ea typeface=""/>
        <a:cs typeface=""/>
      </a:majorFont>
      <a:minorFont>
        <a:latin typeface="Oswal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5762</TotalTime>
  <Words>397</Words>
  <Application>Microsoft Office PowerPoint</Application>
  <PresentationFormat>Bredbild</PresentationFormat>
  <Paragraphs>57</Paragraphs>
  <Slides>8</Slides>
  <Notes>0</Notes>
  <HiddenSlides>0</HiddenSlides>
  <MMClips>0</MMClips>
  <ScaleCrop>false</ScaleCrop>
  <HeadingPairs>
    <vt:vector size="6" baseType="variant">
      <vt:variant>
        <vt:lpstr>Använt teckensnitt</vt:lpstr>
      </vt:variant>
      <vt:variant>
        <vt:i4>6</vt:i4>
      </vt:variant>
      <vt:variant>
        <vt:lpstr>Tema</vt:lpstr>
      </vt:variant>
      <vt:variant>
        <vt:i4>1</vt:i4>
      </vt:variant>
      <vt:variant>
        <vt:lpstr>Bildrubriker</vt:lpstr>
      </vt:variant>
      <vt:variant>
        <vt:i4>8</vt:i4>
      </vt:variant>
    </vt:vector>
  </HeadingPairs>
  <TitlesOfParts>
    <vt:vector size="15" baseType="lpstr">
      <vt:lpstr>Aptos</vt:lpstr>
      <vt:lpstr>Arial</vt:lpstr>
      <vt:lpstr>Arial,Sans-Serif</vt:lpstr>
      <vt:lpstr>Bahnschrift</vt:lpstr>
      <vt:lpstr>Calibri</vt:lpstr>
      <vt:lpstr>Oswald</vt:lpstr>
      <vt:lpstr>Office Theme</vt:lpstr>
      <vt:lpstr>Marketplace Safety Prioritering av misstänkta aktiviteter</vt:lpstr>
      <vt:lpstr>EDA – Insikter &amp; risker</vt:lpstr>
      <vt:lpstr>Pipeline</vt:lpstr>
      <vt:lpstr>Modelljämförelse</vt:lpstr>
      <vt:lpstr>Vald modell – Gradient Boosting</vt:lpstr>
      <vt:lpstr>Prioritering av högst risk – TOP 10%</vt:lpstr>
      <vt:lpstr>Prediktion – Ny Data</vt:lpstr>
      <vt:lpstr>PowerPoint-presentation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Yasin Arafat</dc:creator>
  <cp:lastModifiedBy>Magdalena Persson</cp:lastModifiedBy>
  <cp:revision>37</cp:revision>
  <dcterms:created xsi:type="dcterms:W3CDTF">2024-05-23T06:52:39Z</dcterms:created>
  <dcterms:modified xsi:type="dcterms:W3CDTF">2026-03-17T19:23:46Z</dcterms:modified>
</cp:coreProperties>
</file>